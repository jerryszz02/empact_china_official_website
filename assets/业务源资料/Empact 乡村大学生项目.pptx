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4.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 id="2147483676" r:id="rId3"/>
    <p:sldMasterId id="2147483685" r:id="rId4"/>
    <p:sldMasterId id="2147483722" r:id="rId5"/>
  </p:sldMasterIdLst>
  <p:notesMasterIdLst>
    <p:notesMasterId r:id="rId4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7" r:id="rId26"/>
    <p:sldId id="288" r:id="rId27"/>
    <p:sldId id="276" r:id="rId28"/>
    <p:sldId id="278" r:id="rId29"/>
    <p:sldId id="285" r:id="rId30"/>
    <p:sldId id="287" r:id="rId31"/>
    <p:sldId id="286" r:id="rId32"/>
    <p:sldId id="289" r:id="rId33"/>
    <p:sldId id="290" r:id="rId34"/>
    <p:sldId id="279" r:id="rId35"/>
    <p:sldId id="291" r:id="rId36"/>
    <p:sldId id="280" r:id="rId37"/>
    <p:sldId id="281" r:id="rId38"/>
    <p:sldId id="282" r:id="rId39"/>
    <p:sldId id="292" r:id="rId40"/>
    <p:sldId id="283" r:id="rId41"/>
    <p:sldId id="284" r:id="rId4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826F328-5FE1-4CB8-92DD-3604886CC8B7}">
  <a:tblStyle styleId="{7826F328-5FE1-4CB8-92DD-3604886CC8B7}" styleName="Table_0">
    <a:wholeTbl>
      <a:tcTxStyle>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516"/>
    <p:restoredTop sz="94673"/>
  </p:normalViewPr>
  <p:slideViewPr>
    <p:cSldViewPr snapToGrid="0" showGuides="1">
      <p:cViewPr>
        <p:scale>
          <a:sx n="142" d="100"/>
          <a:sy n="142" d="100"/>
        </p:scale>
        <p:origin x="296" y="272"/>
      </p:cViewPr>
      <p:guideLst/>
    </p:cSldViewPr>
  </p:slideViewPr>
  <p:notesTextViewPr>
    <p:cViewPr>
      <p:scale>
        <a:sx n="1" d="1"/>
        <a:sy n="1" d="1"/>
      </p:scale>
      <p:origin x="0" y="0"/>
    </p:cViewPr>
  </p:notesTextViewPr>
  <p:notesViewPr>
    <p:cSldViewPr snapToGrid="0">
      <p:cViewPr varScale="1">
        <p:scale>
          <a:sx n="99" d="100"/>
          <a:sy n="99" d="100"/>
        </p:scale>
        <p:origin x="4160"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457200" lvl="0" indent="-317500" algn="l">
              <a:lnSpc>
                <a:spcPct val="150000"/>
              </a:lnSpc>
              <a:spcBef>
                <a:spcPts val="0"/>
              </a:spcBef>
              <a:spcAft>
                <a:spcPts val="0"/>
              </a:spcAft>
              <a:buClr>
                <a:srgbClr val="125284"/>
              </a:buClr>
              <a:buSzPts val="1400"/>
              <a:buFont typeface="Nunito"/>
              <a:buChar char="●"/>
            </a:pPr>
            <a:endParaRPr b="1">
              <a:solidFill>
                <a:srgbClr val="125284"/>
              </a:solidFill>
              <a:latin typeface="Nunito"/>
              <a:ea typeface="Nuni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lnSpc>
                <a:spcPct val="100000"/>
              </a:lnSpc>
              <a:spcBef>
                <a:spcPts val="0"/>
              </a:spcBef>
              <a:spcAft>
                <a:spcPts val="0"/>
              </a:spcAft>
              <a:buSzPts val="1100"/>
              <a:buNone/>
            </a:pPr>
            <a:r>
              <a:rPr lang="en" altLang="en"/>
              <a:t>Section header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r>
              <a:rPr lang="zh-CN" altLang="en-US" sz="800">
                <a:latin typeface="微软雅黑"/>
                <a:ea typeface="微软雅黑"/>
              </a:rPr>
              <a:t>①</a:t>
            </a:r>
            <a:r>
              <a:rPr lang="en-US" altLang="en-US" sz="800">
                <a:latin typeface="微软雅黑"/>
                <a:ea typeface="微软雅黑"/>
              </a:rPr>
              <a:t>Empact</a:t>
            </a:r>
            <a:r>
              <a:rPr lang="zh-CN" altLang="en-US" sz="800">
                <a:latin typeface="微软雅黑"/>
                <a:ea typeface="微软雅黑"/>
              </a:rPr>
              <a:t>是一家总部位于新加坡的社会型企业，它有</a:t>
            </a:r>
            <a:r>
              <a:rPr lang="en-US" altLang="zh-CN" sz="800">
                <a:latin typeface="微软雅黑"/>
                <a:ea typeface="微软雅黑"/>
              </a:rPr>
              <a:t>13</a:t>
            </a:r>
            <a:r>
              <a:rPr lang="zh-CN" altLang="en-US" sz="800">
                <a:latin typeface="微软雅黑"/>
                <a:ea typeface="微软雅黑"/>
              </a:rPr>
              <a:t>年历史了。社会企业</a:t>
            </a:r>
            <a:r>
              <a:rPr lang="en-US" altLang="zh-CN" sz="800">
                <a:latin typeface="微软雅黑"/>
                <a:ea typeface="微软雅黑"/>
              </a:rPr>
              <a:t>social enterprise</a:t>
            </a:r>
            <a:r>
              <a:rPr lang="zh-CN" altLang="en-US" sz="800">
                <a:latin typeface="微软雅黑"/>
                <a:ea typeface="微软雅黑"/>
              </a:rPr>
              <a:t>是介于企业以商业目的为主的，和</a:t>
            </a:r>
            <a:r>
              <a:rPr lang="en-US" altLang="zh-CN" sz="800">
                <a:latin typeface="微软雅黑"/>
                <a:ea typeface="微软雅黑"/>
              </a:rPr>
              <a:t>NGO</a:t>
            </a:r>
            <a:r>
              <a:rPr lang="zh-CN" altLang="en-US" sz="800">
                <a:latin typeface="微软雅黑"/>
                <a:ea typeface="微软雅黑"/>
              </a:rPr>
              <a:t>非盈利组织中的一种形态，它本身是一个企业，是需要纳税。</a:t>
            </a:r>
            <a:endParaRPr lang="en-US" altLang="zh-CN" sz="800">
              <a:latin typeface="微软雅黑"/>
              <a:ea typeface="微软雅黑"/>
            </a:endParaRPr>
          </a:p>
          <a:p>
            <a:pPr marL="0" lvl="0" indent="0" algn="l">
              <a:spcBef>
                <a:spcPts val="0"/>
              </a:spcBef>
              <a:spcAft>
                <a:spcPts val="0"/>
              </a:spcAft>
              <a:buNone/>
            </a:pPr>
            <a:r>
              <a:rPr lang="zh-CN" altLang="en-US" sz="800">
                <a:latin typeface="微软雅黑"/>
                <a:ea typeface="微软雅黑"/>
              </a:rPr>
              <a:t>商业企业看的是财务回报，股东利益最大化，而</a:t>
            </a:r>
            <a:r>
              <a:rPr lang="en-US" altLang="zh-CN" sz="800">
                <a:latin typeface="微软雅黑"/>
                <a:ea typeface="微软雅黑"/>
              </a:rPr>
              <a:t>NGO</a:t>
            </a:r>
            <a:r>
              <a:rPr lang="zh-CN" altLang="en-US" sz="800">
                <a:latin typeface="微软雅黑"/>
                <a:ea typeface="微软雅黑"/>
              </a:rPr>
              <a:t>是慈善机构，看的是社会影响力，而社会企业就是合二为一的一种形式。这种企业成立的初衷是为解决社会问题而存在的，发挥社会影响力。但财务模式不依靠于捐赠，而是要商业方式去让企业存活。</a:t>
            </a:r>
            <a:endParaRPr lang="en-US" altLang="zh-CN" sz="800">
              <a:latin typeface="微软雅黑"/>
              <a:ea typeface="微软雅黑"/>
            </a:endParaRPr>
          </a:p>
          <a:p>
            <a:pPr marL="0" lvl="0" indent="0" algn="l">
              <a:spcBef>
                <a:spcPts val="0"/>
              </a:spcBef>
              <a:spcAft>
                <a:spcPts val="0"/>
              </a:spcAft>
              <a:buNone/>
            </a:pPr>
            <a:r>
              <a:rPr lang="zh-CN" altLang="en-US" sz="800">
                <a:latin typeface="微软雅黑"/>
                <a:ea typeface="微软雅黑"/>
              </a:rPr>
              <a:t>②</a:t>
            </a:r>
            <a:r>
              <a:rPr lang="en-US" altLang="en-US" sz="800">
                <a:latin typeface="微软雅黑"/>
                <a:ea typeface="微软雅黑"/>
              </a:rPr>
              <a:t>E</a:t>
            </a:r>
            <a:r>
              <a:rPr lang="en-US" altLang="zh-CN" sz="800">
                <a:latin typeface="微软雅黑"/>
                <a:ea typeface="微软雅黑"/>
              </a:rPr>
              <a:t>mapct</a:t>
            </a:r>
            <a:r>
              <a:rPr lang="zh-CN" altLang="en-US" sz="800">
                <a:latin typeface="微软雅黑"/>
                <a:ea typeface="微软雅黑"/>
              </a:rPr>
              <a:t>最早成立的时候，其实是给非盈利组织和社会企业去做财务外包做账的方式，以这个出发点设立的企业。（创始人普华永道做政府咨询和税务这块出身的）</a:t>
            </a:r>
            <a:endParaRPr lang="en-US" altLang="zh-CN" sz="800">
              <a:latin typeface="微软雅黑"/>
              <a:ea typeface="微软雅黑"/>
            </a:endParaRPr>
          </a:p>
          <a:p>
            <a:pPr marL="0" lvl="0" indent="0" algn="l">
              <a:spcBef>
                <a:spcPts val="0"/>
              </a:spcBef>
              <a:spcAft>
                <a:spcPts val="0"/>
              </a:spcAft>
              <a:buNone/>
            </a:pPr>
            <a:r>
              <a:rPr lang="zh-CN" altLang="en-US" sz="800">
                <a:latin typeface="微软雅黑"/>
                <a:ea typeface="微软雅黑"/>
              </a:rPr>
              <a:t>③业务模块介绍</a:t>
            </a:r>
            <a:endParaRPr sz="800">
              <a:latin typeface="微软雅黑"/>
              <a:ea typeface="微软雅黑"/>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r>
              <a:rPr lang="en-US" altLang="en-US"/>
              <a:t>SDG17</a:t>
            </a:r>
            <a:r>
              <a:rPr lang="zh-CN" altLang="en-US"/>
              <a:t>项目，那我们</a:t>
            </a:r>
            <a:r>
              <a:rPr lang="en-US" altLang="zh-CN"/>
              <a:t>focus</a:t>
            </a:r>
            <a:r>
              <a:rPr lang="zh-CN" altLang="en-US"/>
              <a:t>的，青年人，老年人，环境，健康以及人文关怀（唐氏宝宝，心智障碍人群等）</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r>
              <a:rPr lang="en-GB" altLang="en-GB"/>
              <a:t>How we bring all of this impact to life is by working our corporate partners. We customize and create programs depending on the resources that our partners can provide and match them to specific needs in the social sector. I am sure some of our participants today also identify themselves here and we are really pleased to partner with impact focused corporates like yourselves!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r>
              <a:rPr lang="zh-CN" altLang="en-US"/>
              <a:t>与政府合作，我们是收取咨询费的</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marL="0" lvl="0" indent="0" algn="l" defTabSz="914400">
              <a:lnSpc>
                <a:spcPct val="100000"/>
              </a:lnSpc>
              <a:spcBef>
                <a:spcPts val="0"/>
              </a:spcBef>
              <a:spcAft>
                <a:spcPts val="0"/>
              </a:spcAft>
              <a:buClrTx/>
              <a:buSzTx/>
              <a:buFontTx/>
              <a:buNone/>
              <a:defRPr/>
            </a:pPr>
            <a:r>
              <a:rPr lang="zh-CN" altLang="en-US"/>
              <a:t>联合国有</a:t>
            </a:r>
            <a:r>
              <a:rPr lang="en-US" altLang="zh-CN"/>
              <a:t>6</a:t>
            </a:r>
            <a:r>
              <a:rPr lang="zh-CN" altLang="en-US"/>
              <a:t>个主要机关：大会，安全理事会，经济及社会理事会，托管理事会，国际法院和秘书处，我们这张证书是秘书处经社部</a:t>
            </a:r>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lnSpc>
                <a:spcPct val="115000"/>
              </a:lnSpc>
              <a:spcBef>
                <a:spcPts val="0"/>
              </a:spcBef>
              <a:spcAft>
                <a:spcPts val="0"/>
              </a:spcAft>
              <a:buClr>
                <a:schemeClr val="dk1"/>
              </a:buClr>
              <a:buSzPts val="1100"/>
              <a:buFont typeface="Arial"/>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lnSpc>
                <a:spcPct val="115000"/>
              </a:lnSpc>
              <a:spcBef>
                <a:spcPts val="0"/>
              </a:spcBef>
              <a:spcAft>
                <a:spcPts val="0"/>
              </a:spcAft>
              <a:buNone/>
            </a:pPr>
            <a:endParaRPr/>
          </a:p>
          <a:p>
            <a:pPr marL="0" lvl="0" indent="0" algn="l">
              <a:lnSpc>
                <a:spcPct val="115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r>
              <a:rPr lang="en-US" altLang="zh-CN" dirty="0"/>
              <a:t>@</a:t>
            </a:r>
            <a:r>
              <a:rPr lang="en-US" altLang="zh-CN" dirty="0" err="1"/>
              <a:t>jenini</a:t>
            </a:r>
            <a:r>
              <a:rPr lang="en-US" altLang="zh-CN" dirty="0"/>
              <a:t>—</a:t>
            </a:r>
            <a:r>
              <a:rPr lang="zh-CN" altLang="en-US" dirty="0"/>
              <a:t>将</a:t>
            </a:r>
            <a:r>
              <a:rPr lang="en-US" altLang="zh-CN" dirty="0"/>
              <a:t> IDG </a:t>
            </a:r>
            <a:r>
              <a:rPr lang="zh-CN" altLang="en-US" dirty="0"/>
              <a:t>和</a:t>
            </a:r>
            <a:r>
              <a:rPr lang="en-US" altLang="zh-CN" dirty="0"/>
              <a:t> PERMA </a:t>
            </a:r>
            <a:r>
              <a:rPr lang="zh-CN" altLang="en-US" dirty="0"/>
              <a:t>理论进行</a:t>
            </a:r>
            <a:r>
              <a:rPr lang="en-US" altLang="zh-CN" dirty="0"/>
              <a:t> link</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wrap="square" lIns="91425" tIns="91425" rIns="91425" bIns="91425" anchor="t" anchorCtr="0"/>
          <a:lstStyle/>
          <a:p>
            <a:pPr marL="0" lvl="0" indent="0" algn="l">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Cover Slide - Design 1">
    <p:bg>
      <p:bgPr>
        <a:solidFill>
          <a:srgbClr val="125284"/>
        </a:solidFill>
        <a:effectLst/>
      </p:bgPr>
    </p:bg>
    <p:spTree>
      <p:nvGrpSpPr>
        <p:cNvPr id="1" name="Shape 12"/>
        <p:cNvGrpSpPr/>
        <p:nvPr/>
      </p:nvGrpSpPr>
      <p:grpSpPr>
        <a:xfrm>
          <a:off x="0" y="0"/>
          <a:ext cx="0" cy="0"/>
          <a:chOff x="0" y="0"/>
          <a:chExt cx="0" cy="0"/>
        </a:xfrm>
      </p:grpSpPr>
      <p:pic>
        <p:nvPicPr>
          <p:cNvPr id="13" name="Google Shape;13;p2"/>
          <p:cNvPicPr preferRelativeResize="0">
            <a:picLocks/>
          </p:cNvPicPr>
          <p:nvPr/>
        </p:nvPicPr>
        <p:blipFill>
          <a:blip r:embed="rId2">
            <a:alphaModFix/>
          </a:blip>
          <a:stretch>
            <a:fillRect/>
          </a:stretch>
        </p:blipFill>
        <p:spPr>
          <a:xfrm>
            <a:off x="7007175" y="2077825"/>
            <a:ext cx="1766250" cy="588750"/>
          </a:xfrm>
          <a:prstGeom prst="rect">
            <a:avLst/>
          </a:prstGeom>
          <a:noFill/>
          <a:ln>
            <a:noFill/>
          </a:ln>
        </p:spPr>
      </p:pic>
      <p:sp>
        <p:nvSpPr>
          <p:cNvPr id="14" name="Google Shape;14;p2"/>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sp>
        <p:nvSpPr>
          <p:cNvPr id="15" name="Google Shape;15;p2"/>
          <p:cNvSpPr txBox="1">
            <a:spLocks noGrp="1"/>
          </p:cNvSpPr>
          <p:nvPr>
            <p:ph type="title"/>
          </p:nvPr>
        </p:nvSpPr>
        <p:spPr>
          <a:xfrm>
            <a:off x="109875" y="1925500"/>
            <a:ext cx="4862100" cy="741000"/>
          </a:xfrm>
          <a:prstGeom prst="rect">
            <a:avLst/>
          </a:prstGeom>
        </p:spPr>
        <p:txBody>
          <a:bodyPr wrap="square" lIns="91425" tIns="91425" rIns="91425" bIns="91425" anchor="b" anchorCtr="0"/>
          <a:lstStyle>
            <a:lvl1pPr lvl="0">
              <a:spcBef>
                <a:spcPts val="0"/>
              </a:spcBef>
              <a:spcAft>
                <a:spcPts val="0"/>
              </a:spcAft>
              <a:buNone/>
              <a:defRPr sz="2200">
                <a:solidFill>
                  <a:srgbClr val="FFFFFF"/>
                </a:solidFill>
                <a:latin typeface="Poppins"/>
                <a:ea typeface="Poppins"/>
              </a:defRPr>
            </a:lvl1pPr>
            <a:lvl2pPr lvl="1">
              <a:spcBef>
                <a:spcPts val="0"/>
              </a:spcBef>
              <a:spcAft>
                <a:spcPts val="0"/>
              </a:spcAft>
              <a:buNone/>
              <a:defRPr sz="2200">
                <a:solidFill>
                  <a:srgbClr val="FFFFFF"/>
                </a:solidFill>
                <a:latin typeface="Poppins"/>
                <a:ea typeface="Poppins"/>
              </a:defRPr>
            </a:lvl2pPr>
            <a:lvl3pPr lvl="2">
              <a:spcBef>
                <a:spcPts val="0"/>
              </a:spcBef>
              <a:spcAft>
                <a:spcPts val="0"/>
              </a:spcAft>
              <a:buNone/>
              <a:defRPr sz="2200">
                <a:solidFill>
                  <a:srgbClr val="FFFFFF"/>
                </a:solidFill>
                <a:latin typeface="Poppins"/>
                <a:ea typeface="Poppins"/>
              </a:defRPr>
            </a:lvl3pPr>
            <a:lvl4pPr lvl="3">
              <a:spcBef>
                <a:spcPts val="0"/>
              </a:spcBef>
              <a:spcAft>
                <a:spcPts val="0"/>
              </a:spcAft>
              <a:buNone/>
              <a:defRPr sz="2200">
                <a:solidFill>
                  <a:srgbClr val="FFFFFF"/>
                </a:solidFill>
                <a:latin typeface="Poppins"/>
                <a:ea typeface="Poppins"/>
              </a:defRPr>
            </a:lvl4pPr>
            <a:lvl5pPr lvl="4">
              <a:spcBef>
                <a:spcPts val="0"/>
              </a:spcBef>
              <a:spcAft>
                <a:spcPts val="0"/>
              </a:spcAft>
              <a:buNone/>
              <a:defRPr sz="2200">
                <a:solidFill>
                  <a:srgbClr val="FFFFFF"/>
                </a:solidFill>
                <a:latin typeface="Poppins"/>
                <a:ea typeface="Poppins"/>
              </a:defRPr>
            </a:lvl5pPr>
            <a:lvl6pPr lvl="5">
              <a:spcBef>
                <a:spcPts val="0"/>
              </a:spcBef>
              <a:spcAft>
                <a:spcPts val="0"/>
              </a:spcAft>
              <a:buNone/>
              <a:defRPr sz="2200">
                <a:solidFill>
                  <a:srgbClr val="FFFFFF"/>
                </a:solidFill>
                <a:latin typeface="Poppins"/>
                <a:ea typeface="Poppins"/>
              </a:defRPr>
            </a:lvl6pPr>
            <a:lvl7pPr lvl="6">
              <a:spcBef>
                <a:spcPts val="0"/>
              </a:spcBef>
              <a:spcAft>
                <a:spcPts val="0"/>
              </a:spcAft>
              <a:buNone/>
              <a:defRPr sz="2200">
                <a:solidFill>
                  <a:srgbClr val="FFFFFF"/>
                </a:solidFill>
                <a:latin typeface="Poppins"/>
                <a:ea typeface="Poppins"/>
              </a:defRPr>
            </a:lvl7pPr>
            <a:lvl8pPr lvl="7">
              <a:spcBef>
                <a:spcPts val="0"/>
              </a:spcBef>
              <a:spcAft>
                <a:spcPts val="0"/>
              </a:spcAft>
              <a:buNone/>
              <a:defRPr sz="2200">
                <a:solidFill>
                  <a:srgbClr val="FFFFFF"/>
                </a:solidFill>
                <a:latin typeface="Poppins"/>
                <a:ea typeface="Poppins"/>
              </a:defRPr>
            </a:lvl8pPr>
            <a:lvl9pPr lvl="8">
              <a:spcBef>
                <a:spcPts val="0"/>
              </a:spcBef>
              <a:spcAft>
                <a:spcPts val="0"/>
              </a:spcAft>
              <a:buNone/>
              <a:defRPr sz="2200">
                <a:solidFill>
                  <a:srgbClr val="FFFFFF"/>
                </a:solidFill>
                <a:latin typeface="Poppins"/>
                <a:ea typeface="Poppins"/>
              </a:defRPr>
            </a:lvl9pPr>
          </a:lstStyle>
          <a:p>
            <a:endParaRPr/>
          </a:p>
        </p:txBody>
      </p:sp>
      <p:sp>
        <p:nvSpPr>
          <p:cNvPr id="16" name="Google Shape;16;p2"/>
          <p:cNvSpPr txBox="1">
            <a:spLocks noGrp="1"/>
          </p:cNvSpPr>
          <p:nvPr>
            <p:ph type="subTitle" idx="1"/>
          </p:nvPr>
        </p:nvSpPr>
        <p:spPr>
          <a:xfrm>
            <a:off x="117525" y="2563925"/>
            <a:ext cx="3317100" cy="432900"/>
          </a:xfrm>
          <a:prstGeom prst="rect">
            <a:avLst/>
          </a:prstGeom>
        </p:spPr>
        <p:txBody>
          <a:bodyPr wrap="square" lIns="91425" tIns="91425" rIns="91425" bIns="91425" anchor="t" anchorCtr="0"/>
          <a:lstStyle>
            <a:lvl1pPr lvl="0">
              <a:spcBef>
                <a:spcPts val="0"/>
              </a:spcBef>
              <a:spcAft>
                <a:spcPts val="0"/>
              </a:spcAft>
              <a:buNone/>
              <a:defRPr i="1">
                <a:solidFill>
                  <a:schemeClr val="accent1"/>
                </a:solidFill>
                <a:latin typeface="Rubik Light"/>
                <a:ea typeface="Rubik Light"/>
              </a:defRPr>
            </a:lvl1pPr>
            <a:lvl2pPr lvl="1">
              <a:spcBef>
                <a:spcPts val="0"/>
              </a:spcBef>
              <a:spcAft>
                <a:spcPts val="0"/>
              </a:spcAft>
              <a:buNone/>
              <a:defRPr sz="600" i="1">
                <a:solidFill>
                  <a:schemeClr val="accent1"/>
                </a:solidFill>
              </a:defRPr>
            </a:lvl2pPr>
            <a:lvl3pPr lvl="2">
              <a:spcBef>
                <a:spcPts val="0"/>
              </a:spcBef>
              <a:spcAft>
                <a:spcPts val="0"/>
              </a:spcAft>
              <a:buNone/>
              <a:defRPr sz="600" i="1">
                <a:solidFill>
                  <a:schemeClr val="accent1"/>
                </a:solidFill>
              </a:defRPr>
            </a:lvl3pPr>
            <a:lvl4pPr lvl="3">
              <a:spcBef>
                <a:spcPts val="0"/>
              </a:spcBef>
              <a:spcAft>
                <a:spcPts val="0"/>
              </a:spcAft>
              <a:buNone/>
              <a:defRPr sz="600" i="1">
                <a:solidFill>
                  <a:schemeClr val="accent1"/>
                </a:solidFill>
              </a:defRPr>
            </a:lvl4pPr>
            <a:lvl5pPr lvl="4">
              <a:spcBef>
                <a:spcPts val="0"/>
              </a:spcBef>
              <a:spcAft>
                <a:spcPts val="0"/>
              </a:spcAft>
              <a:buNone/>
              <a:defRPr sz="600" i="1">
                <a:solidFill>
                  <a:schemeClr val="accent1"/>
                </a:solidFill>
              </a:defRPr>
            </a:lvl5pPr>
            <a:lvl6pPr lvl="5">
              <a:spcBef>
                <a:spcPts val="0"/>
              </a:spcBef>
              <a:spcAft>
                <a:spcPts val="0"/>
              </a:spcAft>
              <a:buNone/>
              <a:defRPr sz="600" i="1">
                <a:solidFill>
                  <a:schemeClr val="accent1"/>
                </a:solidFill>
              </a:defRPr>
            </a:lvl6pPr>
            <a:lvl7pPr lvl="6">
              <a:spcBef>
                <a:spcPts val="0"/>
              </a:spcBef>
              <a:spcAft>
                <a:spcPts val="0"/>
              </a:spcAft>
              <a:buNone/>
              <a:defRPr sz="600" i="1">
                <a:solidFill>
                  <a:schemeClr val="accent1"/>
                </a:solidFill>
              </a:defRPr>
            </a:lvl7pPr>
            <a:lvl8pPr lvl="7">
              <a:spcBef>
                <a:spcPts val="0"/>
              </a:spcBef>
              <a:spcAft>
                <a:spcPts val="0"/>
              </a:spcAft>
              <a:buNone/>
              <a:defRPr sz="600" i="1">
                <a:solidFill>
                  <a:schemeClr val="accent1"/>
                </a:solidFill>
              </a:defRPr>
            </a:lvl8pPr>
            <a:lvl9pPr lvl="8">
              <a:spcBef>
                <a:spcPts val="0"/>
              </a:spcBef>
              <a:spcAft>
                <a:spcPts val="0"/>
              </a:spcAft>
              <a:buNone/>
              <a:defRPr sz="600" i="1">
                <a:solidFill>
                  <a:schemeClr val="accent1"/>
                </a:solidFill>
              </a:defRPr>
            </a:lvl9pPr>
          </a:lstStyle>
          <a:p>
            <a:endParaRPr/>
          </a:p>
        </p:txBody>
      </p:sp>
    </p:spTree>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Cover Slide - Design 2 (Light)">
    <p:bg>
      <p:bgPr>
        <a:solidFill>
          <a:srgbClr val="FAFAFA"/>
        </a:solidFill>
        <a:effectLst/>
      </p:bgPr>
    </p:bg>
    <p:spTree>
      <p:nvGrpSpPr>
        <p:cNvPr id="1" name="Shape 17"/>
        <p:cNvGrpSpPr/>
        <p:nvPr/>
      </p:nvGrpSpPr>
      <p:grpSpPr>
        <a:xfrm>
          <a:off x="0" y="0"/>
          <a:ext cx="0" cy="0"/>
          <a:chOff x="0" y="0"/>
          <a:chExt cx="0" cy="0"/>
        </a:xfrm>
      </p:grpSpPr>
      <p:sp>
        <p:nvSpPr>
          <p:cNvPr id="18" name="Google Shape;18;p3"/>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9" name="Google Shape;19;p3"/>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20" name="Google Shape;20;p3"/>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cxnSp>
        <p:nvCxnSpPr>
          <p:cNvPr id="21" name="Google Shape;21;p3"/>
          <p:cNvCxnSpPr/>
          <p:nvPr/>
        </p:nvCxnSpPr>
        <p:spPr>
          <a:xfrm>
            <a:off x="216950" y="2757425"/>
            <a:ext cx="262200" cy="0"/>
          </a:xfrm>
          <a:prstGeom prst="straightConnector1">
            <a:avLst/>
          </a:prstGeom>
          <a:noFill/>
          <a:ln w="19050" cap="flat" cmpd="sng">
            <a:solidFill>
              <a:srgbClr val="FB394D"/>
            </a:solidFill>
            <a:prstDash val="solid"/>
            <a:round/>
            <a:headEnd type="none" w="med" len="med"/>
            <a:tailEnd type="none" w="med" len="med"/>
          </a:ln>
        </p:spPr>
      </p:cxnSp>
      <p:pic>
        <p:nvPicPr>
          <p:cNvPr id="22" name="Google Shape;22;p3"/>
          <p:cNvPicPr preferRelativeResize="0">
            <a:picLocks/>
          </p:cNvPicPr>
          <p:nvPr/>
        </p:nvPicPr>
        <p:blipFill>
          <a:blip r:embed="rId3">
            <a:alphaModFix/>
          </a:blip>
          <a:stretch>
            <a:fillRect/>
          </a:stretch>
        </p:blipFill>
        <p:spPr>
          <a:xfrm>
            <a:off x="4774300" y="514250"/>
            <a:ext cx="3252801" cy="3252801"/>
          </a:xfrm>
          <a:prstGeom prst="rect">
            <a:avLst/>
          </a:prstGeom>
          <a:noFill/>
          <a:ln>
            <a:noFill/>
          </a:ln>
        </p:spPr>
      </p:pic>
      <p:sp>
        <p:nvSpPr>
          <p:cNvPr id="23" name="Google Shape;23;p3"/>
          <p:cNvSpPr txBox="1">
            <a:spLocks noGrp="1"/>
          </p:cNvSpPr>
          <p:nvPr>
            <p:ph type="title"/>
          </p:nvPr>
        </p:nvSpPr>
        <p:spPr>
          <a:xfrm>
            <a:off x="93825" y="875725"/>
            <a:ext cx="4680600" cy="1899600"/>
          </a:xfrm>
          <a:prstGeom prst="rect">
            <a:avLst/>
          </a:prstGeom>
        </p:spPr>
        <p:txBody>
          <a:bodyPr wrap="square" lIns="91425" tIns="91425" rIns="91425" bIns="91425" anchor="b" anchorCtr="0"/>
          <a:lstStyle>
            <a:lvl1pPr lvl="0">
              <a:spcBef>
                <a:spcPts val="0"/>
              </a:spcBef>
              <a:spcAft>
                <a:spcPts val="0"/>
              </a:spcAft>
              <a:buNone/>
              <a:defRPr sz="3600"/>
            </a:lvl1pPr>
            <a:lvl2pPr lvl="1">
              <a:spcBef>
                <a:spcPts val="0"/>
              </a:spcBef>
              <a:spcAft>
                <a:spcPts val="0"/>
              </a:spcAft>
              <a:buNone/>
              <a:defRPr>
                <a:latin typeface="Nunito Sans"/>
                <a:ea typeface="Nunito Sans"/>
              </a:defRPr>
            </a:lvl2pPr>
            <a:lvl3pPr lvl="2">
              <a:spcBef>
                <a:spcPts val="0"/>
              </a:spcBef>
              <a:spcAft>
                <a:spcPts val="0"/>
              </a:spcAft>
              <a:buNone/>
              <a:defRPr>
                <a:latin typeface="Nunito Sans"/>
                <a:ea typeface="Nunito Sans"/>
              </a:defRPr>
            </a:lvl3pPr>
            <a:lvl4pPr lvl="3">
              <a:spcBef>
                <a:spcPts val="0"/>
              </a:spcBef>
              <a:spcAft>
                <a:spcPts val="0"/>
              </a:spcAft>
              <a:buNone/>
              <a:defRPr>
                <a:latin typeface="Nunito Sans"/>
                <a:ea typeface="Nunito Sans"/>
              </a:defRPr>
            </a:lvl4pPr>
            <a:lvl5pPr lvl="4">
              <a:spcBef>
                <a:spcPts val="0"/>
              </a:spcBef>
              <a:spcAft>
                <a:spcPts val="0"/>
              </a:spcAft>
              <a:buNone/>
              <a:defRPr>
                <a:latin typeface="Nunito Sans"/>
                <a:ea typeface="Nunito Sans"/>
              </a:defRPr>
            </a:lvl5pPr>
            <a:lvl6pPr lvl="5">
              <a:spcBef>
                <a:spcPts val="0"/>
              </a:spcBef>
              <a:spcAft>
                <a:spcPts val="0"/>
              </a:spcAft>
              <a:buNone/>
              <a:defRPr>
                <a:latin typeface="Nunito Sans"/>
                <a:ea typeface="Nunito Sans"/>
              </a:defRPr>
            </a:lvl6pPr>
            <a:lvl7pPr lvl="6">
              <a:spcBef>
                <a:spcPts val="0"/>
              </a:spcBef>
              <a:spcAft>
                <a:spcPts val="0"/>
              </a:spcAft>
              <a:buNone/>
              <a:defRPr>
                <a:latin typeface="Nunito Sans"/>
                <a:ea typeface="Nunito Sans"/>
              </a:defRPr>
            </a:lvl7pPr>
            <a:lvl8pPr lvl="7">
              <a:spcBef>
                <a:spcPts val="0"/>
              </a:spcBef>
              <a:spcAft>
                <a:spcPts val="0"/>
              </a:spcAft>
              <a:buNone/>
              <a:defRPr>
                <a:latin typeface="Nunito Sans"/>
                <a:ea typeface="Nunito Sans"/>
              </a:defRPr>
            </a:lvl8pPr>
            <a:lvl9pPr lvl="8">
              <a:spcBef>
                <a:spcPts val="0"/>
              </a:spcBef>
              <a:spcAft>
                <a:spcPts val="0"/>
              </a:spcAft>
              <a:buNone/>
              <a:defRPr>
                <a:latin typeface="Nunito Sans"/>
                <a:ea typeface="Nunito Sans"/>
              </a:defRPr>
            </a:lvl9pPr>
          </a:lstStyle>
          <a:p>
            <a:endParaRPr/>
          </a:p>
        </p:txBody>
      </p:sp>
      <p:sp>
        <p:nvSpPr>
          <p:cNvPr id="24" name="Google Shape;24;p3"/>
          <p:cNvSpPr txBox="1">
            <a:spLocks noGrp="1"/>
          </p:cNvSpPr>
          <p:nvPr>
            <p:ph type="subTitle" idx="1"/>
          </p:nvPr>
        </p:nvSpPr>
        <p:spPr>
          <a:xfrm>
            <a:off x="93825" y="2847025"/>
            <a:ext cx="4761000" cy="820500"/>
          </a:xfrm>
          <a:prstGeom prst="rect">
            <a:avLst/>
          </a:prstGeom>
        </p:spPr>
        <p:txBody>
          <a:bodyPr wrap="square" lIns="91425" tIns="91425" rIns="91425" bIns="91425" anchor="t" anchorCtr="0"/>
          <a:lstStyle>
            <a:lvl1pPr lvl="0">
              <a:spcBef>
                <a:spcPts val="0"/>
              </a:spcBef>
              <a:spcAft>
                <a:spcPts val="0"/>
              </a:spcAft>
              <a:buNone/>
              <a:defRPr sz="1600">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25" name="Google Shape;25;p3"/>
          <p:cNvSpPr txBox="1">
            <a:spLocks noGrp="1"/>
          </p:cNvSpPr>
          <p:nvPr>
            <p:ph type="subTitle" idx="2"/>
          </p:nvPr>
        </p:nvSpPr>
        <p:spPr>
          <a:xfrm>
            <a:off x="116825" y="3667525"/>
            <a:ext cx="3546300" cy="693900"/>
          </a:xfrm>
          <a:prstGeom prst="rect">
            <a:avLst/>
          </a:prstGeom>
        </p:spPr>
        <p:txBody>
          <a:bodyPr wrap="square" lIns="91425" tIns="91425" rIns="91425" bIns="91425" anchor="t" anchorCtr="0"/>
          <a:lstStyle>
            <a:lvl1pPr lvl="0">
              <a:spcBef>
                <a:spcPts val="0"/>
              </a:spcBef>
              <a:spcAft>
                <a:spcPts val="0"/>
              </a:spcAft>
              <a:buNone/>
              <a:defRPr sz="1100" i="1">
                <a:solidFill>
                  <a:srgbClr val="7197B5"/>
                </a:solidFill>
                <a:latin typeface="Rubik Light"/>
                <a:ea typeface="Rubik Light"/>
              </a:defRPr>
            </a:lvl1pPr>
            <a:lvl2pPr lvl="1">
              <a:spcBef>
                <a:spcPts val="0"/>
              </a:spcBef>
              <a:spcAft>
                <a:spcPts val="0"/>
              </a:spcAft>
              <a:buNone/>
              <a:defRPr sz="1100" i="1">
                <a:latin typeface="Rubik"/>
                <a:ea typeface="Rubik"/>
              </a:defRPr>
            </a:lvl2pPr>
            <a:lvl3pPr lvl="2">
              <a:spcBef>
                <a:spcPts val="0"/>
              </a:spcBef>
              <a:spcAft>
                <a:spcPts val="0"/>
              </a:spcAft>
              <a:buNone/>
              <a:defRPr sz="1100" i="1">
                <a:latin typeface="Rubik"/>
                <a:ea typeface="Rubik"/>
              </a:defRPr>
            </a:lvl3pPr>
            <a:lvl4pPr lvl="3">
              <a:spcBef>
                <a:spcPts val="0"/>
              </a:spcBef>
              <a:spcAft>
                <a:spcPts val="0"/>
              </a:spcAft>
              <a:buNone/>
              <a:defRPr sz="1100" i="1">
                <a:latin typeface="Rubik"/>
                <a:ea typeface="Rubik"/>
              </a:defRPr>
            </a:lvl4pPr>
            <a:lvl5pPr lvl="4">
              <a:spcBef>
                <a:spcPts val="0"/>
              </a:spcBef>
              <a:spcAft>
                <a:spcPts val="0"/>
              </a:spcAft>
              <a:buNone/>
              <a:defRPr sz="1100" i="1">
                <a:latin typeface="Rubik"/>
                <a:ea typeface="Rubik"/>
              </a:defRPr>
            </a:lvl5pPr>
            <a:lvl6pPr lvl="5">
              <a:spcBef>
                <a:spcPts val="0"/>
              </a:spcBef>
              <a:spcAft>
                <a:spcPts val="0"/>
              </a:spcAft>
              <a:buNone/>
              <a:defRPr sz="1100" i="1">
                <a:latin typeface="Rubik"/>
                <a:ea typeface="Rubik"/>
              </a:defRPr>
            </a:lvl6pPr>
            <a:lvl7pPr lvl="6">
              <a:spcBef>
                <a:spcPts val="0"/>
              </a:spcBef>
              <a:spcAft>
                <a:spcPts val="0"/>
              </a:spcAft>
              <a:buNone/>
              <a:defRPr sz="1100" i="1">
                <a:latin typeface="Rubik"/>
                <a:ea typeface="Rubik"/>
              </a:defRPr>
            </a:lvl7pPr>
            <a:lvl8pPr lvl="7">
              <a:spcBef>
                <a:spcPts val="0"/>
              </a:spcBef>
              <a:spcAft>
                <a:spcPts val="0"/>
              </a:spcAft>
              <a:buNone/>
              <a:defRPr sz="1100" i="1">
                <a:latin typeface="Rubik"/>
                <a:ea typeface="Rubik"/>
              </a:defRPr>
            </a:lvl8pPr>
            <a:lvl9pPr lvl="8">
              <a:spcBef>
                <a:spcPts val="0"/>
              </a:spcBef>
              <a:spcAft>
                <a:spcPts val="0"/>
              </a:spcAft>
              <a:buNone/>
              <a:defRPr sz="1100" i="1">
                <a:latin typeface="Rubik"/>
                <a:ea typeface="Rubik"/>
              </a:defRPr>
            </a:lvl9pPr>
          </a:lstStyle>
          <a:p>
            <a:endParaRPr/>
          </a:p>
        </p:txBody>
      </p:sp>
    </p:spTree>
  </p:cSld>
  <p:clrMapOvr>
    <a:masterClrMapping/>
  </p:clrMapOvr>
  <p:extLst>
    <p:ext uri="{DCECCB84-F9BA-43D5-87BE-67443E8EF086}">
      <p15:sldGuideLst xmlns:p15="http://schemas.microsoft.com/office/powerpoint/2012/main">
        <p15:guide id="0" orient="horz" pos="1620">
          <p15:clr>
            <a:srgbClr val="FA7B17"/>
          </p15:clr>
        </p15:guide>
        <p15:guide id="1" pos="137">
          <p15:clr>
            <a:srgbClr val="FA7B17"/>
          </p15:clr>
        </p15:guide>
        <p15:guide id="2" pos="3024">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cSld name="Agenda / Contents Slide">
    <p:bg>
      <p:bgPr>
        <a:solidFill>
          <a:srgbClr val="125284"/>
        </a:solidFill>
        <a:effectLst/>
      </p:bgPr>
    </p:bg>
    <p:spTree>
      <p:nvGrpSpPr>
        <p:cNvPr id="1" name="Shape 26"/>
        <p:cNvGrpSpPr/>
        <p:nvPr/>
      </p:nvGrpSpPr>
      <p:grpSpPr>
        <a:xfrm>
          <a:off x="0" y="0"/>
          <a:ext cx="0" cy="0"/>
          <a:chOff x="0" y="0"/>
          <a:chExt cx="0" cy="0"/>
        </a:xfrm>
      </p:grpSpPr>
      <p:sp>
        <p:nvSpPr>
          <p:cNvPr id="27" name="Google Shape;27;p4"/>
          <p:cNvSpPr txBox="1"/>
          <p:nvPr/>
        </p:nvSpPr>
        <p:spPr>
          <a:xfrm>
            <a:off x="170025" y="230325"/>
            <a:ext cx="4329600" cy="4329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1800">
                <a:solidFill>
                  <a:schemeClr val="accent1"/>
                </a:solidFill>
                <a:latin typeface="Poppins"/>
                <a:ea typeface="Poppins"/>
              </a:rPr>
              <a:t>contents</a:t>
            </a:r>
            <a:endParaRPr sz="1800">
              <a:solidFill>
                <a:schemeClr val="accent1"/>
              </a:solidFill>
              <a:latin typeface="Poppins"/>
              <a:ea typeface="Poppins"/>
            </a:endParaRPr>
          </a:p>
          <a:p>
            <a:pPr marL="0" lvl="0" indent="0" algn="l">
              <a:spcBef>
                <a:spcPts val="0"/>
              </a:spcBef>
              <a:spcAft>
                <a:spcPts val="0"/>
              </a:spcAft>
              <a:buNone/>
            </a:pPr>
            <a:r>
              <a:rPr lang="en" altLang="en" sz="1600">
                <a:solidFill>
                  <a:srgbClr val="FB394D"/>
                </a:solidFill>
                <a:latin typeface="Rubik"/>
                <a:ea typeface="Rubik"/>
              </a:rPr>
              <a:t>–</a:t>
            </a:r>
            <a:endParaRPr sz="1600">
              <a:solidFill>
                <a:srgbClr val="FB394D"/>
              </a:solidFill>
              <a:latin typeface="Rubik"/>
              <a:ea typeface="Rubik"/>
            </a:endParaRPr>
          </a:p>
        </p:txBody>
      </p:sp>
      <p:sp>
        <p:nvSpPr>
          <p:cNvPr id="28" name="Google Shape;28;p4"/>
          <p:cNvSpPr txBox="1"/>
          <p:nvPr/>
        </p:nvSpPr>
        <p:spPr>
          <a:xfrm>
            <a:off x="4754025" y="230325"/>
            <a:ext cx="4180800" cy="3017400"/>
          </a:xfrm>
          <a:prstGeom prst="rect">
            <a:avLst/>
          </a:prstGeom>
          <a:noFill/>
          <a:ln>
            <a:noFill/>
          </a:ln>
        </p:spPr>
        <p:txBody>
          <a:bodyPr wrap="square" lIns="0" tIns="0" rIns="0" bIns="0" anchor="t" anchorCtr="0"/>
          <a:lstStyle/>
          <a:p>
            <a:pPr marL="0" lvl="0" indent="0" algn="l">
              <a:lnSpc>
                <a:spcPct val="150000"/>
              </a:lnSpc>
              <a:spcBef>
                <a:spcPts val="0"/>
              </a:spcBef>
              <a:spcAft>
                <a:spcPts val="0"/>
              </a:spcAft>
              <a:buClr>
                <a:srgbClr val="000000"/>
              </a:buClr>
              <a:buSzPts val="1100"/>
              <a:buFont typeface="Arial"/>
              <a:buNone/>
            </a:pPr>
            <a:r>
              <a:rPr lang="en" altLang="en">
                <a:solidFill>
                  <a:srgbClr val="FB394D"/>
                </a:solidFill>
                <a:latin typeface="Poppins"/>
                <a:ea typeface="Poppins"/>
              </a:rPr>
              <a:t>01</a:t>
            </a:r>
            <a:r>
              <a:rPr lang="en" altLang="en">
                <a:solidFill>
                  <a:srgbClr val="7197B5"/>
                </a:solidFill>
                <a:latin typeface="Poppins"/>
                <a:ea typeface="Poppins"/>
              </a:rPr>
              <a:t> </a:t>
            </a:r>
            <a:r>
              <a:rPr lang="en" altLang="en">
                <a:solidFill>
                  <a:srgbClr val="FFFFFF"/>
                </a:solidFill>
                <a:latin typeface="Poppins"/>
                <a:ea typeface="Poppins"/>
              </a:rPr>
              <a:t>	</a:t>
            </a:r>
            <a:endParaRPr>
              <a:solidFill>
                <a:srgbClr val="FFFFFF"/>
              </a:solidFill>
              <a:latin typeface="Poppins"/>
              <a:ea typeface="Poppins"/>
            </a:endParaRPr>
          </a:p>
          <a:p>
            <a:pPr marL="0" lvl="0" indent="0" algn="l">
              <a:lnSpc>
                <a:spcPct val="150000"/>
              </a:lnSpc>
              <a:spcBef>
                <a:spcPts val="0"/>
              </a:spcBef>
              <a:spcAft>
                <a:spcPts val="0"/>
              </a:spcAft>
              <a:buClr>
                <a:srgbClr val="000000"/>
              </a:buClr>
              <a:buSzPts val="1100"/>
              <a:buFont typeface="Arial"/>
              <a:buNone/>
            </a:pPr>
            <a:r>
              <a:rPr lang="en" altLang="en">
                <a:solidFill>
                  <a:srgbClr val="FB394D"/>
                </a:solidFill>
                <a:latin typeface="Poppins"/>
                <a:ea typeface="Poppins"/>
              </a:rPr>
              <a:t>02</a:t>
            </a:r>
            <a:r>
              <a:rPr lang="en" altLang="en">
                <a:solidFill>
                  <a:srgbClr val="FFFFFF"/>
                </a:solidFill>
                <a:latin typeface="Poppins"/>
                <a:ea typeface="Poppins"/>
              </a:rPr>
              <a:t> 	</a:t>
            </a:r>
            <a:endParaRPr>
              <a:solidFill>
                <a:srgbClr val="FFFFFF"/>
              </a:solidFill>
              <a:latin typeface="Poppins"/>
              <a:ea typeface="Poppins"/>
            </a:endParaRPr>
          </a:p>
          <a:p>
            <a:pPr marL="0" lvl="0" indent="0" algn="l">
              <a:lnSpc>
                <a:spcPct val="150000"/>
              </a:lnSpc>
              <a:spcBef>
                <a:spcPts val="0"/>
              </a:spcBef>
              <a:spcAft>
                <a:spcPts val="0"/>
              </a:spcAft>
              <a:buClr>
                <a:srgbClr val="000000"/>
              </a:buClr>
              <a:buSzPts val="1100"/>
              <a:buFont typeface="Arial"/>
              <a:buNone/>
            </a:pPr>
            <a:r>
              <a:rPr lang="en" altLang="en">
                <a:solidFill>
                  <a:srgbClr val="FB394D"/>
                </a:solidFill>
                <a:latin typeface="Poppins"/>
                <a:ea typeface="Poppins"/>
              </a:rPr>
              <a:t>03</a:t>
            </a:r>
            <a:r>
              <a:rPr lang="en" altLang="en">
                <a:solidFill>
                  <a:srgbClr val="FFFFFF"/>
                </a:solidFill>
                <a:latin typeface="Poppins"/>
                <a:ea typeface="Poppins"/>
              </a:rPr>
              <a:t> 	</a:t>
            </a:r>
            <a:endParaRPr>
              <a:solidFill>
                <a:srgbClr val="FFFFFF"/>
              </a:solidFill>
              <a:latin typeface="Poppins"/>
              <a:ea typeface="Poppins"/>
            </a:endParaRPr>
          </a:p>
          <a:p>
            <a:pPr marL="0" lvl="0" indent="0" algn="l">
              <a:lnSpc>
                <a:spcPct val="150000"/>
              </a:lnSpc>
              <a:spcBef>
                <a:spcPts val="0"/>
              </a:spcBef>
              <a:spcAft>
                <a:spcPts val="0"/>
              </a:spcAft>
              <a:buClr>
                <a:srgbClr val="000000"/>
              </a:buClr>
              <a:buSzPts val="1100"/>
              <a:buFont typeface="Arial"/>
              <a:buNone/>
            </a:pPr>
            <a:r>
              <a:rPr lang="en" altLang="en">
                <a:solidFill>
                  <a:srgbClr val="FB394D"/>
                </a:solidFill>
                <a:latin typeface="Poppins"/>
                <a:ea typeface="Poppins"/>
              </a:rPr>
              <a:t>04</a:t>
            </a:r>
            <a:r>
              <a:rPr lang="en" altLang="en">
                <a:solidFill>
                  <a:srgbClr val="FFFFFF"/>
                </a:solidFill>
                <a:latin typeface="Poppins"/>
                <a:ea typeface="Poppins"/>
              </a:rPr>
              <a:t> 	</a:t>
            </a:r>
            <a:endParaRPr>
              <a:solidFill>
                <a:srgbClr val="FFFFFF"/>
              </a:solidFill>
              <a:latin typeface="Poppins"/>
              <a:ea typeface="Poppins"/>
            </a:endParaRPr>
          </a:p>
          <a:p>
            <a:pPr marL="0" lvl="0" indent="0" algn="l">
              <a:lnSpc>
                <a:spcPct val="150000"/>
              </a:lnSpc>
              <a:spcBef>
                <a:spcPts val="0"/>
              </a:spcBef>
              <a:spcAft>
                <a:spcPts val="0"/>
              </a:spcAft>
              <a:buClr>
                <a:srgbClr val="000000"/>
              </a:buClr>
              <a:buSzPts val="1100"/>
              <a:buFont typeface="Arial"/>
              <a:buNone/>
            </a:pPr>
            <a:r>
              <a:rPr lang="en" altLang="en">
                <a:solidFill>
                  <a:srgbClr val="FB394D"/>
                </a:solidFill>
                <a:latin typeface="Poppins"/>
                <a:ea typeface="Poppins"/>
              </a:rPr>
              <a:t>05</a:t>
            </a:r>
            <a:r>
              <a:rPr lang="en" altLang="en">
                <a:solidFill>
                  <a:srgbClr val="FFFFFF"/>
                </a:solidFill>
                <a:latin typeface="Poppins"/>
                <a:ea typeface="Poppins"/>
              </a:rPr>
              <a:t> 	</a:t>
            </a:r>
            <a:endParaRPr>
              <a:solidFill>
                <a:srgbClr val="FFFFFF"/>
              </a:solidFill>
              <a:latin typeface="Poppins"/>
              <a:ea typeface="Poppins"/>
            </a:endParaRPr>
          </a:p>
        </p:txBody>
      </p:sp>
      <p:sp>
        <p:nvSpPr>
          <p:cNvPr id="29" name="Google Shape;29;p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sp>
        <p:nvSpPr>
          <p:cNvPr id="30" name="Google Shape;30;p4"/>
          <p:cNvSpPr txBox="1">
            <a:spLocks noGrp="1"/>
          </p:cNvSpPr>
          <p:nvPr>
            <p:ph type="subTitle" idx="1"/>
          </p:nvPr>
        </p:nvSpPr>
        <p:spPr>
          <a:xfrm>
            <a:off x="5136100" y="163775"/>
            <a:ext cx="3048000" cy="287700"/>
          </a:xfrm>
          <a:prstGeom prst="rect">
            <a:avLst/>
          </a:prstGeom>
        </p:spPr>
        <p:txBody>
          <a:bodyPr wrap="square" lIns="91425" tIns="91425" rIns="91425" bIns="91425" anchor="t" anchorCtr="0"/>
          <a:lstStyle>
            <a:lvl1pPr lvl="0">
              <a:spcBef>
                <a:spcPts val="0"/>
              </a:spcBef>
              <a:spcAft>
                <a:spcPts val="0"/>
              </a:spcAft>
              <a:buNone/>
              <a:defRPr>
                <a:solidFill>
                  <a:srgbClr val="FFFFFF"/>
                </a:solidFill>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31" name="Google Shape;31;p4"/>
          <p:cNvSpPr txBox="1">
            <a:spLocks noGrp="1"/>
          </p:cNvSpPr>
          <p:nvPr>
            <p:ph type="subTitle" idx="2"/>
          </p:nvPr>
        </p:nvSpPr>
        <p:spPr>
          <a:xfrm>
            <a:off x="5136100" y="468575"/>
            <a:ext cx="3048000" cy="287700"/>
          </a:xfrm>
          <a:prstGeom prst="rect">
            <a:avLst/>
          </a:prstGeom>
        </p:spPr>
        <p:txBody>
          <a:bodyPr wrap="square" lIns="91425" tIns="91425" rIns="91425" bIns="91425" anchor="t" anchorCtr="0"/>
          <a:lstStyle>
            <a:lvl1pPr lvl="0">
              <a:spcBef>
                <a:spcPts val="0"/>
              </a:spcBef>
              <a:spcAft>
                <a:spcPts val="0"/>
              </a:spcAft>
              <a:buNone/>
              <a:defRPr>
                <a:solidFill>
                  <a:srgbClr val="FFFFFF"/>
                </a:solidFill>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32" name="Google Shape;32;p4"/>
          <p:cNvSpPr txBox="1">
            <a:spLocks noGrp="1"/>
          </p:cNvSpPr>
          <p:nvPr>
            <p:ph type="subTitle" idx="3"/>
          </p:nvPr>
        </p:nvSpPr>
        <p:spPr>
          <a:xfrm>
            <a:off x="5136100" y="773375"/>
            <a:ext cx="3048000" cy="287700"/>
          </a:xfrm>
          <a:prstGeom prst="rect">
            <a:avLst/>
          </a:prstGeom>
        </p:spPr>
        <p:txBody>
          <a:bodyPr wrap="square" lIns="91425" tIns="91425" rIns="91425" bIns="91425" anchor="t" anchorCtr="0"/>
          <a:lstStyle>
            <a:lvl1pPr lvl="0">
              <a:spcBef>
                <a:spcPts val="0"/>
              </a:spcBef>
              <a:spcAft>
                <a:spcPts val="0"/>
              </a:spcAft>
              <a:buNone/>
              <a:defRPr>
                <a:solidFill>
                  <a:srgbClr val="FFFFFF"/>
                </a:solidFill>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33" name="Google Shape;33;p4"/>
          <p:cNvSpPr txBox="1">
            <a:spLocks noGrp="1"/>
          </p:cNvSpPr>
          <p:nvPr>
            <p:ph type="subTitle" idx="4"/>
          </p:nvPr>
        </p:nvSpPr>
        <p:spPr>
          <a:xfrm>
            <a:off x="5136100" y="1078175"/>
            <a:ext cx="3048000" cy="287700"/>
          </a:xfrm>
          <a:prstGeom prst="rect">
            <a:avLst/>
          </a:prstGeom>
        </p:spPr>
        <p:txBody>
          <a:bodyPr wrap="square" lIns="91425" tIns="91425" rIns="91425" bIns="91425" anchor="t" anchorCtr="0"/>
          <a:lstStyle>
            <a:lvl1pPr lvl="0">
              <a:spcBef>
                <a:spcPts val="0"/>
              </a:spcBef>
              <a:spcAft>
                <a:spcPts val="0"/>
              </a:spcAft>
              <a:buNone/>
              <a:defRPr>
                <a:solidFill>
                  <a:srgbClr val="FFFFFF"/>
                </a:solidFill>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34" name="Google Shape;34;p4"/>
          <p:cNvSpPr txBox="1">
            <a:spLocks noGrp="1"/>
          </p:cNvSpPr>
          <p:nvPr>
            <p:ph type="subTitle" idx="5"/>
          </p:nvPr>
        </p:nvSpPr>
        <p:spPr>
          <a:xfrm>
            <a:off x="5136100" y="1382975"/>
            <a:ext cx="3048000" cy="287700"/>
          </a:xfrm>
          <a:prstGeom prst="rect">
            <a:avLst/>
          </a:prstGeom>
        </p:spPr>
        <p:txBody>
          <a:bodyPr wrap="square" lIns="91425" tIns="91425" rIns="91425" bIns="91425" anchor="t" anchorCtr="0"/>
          <a:lstStyle>
            <a:lvl1pPr lvl="0">
              <a:spcBef>
                <a:spcPts val="0"/>
              </a:spcBef>
              <a:spcAft>
                <a:spcPts val="0"/>
              </a:spcAft>
              <a:buNone/>
              <a:defRPr>
                <a:solidFill>
                  <a:srgbClr val="FFFFFF"/>
                </a:solidFill>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pic>
        <p:nvPicPr>
          <p:cNvPr id="35" name="Google Shape;35;p4"/>
          <p:cNvPicPr preferRelativeResize="0">
            <a:picLocks/>
          </p:cNvPicPr>
          <p:nvPr/>
        </p:nvPicPr>
        <p:blipFill>
          <a:blip r:embed="rId2">
            <a:alphaModFix/>
          </a:blip>
          <a:stretch>
            <a:fillRect/>
          </a:stretch>
        </p:blipFill>
        <p:spPr>
          <a:xfrm>
            <a:off x="8071550" y="4645400"/>
            <a:ext cx="929251" cy="309750"/>
          </a:xfrm>
          <a:prstGeom prst="rect">
            <a:avLst/>
          </a:prstGeom>
          <a:noFill/>
          <a:ln>
            <a:noFill/>
          </a:ln>
        </p:spPr>
      </p:pic>
    </p:spTree>
  </p:cSld>
  <p:clrMapOvr>
    <a:masterClrMapping/>
  </p:clrMapOvr>
  <p:extLst>
    <p:ext uri="{DCECCB84-F9BA-43D5-87BE-67443E8EF086}">
      <p15:sldGuideLst xmlns:p15="http://schemas.microsoft.com/office/powerpoint/2012/main">
        <p15:guide id="0" pos="3281">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hree columns">
    <p:spTree>
      <p:nvGrpSpPr>
        <p:cNvPr id="1" name="Shape 56"/>
        <p:cNvGrpSpPr/>
        <p:nvPr/>
      </p:nvGrpSpPr>
      <p:grpSpPr>
        <a:xfrm>
          <a:off x="0" y="0"/>
          <a:ext cx="0" cy="0"/>
          <a:chOff x="0" y="0"/>
          <a:chExt cx="0" cy="0"/>
        </a:xfrm>
      </p:grpSpPr>
      <p:sp>
        <p:nvSpPr>
          <p:cNvPr id="57" name="Google Shape;57;p8"/>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58" name="Google Shape;58;p8"/>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59" name="Google Shape;59;p8"/>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60" name="Google Shape;60;p8"/>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61" name="Google Shape;61;p8"/>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62" name="Google Shape;62;p8"/>
          <p:cNvSpPr txBox="1">
            <a:spLocks noGrp="1"/>
          </p:cNvSpPr>
          <p:nvPr>
            <p:ph type="body" idx="1"/>
          </p:nvPr>
        </p:nvSpPr>
        <p:spPr>
          <a:xfrm>
            <a:off x="170025" y="920925"/>
            <a:ext cx="27153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
        <p:nvSpPr>
          <p:cNvPr id="63" name="Google Shape;63;p8"/>
          <p:cNvSpPr txBox="1">
            <a:spLocks noGrp="1"/>
          </p:cNvSpPr>
          <p:nvPr>
            <p:ph type="body" idx="2"/>
          </p:nvPr>
        </p:nvSpPr>
        <p:spPr>
          <a:xfrm>
            <a:off x="3065625" y="920925"/>
            <a:ext cx="27153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
        <p:nvSpPr>
          <p:cNvPr id="64" name="Google Shape;64;p8"/>
          <p:cNvSpPr txBox="1">
            <a:spLocks noGrp="1"/>
          </p:cNvSpPr>
          <p:nvPr>
            <p:ph type="body" idx="3"/>
          </p:nvPr>
        </p:nvSpPr>
        <p:spPr>
          <a:xfrm>
            <a:off x="5961225" y="920925"/>
            <a:ext cx="27153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over Slide - Design 2 (Dark)">
    <p:bg>
      <p:bgPr>
        <a:solidFill>
          <a:srgbClr val="125284"/>
        </a:solidFill>
        <a:effectLst/>
      </p:bgPr>
    </p:bg>
    <p:spTree>
      <p:nvGrpSpPr>
        <p:cNvPr id="1" name="Shape 65"/>
        <p:cNvGrpSpPr/>
        <p:nvPr/>
      </p:nvGrpSpPr>
      <p:grpSpPr>
        <a:xfrm>
          <a:off x="0" y="0"/>
          <a:ext cx="0" cy="0"/>
          <a:chOff x="0" y="0"/>
          <a:chExt cx="0" cy="0"/>
        </a:xfrm>
      </p:grpSpPr>
      <p:sp>
        <p:nvSpPr>
          <p:cNvPr id="66" name="Google Shape;66;p9"/>
          <p:cNvSpPr/>
          <p:nvPr/>
        </p:nvSpPr>
        <p:spPr>
          <a:xfrm>
            <a:off x="0" y="0"/>
            <a:ext cx="9144000" cy="5143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cxnSp>
        <p:nvCxnSpPr>
          <p:cNvPr id="67" name="Google Shape;67;p9"/>
          <p:cNvCxnSpPr/>
          <p:nvPr/>
        </p:nvCxnSpPr>
        <p:spPr>
          <a:xfrm>
            <a:off x="216950" y="2757425"/>
            <a:ext cx="262200" cy="0"/>
          </a:xfrm>
          <a:prstGeom prst="straightConnector1">
            <a:avLst/>
          </a:prstGeom>
          <a:noFill/>
          <a:ln w="19050" cap="flat" cmpd="sng">
            <a:solidFill>
              <a:srgbClr val="FB394D"/>
            </a:solidFill>
            <a:prstDash val="solid"/>
            <a:round/>
            <a:headEnd type="none" w="med" len="med"/>
            <a:tailEnd type="none" w="med" len="med"/>
          </a:ln>
        </p:spPr>
      </p:cxnSp>
      <p:sp>
        <p:nvSpPr>
          <p:cNvPr id="68" name="Google Shape;68;p9"/>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pic>
        <p:nvPicPr>
          <p:cNvPr id="69" name="Google Shape;69;p9"/>
          <p:cNvPicPr preferRelativeResize="0">
            <a:picLocks/>
          </p:cNvPicPr>
          <p:nvPr/>
        </p:nvPicPr>
        <p:blipFill>
          <a:blip r:embed="rId2">
            <a:alphaModFix/>
          </a:blip>
          <a:stretch>
            <a:fillRect/>
          </a:stretch>
        </p:blipFill>
        <p:spPr>
          <a:xfrm>
            <a:off x="8071570" y="4645400"/>
            <a:ext cx="929229" cy="309750"/>
          </a:xfrm>
          <a:prstGeom prst="rect">
            <a:avLst/>
          </a:prstGeom>
          <a:noFill/>
          <a:ln>
            <a:noFill/>
          </a:ln>
        </p:spPr>
      </p:pic>
      <p:pic>
        <p:nvPicPr>
          <p:cNvPr id="70" name="Google Shape;70;p9"/>
          <p:cNvPicPr preferRelativeResize="0">
            <a:picLocks/>
          </p:cNvPicPr>
          <p:nvPr/>
        </p:nvPicPr>
        <p:blipFill>
          <a:blip r:embed="rId3">
            <a:alphaModFix/>
          </a:blip>
          <a:stretch>
            <a:fillRect/>
          </a:stretch>
        </p:blipFill>
        <p:spPr>
          <a:xfrm>
            <a:off x="4958900" y="698850"/>
            <a:ext cx="2883600" cy="2883600"/>
          </a:xfrm>
          <a:prstGeom prst="rect">
            <a:avLst/>
          </a:prstGeom>
          <a:noFill/>
          <a:ln>
            <a:noFill/>
          </a:ln>
        </p:spPr>
      </p:pic>
      <p:sp>
        <p:nvSpPr>
          <p:cNvPr id="71" name="Google Shape;71;p9"/>
          <p:cNvSpPr txBox="1">
            <a:spLocks noGrp="1"/>
          </p:cNvSpPr>
          <p:nvPr>
            <p:ph type="title"/>
          </p:nvPr>
        </p:nvSpPr>
        <p:spPr>
          <a:xfrm>
            <a:off x="93825" y="875725"/>
            <a:ext cx="4680600" cy="1899600"/>
          </a:xfrm>
          <a:prstGeom prst="rect">
            <a:avLst/>
          </a:prstGeom>
        </p:spPr>
        <p:txBody>
          <a:bodyPr wrap="square" lIns="91425" tIns="91425" rIns="91425" bIns="91425" anchor="b" anchorCtr="0"/>
          <a:lstStyle>
            <a:lvl1pPr lvl="0">
              <a:spcBef>
                <a:spcPts val="0"/>
              </a:spcBef>
              <a:spcAft>
                <a:spcPts val="0"/>
              </a:spcAft>
              <a:buNone/>
              <a:defRPr sz="3600">
                <a:solidFill>
                  <a:srgbClr val="FFFFFF"/>
                </a:solidFill>
              </a:defRPr>
            </a:lvl1pPr>
            <a:lvl2pPr lvl="1">
              <a:spcBef>
                <a:spcPts val="0"/>
              </a:spcBef>
              <a:spcAft>
                <a:spcPts val="0"/>
              </a:spcAft>
              <a:buNone/>
              <a:defRPr>
                <a:solidFill>
                  <a:srgbClr val="FFFFFF"/>
                </a:solidFill>
                <a:latin typeface="Nunito Sans"/>
                <a:ea typeface="Nunito Sans"/>
              </a:defRPr>
            </a:lvl2pPr>
            <a:lvl3pPr lvl="2">
              <a:spcBef>
                <a:spcPts val="0"/>
              </a:spcBef>
              <a:spcAft>
                <a:spcPts val="0"/>
              </a:spcAft>
              <a:buNone/>
              <a:defRPr>
                <a:solidFill>
                  <a:srgbClr val="FFFFFF"/>
                </a:solidFill>
                <a:latin typeface="Nunito Sans"/>
                <a:ea typeface="Nunito Sans"/>
              </a:defRPr>
            </a:lvl3pPr>
            <a:lvl4pPr lvl="3">
              <a:spcBef>
                <a:spcPts val="0"/>
              </a:spcBef>
              <a:spcAft>
                <a:spcPts val="0"/>
              </a:spcAft>
              <a:buNone/>
              <a:defRPr>
                <a:solidFill>
                  <a:srgbClr val="FFFFFF"/>
                </a:solidFill>
                <a:latin typeface="Nunito Sans"/>
                <a:ea typeface="Nunito Sans"/>
              </a:defRPr>
            </a:lvl4pPr>
            <a:lvl5pPr lvl="4">
              <a:spcBef>
                <a:spcPts val="0"/>
              </a:spcBef>
              <a:spcAft>
                <a:spcPts val="0"/>
              </a:spcAft>
              <a:buNone/>
              <a:defRPr>
                <a:solidFill>
                  <a:srgbClr val="FFFFFF"/>
                </a:solidFill>
                <a:latin typeface="Nunito Sans"/>
                <a:ea typeface="Nunito Sans"/>
              </a:defRPr>
            </a:lvl5pPr>
            <a:lvl6pPr lvl="5">
              <a:spcBef>
                <a:spcPts val="0"/>
              </a:spcBef>
              <a:spcAft>
                <a:spcPts val="0"/>
              </a:spcAft>
              <a:buNone/>
              <a:defRPr>
                <a:solidFill>
                  <a:srgbClr val="FFFFFF"/>
                </a:solidFill>
                <a:latin typeface="Nunito Sans"/>
                <a:ea typeface="Nunito Sans"/>
              </a:defRPr>
            </a:lvl6pPr>
            <a:lvl7pPr lvl="6">
              <a:spcBef>
                <a:spcPts val="0"/>
              </a:spcBef>
              <a:spcAft>
                <a:spcPts val="0"/>
              </a:spcAft>
              <a:buNone/>
              <a:defRPr>
                <a:solidFill>
                  <a:srgbClr val="FFFFFF"/>
                </a:solidFill>
                <a:latin typeface="Nunito Sans"/>
                <a:ea typeface="Nunito Sans"/>
              </a:defRPr>
            </a:lvl7pPr>
            <a:lvl8pPr lvl="7">
              <a:spcBef>
                <a:spcPts val="0"/>
              </a:spcBef>
              <a:spcAft>
                <a:spcPts val="0"/>
              </a:spcAft>
              <a:buNone/>
              <a:defRPr>
                <a:solidFill>
                  <a:srgbClr val="FFFFFF"/>
                </a:solidFill>
                <a:latin typeface="Nunito Sans"/>
                <a:ea typeface="Nunito Sans"/>
              </a:defRPr>
            </a:lvl8pPr>
            <a:lvl9pPr lvl="8">
              <a:spcBef>
                <a:spcPts val="0"/>
              </a:spcBef>
              <a:spcAft>
                <a:spcPts val="0"/>
              </a:spcAft>
              <a:buNone/>
              <a:defRPr>
                <a:solidFill>
                  <a:srgbClr val="FFFFFF"/>
                </a:solidFill>
                <a:latin typeface="Nunito Sans"/>
                <a:ea typeface="Nunito Sans"/>
              </a:defRPr>
            </a:lvl9pPr>
          </a:lstStyle>
          <a:p>
            <a:endParaRPr/>
          </a:p>
        </p:txBody>
      </p:sp>
      <p:sp>
        <p:nvSpPr>
          <p:cNvPr id="72" name="Google Shape;72;p9"/>
          <p:cNvSpPr txBox="1">
            <a:spLocks noGrp="1"/>
          </p:cNvSpPr>
          <p:nvPr>
            <p:ph type="subTitle" idx="1"/>
          </p:nvPr>
        </p:nvSpPr>
        <p:spPr>
          <a:xfrm>
            <a:off x="93825" y="2847025"/>
            <a:ext cx="4761000" cy="820500"/>
          </a:xfrm>
          <a:prstGeom prst="rect">
            <a:avLst/>
          </a:prstGeom>
        </p:spPr>
        <p:txBody>
          <a:bodyPr wrap="square" lIns="91425" tIns="91425" rIns="91425" bIns="91425" anchor="t" anchorCtr="0"/>
          <a:lstStyle>
            <a:lvl1pPr lvl="0">
              <a:spcBef>
                <a:spcPts val="0"/>
              </a:spcBef>
              <a:spcAft>
                <a:spcPts val="0"/>
              </a:spcAft>
              <a:buNone/>
              <a:defRPr sz="1600">
                <a:solidFill>
                  <a:srgbClr val="FFFFFF"/>
                </a:solidFill>
                <a:latin typeface="Poppins"/>
                <a:ea typeface="Poppins"/>
              </a:defRPr>
            </a:lvl1pPr>
            <a:lvl2pPr lvl="1">
              <a:spcBef>
                <a:spcPts val="0"/>
              </a:spcBef>
              <a:spcAft>
                <a:spcPts val="0"/>
              </a:spcAft>
              <a:buNone/>
              <a:defRPr>
                <a:solidFill>
                  <a:srgbClr val="FFFFFF"/>
                </a:solidFill>
              </a:defRPr>
            </a:lvl2pPr>
            <a:lvl3pPr lvl="2">
              <a:spcBef>
                <a:spcPts val="0"/>
              </a:spcBef>
              <a:spcAft>
                <a:spcPts val="0"/>
              </a:spcAft>
              <a:buNone/>
              <a:defRPr>
                <a:solidFill>
                  <a:srgbClr val="FFFFFF"/>
                </a:solidFill>
              </a:defRPr>
            </a:lvl3pPr>
            <a:lvl4pPr lvl="3">
              <a:spcBef>
                <a:spcPts val="0"/>
              </a:spcBef>
              <a:spcAft>
                <a:spcPts val="0"/>
              </a:spcAft>
              <a:buNone/>
              <a:defRPr>
                <a:solidFill>
                  <a:srgbClr val="FFFFFF"/>
                </a:solidFill>
              </a:defRPr>
            </a:lvl4pPr>
            <a:lvl5pPr lvl="4">
              <a:spcBef>
                <a:spcPts val="0"/>
              </a:spcBef>
              <a:spcAft>
                <a:spcPts val="0"/>
              </a:spcAft>
              <a:buNone/>
              <a:defRPr>
                <a:solidFill>
                  <a:srgbClr val="FFFFFF"/>
                </a:solidFill>
              </a:defRPr>
            </a:lvl5pPr>
            <a:lvl6pPr lvl="5">
              <a:spcBef>
                <a:spcPts val="0"/>
              </a:spcBef>
              <a:spcAft>
                <a:spcPts val="0"/>
              </a:spcAft>
              <a:buNone/>
              <a:defRPr>
                <a:solidFill>
                  <a:srgbClr val="FFFFFF"/>
                </a:solidFill>
              </a:defRPr>
            </a:lvl6pPr>
            <a:lvl7pPr lvl="6">
              <a:spcBef>
                <a:spcPts val="0"/>
              </a:spcBef>
              <a:spcAft>
                <a:spcPts val="0"/>
              </a:spcAft>
              <a:buNone/>
              <a:defRPr>
                <a:solidFill>
                  <a:srgbClr val="FFFFFF"/>
                </a:solidFill>
              </a:defRPr>
            </a:lvl7pPr>
            <a:lvl8pPr lvl="7">
              <a:spcBef>
                <a:spcPts val="0"/>
              </a:spcBef>
              <a:spcAft>
                <a:spcPts val="0"/>
              </a:spcAft>
              <a:buNone/>
              <a:defRPr>
                <a:solidFill>
                  <a:srgbClr val="FFFFFF"/>
                </a:solidFill>
              </a:defRPr>
            </a:lvl8pPr>
            <a:lvl9pPr lvl="8">
              <a:spcBef>
                <a:spcPts val="0"/>
              </a:spcBef>
              <a:spcAft>
                <a:spcPts val="0"/>
              </a:spcAft>
              <a:buNone/>
              <a:defRPr>
                <a:solidFill>
                  <a:srgbClr val="FFFFFF"/>
                </a:solidFill>
              </a:defRPr>
            </a:lvl9pPr>
          </a:lstStyle>
          <a:p>
            <a:endParaRPr/>
          </a:p>
        </p:txBody>
      </p:sp>
      <p:sp>
        <p:nvSpPr>
          <p:cNvPr id="73" name="Google Shape;73;p9"/>
          <p:cNvSpPr txBox="1">
            <a:spLocks noGrp="1"/>
          </p:cNvSpPr>
          <p:nvPr>
            <p:ph type="subTitle" idx="2"/>
          </p:nvPr>
        </p:nvSpPr>
        <p:spPr>
          <a:xfrm>
            <a:off x="116825" y="3667525"/>
            <a:ext cx="3546300" cy="693900"/>
          </a:xfrm>
          <a:prstGeom prst="rect">
            <a:avLst/>
          </a:prstGeom>
        </p:spPr>
        <p:txBody>
          <a:bodyPr wrap="square" lIns="91425" tIns="91425" rIns="91425" bIns="91425" anchor="t" anchorCtr="0"/>
          <a:lstStyle>
            <a:lvl1pPr lvl="0">
              <a:spcBef>
                <a:spcPts val="0"/>
              </a:spcBef>
              <a:spcAft>
                <a:spcPts val="0"/>
              </a:spcAft>
              <a:buNone/>
              <a:defRPr sz="1100" i="1">
                <a:solidFill>
                  <a:srgbClr val="FFFFFF"/>
                </a:solidFill>
                <a:latin typeface="Rubik Light"/>
                <a:ea typeface="Rubik Light"/>
              </a:defRPr>
            </a:lvl1pPr>
            <a:lvl2pPr lvl="1">
              <a:spcBef>
                <a:spcPts val="0"/>
              </a:spcBef>
              <a:spcAft>
                <a:spcPts val="0"/>
              </a:spcAft>
              <a:buNone/>
              <a:defRPr sz="1100" i="1">
                <a:solidFill>
                  <a:srgbClr val="FFFFFF"/>
                </a:solidFill>
                <a:latin typeface="Rubik"/>
                <a:ea typeface="Rubik"/>
              </a:defRPr>
            </a:lvl2pPr>
            <a:lvl3pPr lvl="2">
              <a:spcBef>
                <a:spcPts val="0"/>
              </a:spcBef>
              <a:spcAft>
                <a:spcPts val="0"/>
              </a:spcAft>
              <a:buNone/>
              <a:defRPr sz="1100" i="1">
                <a:solidFill>
                  <a:srgbClr val="FFFFFF"/>
                </a:solidFill>
                <a:latin typeface="Rubik"/>
                <a:ea typeface="Rubik"/>
              </a:defRPr>
            </a:lvl3pPr>
            <a:lvl4pPr lvl="3">
              <a:spcBef>
                <a:spcPts val="0"/>
              </a:spcBef>
              <a:spcAft>
                <a:spcPts val="0"/>
              </a:spcAft>
              <a:buNone/>
              <a:defRPr sz="1100" i="1">
                <a:solidFill>
                  <a:srgbClr val="FFFFFF"/>
                </a:solidFill>
                <a:latin typeface="Rubik"/>
                <a:ea typeface="Rubik"/>
              </a:defRPr>
            </a:lvl4pPr>
            <a:lvl5pPr lvl="4">
              <a:spcBef>
                <a:spcPts val="0"/>
              </a:spcBef>
              <a:spcAft>
                <a:spcPts val="0"/>
              </a:spcAft>
              <a:buNone/>
              <a:defRPr sz="1100" i="1">
                <a:solidFill>
                  <a:srgbClr val="FFFFFF"/>
                </a:solidFill>
                <a:latin typeface="Rubik"/>
                <a:ea typeface="Rubik"/>
              </a:defRPr>
            </a:lvl5pPr>
            <a:lvl6pPr lvl="5">
              <a:spcBef>
                <a:spcPts val="0"/>
              </a:spcBef>
              <a:spcAft>
                <a:spcPts val="0"/>
              </a:spcAft>
              <a:buNone/>
              <a:defRPr sz="1100" i="1">
                <a:solidFill>
                  <a:srgbClr val="FFFFFF"/>
                </a:solidFill>
                <a:latin typeface="Rubik"/>
                <a:ea typeface="Rubik"/>
              </a:defRPr>
            </a:lvl6pPr>
            <a:lvl7pPr lvl="6">
              <a:spcBef>
                <a:spcPts val="0"/>
              </a:spcBef>
              <a:spcAft>
                <a:spcPts val="0"/>
              </a:spcAft>
              <a:buNone/>
              <a:defRPr sz="1100" i="1">
                <a:solidFill>
                  <a:srgbClr val="FFFFFF"/>
                </a:solidFill>
                <a:latin typeface="Rubik"/>
                <a:ea typeface="Rubik"/>
              </a:defRPr>
            </a:lvl7pPr>
            <a:lvl8pPr lvl="7">
              <a:spcBef>
                <a:spcPts val="0"/>
              </a:spcBef>
              <a:spcAft>
                <a:spcPts val="0"/>
              </a:spcAft>
              <a:buNone/>
              <a:defRPr sz="1100" i="1">
                <a:solidFill>
                  <a:srgbClr val="FFFFFF"/>
                </a:solidFill>
                <a:latin typeface="Rubik"/>
                <a:ea typeface="Rubik"/>
              </a:defRPr>
            </a:lvl8pPr>
            <a:lvl9pPr lvl="8">
              <a:spcBef>
                <a:spcPts val="0"/>
              </a:spcBef>
              <a:spcAft>
                <a:spcPts val="0"/>
              </a:spcAft>
              <a:buNone/>
              <a:defRPr sz="1100" i="1">
                <a:solidFill>
                  <a:srgbClr val="FFFFFF"/>
                </a:solidFill>
                <a:latin typeface="Rubik"/>
                <a:ea typeface="Rubik"/>
              </a:defRPr>
            </a:lvl9pPr>
          </a:lstStyle>
          <a:p>
            <a:endParaRPr/>
          </a:p>
        </p:txBody>
      </p:sp>
    </p:spTree>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cSld name="Section header / Divider - Alternative 1">
    <p:bg>
      <p:bgPr>
        <a:solidFill>
          <a:srgbClr val="2CB3B9"/>
        </a:solidFill>
        <a:effectLst/>
      </p:bgPr>
    </p:bg>
    <p:spTree>
      <p:nvGrpSpPr>
        <p:cNvPr id="1" name="Shape 74"/>
        <p:cNvGrpSpPr/>
        <p:nvPr/>
      </p:nvGrpSpPr>
      <p:grpSpPr>
        <a:xfrm>
          <a:off x="0" y="0"/>
          <a:ext cx="0" cy="0"/>
          <a:chOff x="0" y="0"/>
          <a:chExt cx="0" cy="0"/>
        </a:xfrm>
      </p:grpSpPr>
      <p:sp>
        <p:nvSpPr>
          <p:cNvPr id="75" name="Google Shape;75;p10"/>
          <p:cNvSpPr txBox="1"/>
          <p:nvPr/>
        </p:nvSpPr>
        <p:spPr>
          <a:xfrm>
            <a:off x="170025" y="230325"/>
            <a:ext cx="4329600" cy="778500"/>
          </a:xfrm>
          <a:prstGeom prst="rect">
            <a:avLst/>
          </a:prstGeom>
          <a:noFill/>
          <a:ln>
            <a:noFill/>
          </a:ln>
        </p:spPr>
        <p:txBody>
          <a:bodyPr wrap="square" lIns="0" tIns="0" rIns="0" bIns="0" anchor="t" anchorCtr="0"/>
          <a:lstStyle/>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r>
              <a:rPr lang="en" altLang="en" sz="2400">
                <a:solidFill>
                  <a:srgbClr val="FFFFFF"/>
                </a:solidFill>
                <a:latin typeface="Rubik"/>
                <a:ea typeface="Rubik"/>
              </a:rPr>
              <a:t>–</a:t>
            </a:r>
            <a:endParaRPr sz="2400">
              <a:solidFill>
                <a:srgbClr val="FFFFFF"/>
              </a:solidFill>
              <a:latin typeface="Rubik"/>
              <a:ea typeface="Rubik"/>
            </a:endParaRPr>
          </a:p>
        </p:txBody>
      </p:sp>
      <p:sp>
        <p:nvSpPr>
          <p:cNvPr id="76" name="Google Shape;76;p10"/>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FFFFFF"/>
                </a:solidFill>
                <a:latin typeface="Rubik Medium"/>
                <a:ea typeface="Rubik Medium"/>
              </a:rPr>
              <a:t>EMPACT.SG</a:t>
            </a:r>
            <a:endParaRPr sz="600">
              <a:solidFill>
                <a:srgbClr val="FFFFFF"/>
              </a:solidFill>
              <a:latin typeface="Rubik Medium"/>
              <a:ea typeface="Rubik Medium"/>
            </a:endParaRPr>
          </a:p>
        </p:txBody>
      </p:sp>
      <p:pic>
        <p:nvPicPr>
          <p:cNvPr id="77" name="Google Shape;77;p10"/>
          <p:cNvPicPr preferRelativeResize="0">
            <a:picLocks/>
          </p:cNvPicPr>
          <p:nvPr/>
        </p:nvPicPr>
        <p:blipFill>
          <a:blip r:embed="rId2">
            <a:alphaModFix/>
          </a:blip>
          <a:stretch>
            <a:fillRect/>
          </a:stretch>
        </p:blipFill>
        <p:spPr>
          <a:xfrm>
            <a:off x="8071550" y="4645400"/>
            <a:ext cx="929251" cy="309750"/>
          </a:xfrm>
          <a:prstGeom prst="rect">
            <a:avLst/>
          </a:prstGeom>
          <a:noFill/>
          <a:ln>
            <a:noFill/>
          </a:ln>
        </p:spPr>
      </p:pic>
      <p:sp>
        <p:nvSpPr>
          <p:cNvPr id="78" name="Google Shape;78;p10"/>
          <p:cNvSpPr txBox="1">
            <a:spLocks noGrp="1"/>
          </p:cNvSpPr>
          <p:nvPr>
            <p:ph type="title"/>
          </p:nvPr>
        </p:nvSpPr>
        <p:spPr>
          <a:xfrm>
            <a:off x="62550" y="225200"/>
            <a:ext cx="5859000" cy="920100"/>
          </a:xfrm>
          <a:prstGeom prst="rect">
            <a:avLst/>
          </a:prstGeom>
        </p:spPr>
        <p:txBody>
          <a:bodyPr wrap="square" lIns="91425" tIns="91425" rIns="91425" bIns="91425" anchor="b" anchorCtr="0"/>
          <a:lstStyle>
            <a:lvl1pPr lvl="0">
              <a:spcBef>
                <a:spcPts val="0"/>
              </a:spcBef>
              <a:spcAft>
                <a:spcPts val="0"/>
              </a:spcAft>
              <a:buNone/>
              <a:defRPr sz="2800">
                <a:solidFill>
                  <a:srgbClr val="FFFFFF"/>
                </a:solidFill>
                <a:latin typeface="Rubik"/>
                <a:ea typeface="Rubik"/>
              </a:defRPr>
            </a:lvl1pPr>
            <a:lvl2pPr lvl="1">
              <a:spcBef>
                <a:spcPts val="0"/>
              </a:spcBef>
              <a:spcAft>
                <a:spcPts val="0"/>
              </a:spcAft>
              <a:buNone/>
              <a:defRPr>
                <a:latin typeface="Nunito Sans"/>
                <a:ea typeface="Nunito Sans"/>
              </a:defRPr>
            </a:lvl2pPr>
            <a:lvl3pPr lvl="2">
              <a:spcBef>
                <a:spcPts val="0"/>
              </a:spcBef>
              <a:spcAft>
                <a:spcPts val="0"/>
              </a:spcAft>
              <a:buNone/>
              <a:defRPr>
                <a:latin typeface="Nunito Sans"/>
                <a:ea typeface="Nunito Sans"/>
              </a:defRPr>
            </a:lvl3pPr>
            <a:lvl4pPr lvl="3">
              <a:spcBef>
                <a:spcPts val="0"/>
              </a:spcBef>
              <a:spcAft>
                <a:spcPts val="0"/>
              </a:spcAft>
              <a:buNone/>
              <a:defRPr>
                <a:latin typeface="Nunito Sans"/>
                <a:ea typeface="Nunito Sans"/>
              </a:defRPr>
            </a:lvl4pPr>
            <a:lvl5pPr lvl="4">
              <a:spcBef>
                <a:spcPts val="0"/>
              </a:spcBef>
              <a:spcAft>
                <a:spcPts val="0"/>
              </a:spcAft>
              <a:buNone/>
              <a:defRPr>
                <a:latin typeface="Nunito Sans"/>
                <a:ea typeface="Nunito Sans"/>
              </a:defRPr>
            </a:lvl5pPr>
            <a:lvl6pPr lvl="5">
              <a:spcBef>
                <a:spcPts val="0"/>
              </a:spcBef>
              <a:spcAft>
                <a:spcPts val="0"/>
              </a:spcAft>
              <a:buNone/>
              <a:defRPr>
                <a:latin typeface="Nunito Sans"/>
                <a:ea typeface="Nunito Sans"/>
              </a:defRPr>
            </a:lvl6pPr>
            <a:lvl7pPr lvl="6">
              <a:spcBef>
                <a:spcPts val="0"/>
              </a:spcBef>
              <a:spcAft>
                <a:spcPts val="0"/>
              </a:spcAft>
              <a:buNone/>
              <a:defRPr>
                <a:latin typeface="Nunito Sans"/>
                <a:ea typeface="Nunito Sans"/>
              </a:defRPr>
            </a:lvl7pPr>
            <a:lvl8pPr lvl="7">
              <a:spcBef>
                <a:spcPts val="0"/>
              </a:spcBef>
              <a:spcAft>
                <a:spcPts val="0"/>
              </a:spcAft>
              <a:buNone/>
              <a:defRPr>
                <a:latin typeface="Nunito Sans"/>
                <a:ea typeface="Nunito Sans"/>
              </a:defRPr>
            </a:lvl8pPr>
            <a:lvl9pPr lvl="8">
              <a:spcBef>
                <a:spcPts val="0"/>
              </a:spcBef>
              <a:spcAft>
                <a:spcPts val="0"/>
              </a:spcAft>
              <a:buNone/>
              <a:defRPr>
                <a:latin typeface="Nunito Sans"/>
                <a:ea typeface="Nunito Sans"/>
              </a:defRPr>
            </a:lvl9pPr>
          </a:lstStyle>
          <a:p>
            <a:endParaRPr/>
          </a:p>
        </p:txBody>
      </p:sp>
    </p:spTree>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cSld name="Section header / Divider - Alternative 2">
    <p:bg>
      <p:bgPr>
        <a:solidFill>
          <a:srgbClr val="8D64A3"/>
        </a:solidFill>
        <a:effectLst/>
      </p:bgPr>
    </p:bg>
    <p:spTree>
      <p:nvGrpSpPr>
        <p:cNvPr id="1" name="Shape 79"/>
        <p:cNvGrpSpPr/>
        <p:nvPr/>
      </p:nvGrpSpPr>
      <p:grpSpPr>
        <a:xfrm>
          <a:off x="0" y="0"/>
          <a:ext cx="0" cy="0"/>
          <a:chOff x="0" y="0"/>
          <a:chExt cx="0" cy="0"/>
        </a:xfrm>
      </p:grpSpPr>
      <p:sp>
        <p:nvSpPr>
          <p:cNvPr id="80" name="Google Shape;80;p11"/>
          <p:cNvSpPr txBox="1"/>
          <p:nvPr/>
        </p:nvSpPr>
        <p:spPr>
          <a:xfrm>
            <a:off x="170025" y="230325"/>
            <a:ext cx="4329600" cy="778500"/>
          </a:xfrm>
          <a:prstGeom prst="rect">
            <a:avLst/>
          </a:prstGeom>
          <a:noFill/>
          <a:ln>
            <a:noFill/>
          </a:ln>
        </p:spPr>
        <p:txBody>
          <a:bodyPr wrap="square" lIns="0" tIns="0" rIns="0" bIns="0" anchor="t" anchorCtr="0"/>
          <a:lstStyle/>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r>
              <a:rPr lang="en" altLang="en" sz="2400">
                <a:solidFill>
                  <a:srgbClr val="FFFFFF"/>
                </a:solidFill>
                <a:latin typeface="Rubik"/>
                <a:ea typeface="Rubik"/>
              </a:rPr>
              <a:t>–</a:t>
            </a:r>
            <a:endParaRPr sz="2400">
              <a:solidFill>
                <a:srgbClr val="FFFFFF"/>
              </a:solidFill>
              <a:latin typeface="Rubik"/>
              <a:ea typeface="Rubik"/>
            </a:endParaRPr>
          </a:p>
        </p:txBody>
      </p:sp>
      <p:sp>
        <p:nvSpPr>
          <p:cNvPr id="81" name="Google Shape;81;p11"/>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FFFFFF"/>
                </a:solidFill>
                <a:latin typeface="Rubik Medium"/>
                <a:ea typeface="Rubik Medium"/>
              </a:rPr>
              <a:t>EMPACT.SG</a:t>
            </a:r>
            <a:endParaRPr sz="600">
              <a:solidFill>
                <a:srgbClr val="FFFFFF"/>
              </a:solidFill>
              <a:latin typeface="Rubik Medium"/>
              <a:ea typeface="Rubik Medium"/>
            </a:endParaRPr>
          </a:p>
        </p:txBody>
      </p:sp>
      <p:pic>
        <p:nvPicPr>
          <p:cNvPr id="82" name="Google Shape;82;p11"/>
          <p:cNvPicPr preferRelativeResize="0">
            <a:picLocks/>
          </p:cNvPicPr>
          <p:nvPr/>
        </p:nvPicPr>
        <p:blipFill>
          <a:blip r:embed="rId2">
            <a:alphaModFix/>
          </a:blip>
          <a:stretch>
            <a:fillRect/>
          </a:stretch>
        </p:blipFill>
        <p:spPr>
          <a:xfrm>
            <a:off x="8071550" y="4645400"/>
            <a:ext cx="929251" cy="309750"/>
          </a:xfrm>
          <a:prstGeom prst="rect">
            <a:avLst/>
          </a:prstGeom>
          <a:noFill/>
          <a:ln>
            <a:noFill/>
          </a:ln>
        </p:spPr>
      </p:pic>
      <p:sp>
        <p:nvSpPr>
          <p:cNvPr id="83" name="Google Shape;83;p11"/>
          <p:cNvSpPr txBox="1">
            <a:spLocks noGrp="1"/>
          </p:cNvSpPr>
          <p:nvPr>
            <p:ph type="title"/>
          </p:nvPr>
        </p:nvSpPr>
        <p:spPr>
          <a:xfrm>
            <a:off x="62550" y="225200"/>
            <a:ext cx="5993400" cy="920100"/>
          </a:xfrm>
          <a:prstGeom prst="rect">
            <a:avLst/>
          </a:prstGeom>
        </p:spPr>
        <p:txBody>
          <a:bodyPr wrap="square" lIns="91425" tIns="91425" rIns="91425" bIns="91425" anchor="b" anchorCtr="0"/>
          <a:lstStyle>
            <a:lvl1pPr lvl="0">
              <a:spcBef>
                <a:spcPts val="0"/>
              </a:spcBef>
              <a:spcAft>
                <a:spcPts val="0"/>
              </a:spcAft>
              <a:buNone/>
              <a:defRPr sz="2800">
                <a:solidFill>
                  <a:srgbClr val="FFFFFF"/>
                </a:solidFill>
                <a:latin typeface="Rubik"/>
                <a:ea typeface="Rubik"/>
              </a:defRPr>
            </a:lvl1pPr>
            <a:lvl2pPr lvl="1">
              <a:spcBef>
                <a:spcPts val="0"/>
              </a:spcBef>
              <a:spcAft>
                <a:spcPts val="0"/>
              </a:spcAft>
              <a:buNone/>
              <a:defRPr>
                <a:latin typeface="Nunito Sans"/>
                <a:ea typeface="Nunito Sans"/>
              </a:defRPr>
            </a:lvl2pPr>
            <a:lvl3pPr lvl="2">
              <a:spcBef>
                <a:spcPts val="0"/>
              </a:spcBef>
              <a:spcAft>
                <a:spcPts val="0"/>
              </a:spcAft>
              <a:buNone/>
              <a:defRPr>
                <a:latin typeface="Nunito Sans"/>
                <a:ea typeface="Nunito Sans"/>
              </a:defRPr>
            </a:lvl3pPr>
            <a:lvl4pPr lvl="3">
              <a:spcBef>
                <a:spcPts val="0"/>
              </a:spcBef>
              <a:spcAft>
                <a:spcPts val="0"/>
              </a:spcAft>
              <a:buNone/>
              <a:defRPr>
                <a:latin typeface="Nunito Sans"/>
                <a:ea typeface="Nunito Sans"/>
              </a:defRPr>
            </a:lvl4pPr>
            <a:lvl5pPr lvl="4">
              <a:spcBef>
                <a:spcPts val="0"/>
              </a:spcBef>
              <a:spcAft>
                <a:spcPts val="0"/>
              </a:spcAft>
              <a:buNone/>
              <a:defRPr>
                <a:latin typeface="Nunito Sans"/>
                <a:ea typeface="Nunito Sans"/>
              </a:defRPr>
            </a:lvl5pPr>
            <a:lvl6pPr lvl="5">
              <a:spcBef>
                <a:spcPts val="0"/>
              </a:spcBef>
              <a:spcAft>
                <a:spcPts val="0"/>
              </a:spcAft>
              <a:buNone/>
              <a:defRPr>
                <a:latin typeface="Nunito Sans"/>
                <a:ea typeface="Nunito Sans"/>
              </a:defRPr>
            </a:lvl6pPr>
            <a:lvl7pPr lvl="6">
              <a:spcBef>
                <a:spcPts val="0"/>
              </a:spcBef>
              <a:spcAft>
                <a:spcPts val="0"/>
              </a:spcAft>
              <a:buNone/>
              <a:defRPr>
                <a:latin typeface="Nunito Sans"/>
                <a:ea typeface="Nunito Sans"/>
              </a:defRPr>
            </a:lvl7pPr>
            <a:lvl8pPr lvl="7">
              <a:spcBef>
                <a:spcPts val="0"/>
              </a:spcBef>
              <a:spcAft>
                <a:spcPts val="0"/>
              </a:spcAft>
              <a:buNone/>
              <a:defRPr>
                <a:latin typeface="Nunito Sans"/>
                <a:ea typeface="Nunito Sans"/>
              </a:defRPr>
            </a:lvl8pPr>
            <a:lvl9pPr lvl="8">
              <a:spcBef>
                <a:spcPts val="0"/>
              </a:spcBef>
              <a:spcAft>
                <a:spcPts val="0"/>
              </a:spcAft>
              <a:buNone/>
              <a:defRPr>
                <a:latin typeface="Nunito Sans"/>
                <a:ea typeface="Nunito Sans"/>
              </a:defRPr>
            </a:lvl9pPr>
          </a:lstStyle>
          <a:p>
            <a:endParaRPr/>
          </a:p>
        </p:txBody>
      </p:sp>
    </p:spTree>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and two columns">
    <p:spTree>
      <p:nvGrpSpPr>
        <p:cNvPr id="1" name="Shape 89"/>
        <p:cNvGrpSpPr/>
        <p:nvPr/>
      </p:nvGrpSpPr>
      <p:grpSpPr>
        <a:xfrm>
          <a:off x="0" y="0"/>
          <a:ext cx="0" cy="0"/>
          <a:chOff x="0" y="0"/>
          <a:chExt cx="0" cy="0"/>
        </a:xfrm>
      </p:grpSpPr>
      <p:sp>
        <p:nvSpPr>
          <p:cNvPr id="90" name="Google Shape;90;p13"/>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1" name="Google Shape;91;p13"/>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92" name="Google Shape;92;p13"/>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93" name="Google Shape;93;p13"/>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94" name="Google Shape;94;p13"/>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95" name="Google Shape;95;p13"/>
          <p:cNvSpPr txBox="1">
            <a:spLocks noGrp="1"/>
          </p:cNvSpPr>
          <p:nvPr>
            <p:ph type="body" idx="1"/>
          </p:nvPr>
        </p:nvSpPr>
        <p:spPr>
          <a:xfrm>
            <a:off x="170025" y="920925"/>
            <a:ext cx="38598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
        <p:nvSpPr>
          <p:cNvPr id="96" name="Google Shape;96;p13"/>
          <p:cNvSpPr txBox="1">
            <a:spLocks noGrp="1"/>
          </p:cNvSpPr>
          <p:nvPr>
            <p:ph type="body" idx="2"/>
          </p:nvPr>
        </p:nvSpPr>
        <p:spPr>
          <a:xfrm>
            <a:off x="4437225" y="920925"/>
            <a:ext cx="38598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Tree>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cSld name="Main point (centralised)">
    <p:spTree>
      <p:nvGrpSpPr>
        <p:cNvPr id="1" name="Shape 103"/>
        <p:cNvGrpSpPr/>
        <p:nvPr/>
      </p:nvGrpSpPr>
      <p:grpSpPr>
        <a:xfrm>
          <a:off x="0" y="0"/>
          <a:ext cx="0" cy="0"/>
          <a:chOff x="0" y="0"/>
          <a:chExt cx="0" cy="0"/>
        </a:xfrm>
      </p:grpSpPr>
      <p:sp>
        <p:nvSpPr>
          <p:cNvPr id="104" name="Google Shape;104;p15"/>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5" name="Google Shape;105;p15"/>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106" name="Google Shape;106;p15"/>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107" name="Google Shape;107;p15"/>
          <p:cNvSpPr txBox="1">
            <a:spLocks noGrp="1"/>
          </p:cNvSpPr>
          <p:nvPr>
            <p:ph type="subTitle" idx="1"/>
          </p:nvPr>
        </p:nvSpPr>
        <p:spPr>
          <a:xfrm>
            <a:off x="2366138" y="2353625"/>
            <a:ext cx="4411500" cy="1434300"/>
          </a:xfrm>
          <a:prstGeom prst="rect">
            <a:avLst/>
          </a:prstGeom>
        </p:spPr>
        <p:txBody>
          <a:bodyPr wrap="square" lIns="91425" tIns="91425" rIns="91425" bIns="91425" anchor="t" anchorCtr="0"/>
          <a:lstStyle>
            <a:lvl1pPr lvl="0" algn="ctr">
              <a:spcBef>
                <a:spcPts val="0"/>
              </a:spcBef>
              <a:spcAft>
                <a:spcPts val="0"/>
              </a:spcAft>
              <a:buNone/>
              <a:defRPr sz="1400">
                <a:solidFill>
                  <a:srgbClr val="125284"/>
                </a:solidFill>
                <a:latin typeface="Nunito"/>
                <a:ea typeface="Nunito"/>
              </a:defRPr>
            </a:lvl1pPr>
            <a:lvl2pPr lvl="1" algn="ctr">
              <a:spcBef>
                <a:spcPts val="0"/>
              </a:spcBef>
              <a:spcAft>
                <a:spcPts val="0"/>
              </a:spcAft>
              <a:buNone/>
              <a:defRPr sz="1200">
                <a:latin typeface="Nunito"/>
                <a:ea typeface="Nunito"/>
              </a:defRPr>
            </a:lvl2pPr>
            <a:lvl3pPr lvl="2" algn="ctr">
              <a:spcBef>
                <a:spcPts val="0"/>
              </a:spcBef>
              <a:spcAft>
                <a:spcPts val="0"/>
              </a:spcAft>
              <a:buNone/>
              <a:defRPr sz="1200">
                <a:latin typeface="Nunito"/>
                <a:ea typeface="Nunito"/>
              </a:defRPr>
            </a:lvl3pPr>
            <a:lvl4pPr lvl="3" algn="ctr">
              <a:spcBef>
                <a:spcPts val="0"/>
              </a:spcBef>
              <a:spcAft>
                <a:spcPts val="0"/>
              </a:spcAft>
              <a:buNone/>
              <a:defRPr sz="1200">
                <a:latin typeface="Nunito"/>
                <a:ea typeface="Nunito"/>
              </a:defRPr>
            </a:lvl4pPr>
            <a:lvl5pPr lvl="4" algn="ctr">
              <a:spcBef>
                <a:spcPts val="0"/>
              </a:spcBef>
              <a:spcAft>
                <a:spcPts val="0"/>
              </a:spcAft>
              <a:buNone/>
              <a:defRPr sz="1200">
                <a:latin typeface="Nunito"/>
                <a:ea typeface="Nunito"/>
              </a:defRPr>
            </a:lvl5pPr>
            <a:lvl6pPr lvl="5" algn="ctr">
              <a:spcBef>
                <a:spcPts val="0"/>
              </a:spcBef>
              <a:spcAft>
                <a:spcPts val="0"/>
              </a:spcAft>
              <a:buNone/>
              <a:defRPr sz="1200">
                <a:latin typeface="Nunito"/>
                <a:ea typeface="Nunito"/>
              </a:defRPr>
            </a:lvl6pPr>
            <a:lvl7pPr lvl="6" algn="ctr">
              <a:spcBef>
                <a:spcPts val="0"/>
              </a:spcBef>
              <a:spcAft>
                <a:spcPts val="0"/>
              </a:spcAft>
              <a:buNone/>
              <a:defRPr sz="1200">
                <a:latin typeface="Nunito"/>
                <a:ea typeface="Nunito"/>
              </a:defRPr>
            </a:lvl7pPr>
            <a:lvl8pPr lvl="7" algn="ctr">
              <a:spcBef>
                <a:spcPts val="0"/>
              </a:spcBef>
              <a:spcAft>
                <a:spcPts val="0"/>
              </a:spcAft>
              <a:buNone/>
              <a:defRPr sz="1200">
                <a:latin typeface="Nunito"/>
                <a:ea typeface="Nunito"/>
              </a:defRPr>
            </a:lvl8pPr>
            <a:lvl9pPr lvl="8" algn="ctr">
              <a:spcBef>
                <a:spcPts val="0"/>
              </a:spcBef>
              <a:spcAft>
                <a:spcPts val="0"/>
              </a:spcAft>
              <a:buNone/>
              <a:defRPr sz="1200">
                <a:latin typeface="Nunito"/>
                <a:ea typeface="Nunito"/>
              </a:defRPr>
            </a:lvl9pPr>
          </a:lstStyle>
          <a:p>
            <a:endParaRPr/>
          </a:p>
        </p:txBody>
      </p:sp>
      <p:sp>
        <p:nvSpPr>
          <p:cNvPr id="108" name="Google Shape;108;p15"/>
          <p:cNvSpPr txBox="1">
            <a:spLocks noGrp="1"/>
          </p:cNvSpPr>
          <p:nvPr>
            <p:ph type="title"/>
          </p:nvPr>
        </p:nvSpPr>
        <p:spPr>
          <a:xfrm>
            <a:off x="2366363" y="1131900"/>
            <a:ext cx="4411500" cy="1018200"/>
          </a:xfrm>
          <a:prstGeom prst="rect">
            <a:avLst/>
          </a:prstGeom>
        </p:spPr>
        <p:txBody>
          <a:bodyPr wrap="square" lIns="91425" tIns="91425" rIns="91425" bIns="91425" anchor="b" anchorCtr="0"/>
          <a:lstStyle>
            <a:lvl1pPr lvl="0" algn="ctr">
              <a:spcBef>
                <a:spcPts val="0"/>
              </a:spcBef>
              <a:spcAft>
                <a:spcPts val="0"/>
              </a:spcAft>
              <a:buNone/>
              <a:defRPr sz="2400">
                <a:solidFill>
                  <a:srgbClr val="125284"/>
                </a:solidFill>
                <a:latin typeface="Poppins SemiBold"/>
                <a:ea typeface="Poppins SemiBold"/>
              </a:defRPr>
            </a:lvl1pPr>
            <a:lvl2pPr lvl="1" algn="ctr">
              <a:spcBef>
                <a:spcPts val="0"/>
              </a:spcBef>
              <a:spcAft>
                <a:spcPts val="0"/>
              </a:spcAft>
              <a:buNone/>
              <a:defRPr sz="1400">
                <a:solidFill>
                  <a:srgbClr val="125284"/>
                </a:solidFill>
                <a:latin typeface="Rubik"/>
                <a:ea typeface="Rubik"/>
              </a:defRPr>
            </a:lvl2pPr>
            <a:lvl3pPr lvl="2" algn="ctr">
              <a:spcBef>
                <a:spcPts val="0"/>
              </a:spcBef>
              <a:spcAft>
                <a:spcPts val="0"/>
              </a:spcAft>
              <a:buNone/>
              <a:defRPr sz="1400">
                <a:solidFill>
                  <a:srgbClr val="125284"/>
                </a:solidFill>
                <a:latin typeface="Rubik"/>
                <a:ea typeface="Rubik"/>
              </a:defRPr>
            </a:lvl3pPr>
            <a:lvl4pPr lvl="3" algn="ctr">
              <a:spcBef>
                <a:spcPts val="0"/>
              </a:spcBef>
              <a:spcAft>
                <a:spcPts val="0"/>
              </a:spcAft>
              <a:buNone/>
              <a:defRPr sz="1400">
                <a:solidFill>
                  <a:srgbClr val="125284"/>
                </a:solidFill>
                <a:latin typeface="Rubik"/>
                <a:ea typeface="Rubik"/>
              </a:defRPr>
            </a:lvl4pPr>
            <a:lvl5pPr lvl="4" algn="ctr">
              <a:spcBef>
                <a:spcPts val="0"/>
              </a:spcBef>
              <a:spcAft>
                <a:spcPts val="0"/>
              </a:spcAft>
              <a:buNone/>
              <a:defRPr sz="1400">
                <a:solidFill>
                  <a:srgbClr val="125284"/>
                </a:solidFill>
                <a:latin typeface="Rubik"/>
                <a:ea typeface="Rubik"/>
              </a:defRPr>
            </a:lvl5pPr>
            <a:lvl6pPr lvl="5" algn="ctr">
              <a:spcBef>
                <a:spcPts val="0"/>
              </a:spcBef>
              <a:spcAft>
                <a:spcPts val="0"/>
              </a:spcAft>
              <a:buNone/>
              <a:defRPr sz="1400">
                <a:solidFill>
                  <a:srgbClr val="125284"/>
                </a:solidFill>
                <a:latin typeface="Rubik"/>
                <a:ea typeface="Rubik"/>
              </a:defRPr>
            </a:lvl6pPr>
            <a:lvl7pPr lvl="6" algn="ctr">
              <a:spcBef>
                <a:spcPts val="0"/>
              </a:spcBef>
              <a:spcAft>
                <a:spcPts val="0"/>
              </a:spcAft>
              <a:buNone/>
              <a:defRPr sz="1400">
                <a:solidFill>
                  <a:srgbClr val="125284"/>
                </a:solidFill>
                <a:latin typeface="Rubik"/>
                <a:ea typeface="Rubik"/>
              </a:defRPr>
            </a:lvl7pPr>
            <a:lvl8pPr lvl="7" algn="ctr">
              <a:spcBef>
                <a:spcPts val="0"/>
              </a:spcBef>
              <a:spcAft>
                <a:spcPts val="0"/>
              </a:spcAft>
              <a:buNone/>
              <a:defRPr sz="1400">
                <a:solidFill>
                  <a:srgbClr val="125284"/>
                </a:solidFill>
                <a:latin typeface="Rubik"/>
                <a:ea typeface="Rubik"/>
              </a:defRPr>
            </a:lvl8pPr>
            <a:lvl9pPr lvl="8" algn="ctr">
              <a:spcBef>
                <a:spcPts val="0"/>
              </a:spcBef>
              <a:spcAft>
                <a:spcPts val="0"/>
              </a:spcAft>
              <a:buNone/>
              <a:defRPr sz="1400">
                <a:solidFill>
                  <a:srgbClr val="125284"/>
                </a:solidFill>
                <a:latin typeface="Rubik"/>
                <a:ea typeface="Rubik"/>
              </a:defRPr>
            </a:lvl9pPr>
          </a:lstStyle>
          <a:p>
            <a:endParaRPr/>
          </a:p>
        </p:txBody>
      </p:sp>
      <p:sp>
        <p:nvSpPr>
          <p:cNvPr id="109" name="Google Shape;109;p15"/>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110" name="Google Shape;110;p15"/>
          <p:cNvSpPr txBox="1">
            <a:spLocks noGrp="1"/>
          </p:cNvSpPr>
          <p:nvPr>
            <p:ph type="title" idx="2"/>
          </p:nvPr>
        </p:nvSpPr>
        <p:spPr>
          <a:xfrm>
            <a:off x="93825" y="230325"/>
            <a:ext cx="4759500" cy="309600"/>
          </a:xfrm>
          <a:prstGeom prst="rect">
            <a:avLst/>
          </a:prstGeom>
        </p:spPr>
        <p:txBody>
          <a:bodyPr wrap="square" lIns="91425" tIns="91425" rIns="91425" bIns="91425" anchor="t" anchorCtr="0"/>
          <a:lstStyle>
            <a:lvl1pPr lvl="0">
              <a:spcBef>
                <a:spcPts val="0"/>
              </a:spcBef>
              <a:spcAft>
                <a:spcPts val="0"/>
              </a:spcAft>
              <a:buNone/>
              <a:defRPr sz="1200">
                <a:solidFill>
                  <a:srgbClr val="125284"/>
                </a:solidFill>
                <a:latin typeface="Poppins"/>
                <a:ea typeface="Poppins"/>
              </a:defRPr>
            </a:lvl1pPr>
            <a:lvl2pPr lvl="1">
              <a:spcBef>
                <a:spcPts val="0"/>
              </a:spcBef>
              <a:spcAft>
                <a:spcPts val="0"/>
              </a:spcAft>
              <a:buNone/>
              <a:defRPr sz="1200">
                <a:solidFill>
                  <a:srgbClr val="125284"/>
                </a:solidFill>
                <a:latin typeface="Poppins"/>
                <a:ea typeface="Poppins"/>
              </a:defRPr>
            </a:lvl2pPr>
            <a:lvl3pPr lvl="2">
              <a:spcBef>
                <a:spcPts val="0"/>
              </a:spcBef>
              <a:spcAft>
                <a:spcPts val="0"/>
              </a:spcAft>
              <a:buNone/>
              <a:defRPr sz="1200">
                <a:solidFill>
                  <a:srgbClr val="125284"/>
                </a:solidFill>
                <a:latin typeface="Poppins"/>
                <a:ea typeface="Poppins"/>
              </a:defRPr>
            </a:lvl3pPr>
            <a:lvl4pPr lvl="3">
              <a:spcBef>
                <a:spcPts val="0"/>
              </a:spcBef>
              <a:spcAft>
                <a:spcPts val="0"/>
              </a:spcAft>
              <a:buNone/>
              <a:defRPr sz="1200">
                <a:solidFill>
                  <a:srgbClr val="125284"/>
                </a:solidFill>
                <a:latin typeface="Poppins"/>
                <a:ea typeface="Poppins"/>
              </a:defRPr>
            </a:lvl4pPr>
            <a:lvl5pPr lvl="4">
              <a:spcBef>
                <a:spcPts val="0"/>
              </a:spcBef>
              <a:spcAft>
                <a:spcPts val="0"/>
              </a:spcAft>
              <a:buNone/>
              <a:defRPr sz="1200">
                <a:solidFill>
                  <a:srgbClr val="125284"/>
                </a:solidFill>
                <a:latin typeface="Poppins"/>
                <a:ea typeface="Poppins"/>
              </a:defRPr>
            </a:lvl5pPr>
            <a:lvl6pPr lvl="5">
              <a:spcBef>
                <a:spcPts val="0"/>
              </a:spcBef>
              <a:spcAft>
                <a:spcPts val="0"/>
              </a:spcAft>
              <a:buNone/>
              <a:defRPr sz="1200">
                <a:solidFill>
                  <a:srgbClr val="125284"/>
                </a:solidFill>
                <a:latin typeface="Poppins"/>
                <a:ea typeface="Poppins"/>
              </a:defRPr>
            </a:lvl6pPr>
            <a:lvl7pPr lvl="6">
              <a:spcBef>
                <a:spcPts val="0"/>
              </a:spcBef>
              <a:spcAft>
                <a:spcPts val="0"/>
              </a:spcAft>
              <a:buNone/>
              <a:defRPr sz="1200">
                <a:solidFill>
                  <a:srgbClr val="125284"/>
                </a:solidFill>
                <a:latin typeface="Poppins"/>
                <a:ea typeface="Poppins"/>
              </a:defRPr>
            </a:lvl7pPr>
            <a:lvl8pPr lvl="7">
              <a:spcBef>
                <a:spcPts val="0"/>
              </a:spcBef>
              <a:spcAft>
                <a:spcPts val="0"/>
              </a:spcAft>
              <a:buNone/>
              <a:defRPr sz="1200">
                <a:solidFill>
                  <a:srgbClr val="125284"/>
                </a:solidFill>
                <a:latin typeface="Poppins"/>
                <a:ea typeface="Poppins"/>
              </a:defRPr>
            </a:lvl8pPr>
            <a:lvl9pPr lvl="8">
              <a:spcBef>
                <a:spcPts val="0"/>
              </a:spcBef>
              <a:spcAft>
                <a:spcPts val="0"/>
              </a:spcAft>
              <a:buNone/>
              <a:defRPr sz="1200">
                <a:solidFill>
                  <a:srgbClr val="125284"/>
                </a:solidFill>
                <a:latin typeface="Poppins"/>
                <a:ea typeface="Poppins"/>
              </a:defRPr>
            </a:lvl9pPr>
          </a:lstStyle>
          <a:p>
            <a:endParaRPr/>
          </a:p>
        </p:txBody>
      </p:sp>
    </p:spTree>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guide id="2" pos="4320">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_2">
    <p:spTree>
      <p:nvGrpSpPr>
        <p:cNvPr id="1" name="Shape 130"/>
        <p:cNvGrpSpPr/>
        <p:nvPr/>
      </p:nvGrpSpPr>
      <p:grpSpPr>
        <a:xfrm>
          <a:off x="0" y="0"/>
          <a:ext cx="0" cy="0"/>
          <a:chOff x="0" y="0"/>
          <a:chExt cx="0" cy="0"/>
        </a:xfrm>
      </p:grpSpPr>
      <p:sp>
        <p:nvSpPr>
          <p:cNvPr id="131" name="Google Shape;131;p19"/>
          <p:cNvSpPr txBox="1">
            <a:spLocks noGrp="1"/>
          </p:cNvSpPr>
          <p:nvPr>
            <p:ph type="ctrTitle"/>
          </p:nvPr>
        </p:nvSpPr>
        <p:spPr>
          <a:xfrm>
            <a:off x="311708" y="744575"/>
            <a:ext cx="8520600" cy="2052600"/>
          </a:xfrm>
          <a:prstGeom prst="rect">
            <a:avLst/>
          </a:prstGeom>
        </p:spPr>
        <p:txBody>
          <a:bodyPr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2" name="Google Shape;132;p19"/>
          <p:cNvSpPr txBox="1">
            <a:spLocks noGrp="1"/>
          </p:cNvSpPr>
          <p:nvPr>
            <p:ph type="subTitle" idx="1"/>
          </p:nvPr>
        </p:nvSpPr>
        <p:spPr>
          <a:xfrm>
            <a:off x="311700" y="2834125"/>
            <a:ext cx="8520600" cy="792600"/>
          </a:xfrm>
          <a:prstGeom prst="rect">
            <a:avLst/>
          </a:prstGeom>
        </p:spPr>
        <p:txBody>
          <a:bodyPr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1000"/>
              </a:spcBef>
              <a:spcAft>
                <a:spcPts val="0"/>
              </a:spcAft>
              <a:buSzPts val="2800"/>
              <a:buNone/>
              <a:defRPr sz="2800"/>
            </a:lvl2pPr>
            <a:lvl3pPr lvl="2" algn="ctr">
              <a:lnSpc>
                <a:spcPct val="100000"/>
              </a:lnSpc>
              <a:spcBef>
                <a:spcPts val="1000"/>
              </a:spcBef>
              <a:spcAft>
                <a:spcPts val="0"/>
              </a:spcAft>
              <a:buSzPts val="2800"/>
              <a:buNone/>
              <a:defRPr sz="2800"/>
            </a:lvl3pPr>
            <a:lvl4pPr lvl="3" algn="ctr">
              <a:lnSpc>
                <a:spcPct val="100000"/>
              </a:lnSpc>
              <a:spcBef>
                <a:spcPts val="1000"/>
              </a:spcBef>
              <a:spcAft>
                <a:spcPts val="0"/>
              </a:spcAft>
              <a:buSzPts val="2800"/>
              <a:buNone/>
              <a:defRPr sz="2800"/>
            </a:lvl4pPr>
            <a:lvl5pPr lvl="4" algn="ctr">
              <a:lnSpc>
                <a:spcPct val="100000"/>
              </a:lnSpc>
              <a:spcBef>
                <a:spcPts val="1000"/>
              </a:spcBef>
              <a:spcAft>
                <a:spcPts val="0"/>
              </a:spcAft>
              <a:buSzPts val="2800"/>
              <a:buNone/>
              <a:defRPr sz="2800"/>
            </a:lvl5pPr>
            <a:lvl6pPr lvl="5" algn="ctr">
              <a:lnSpc>
                <a:spcPct val="100000"/>
              </a:lnSpc>
              <a:spcBef>
                <a:spcPts val="1000"/>
              </a:spcBef>
              <a:spcAft>
                <a:spcPts val="0"/>
              </a:spcAft>
              <a:buSzPts val="2800"/>
              <a:buNone/>
              <a:defRPr sz="2800"/>
            </a:lvl6pPr>
            <a:lvl7pPr lvl="6" algn="ctr">
              <a:lnSpc>
                <a:spcPct val="100000"/>
              </a:lnSpc>
              <a:spcBef>
                <a:spcPts val="1000"/>
              </a:spcBef>
              <a:spcAft>
                <a:spcPts val="0"/>
              </a:spcAft>
              <a:buSzPts val="2800"/>
              <a:buNone/>
              <a:defRPr sz="2800"/>
            </a:lvl7pPr>
            <a:lvl8pPr lvl="7" algn="ctr">
              <a:lnSpc>
                <a:spcPct val="100000"/>
              </a:lnSpc>
              <a:spcBef>
                <a:spcPts val="1000"/>
              </a:spcBef>
              <a:spcAft>
                <a:spcPts val="0"/>
              </a:spcAft>
              <a:buSzPts val="2800"/>
              <a:buNone/>
              <a:defRPr sz="2800"/>
            </a:lvl8pPr>
            <a:lvl9pPr lvl="8" algn="ctr">
              <a:lnSpc>
                <a:spcPct val="100000"/>
              </a:lnSpc>
              <a:spcBef>
                <a:spcPts val="1000"/>
              </a:spcBef>
              <a:spcAft>
                <a:spcPts val="0"/>
              </a:spcAft>
              <a:buSzPts val="2800"/>
              <a:buNone/>
              <a:defRPr sz="2800"/>
            </a:lvl9pPr>
          </a:lstStyle>
          <a:p>
            <a:endParaRPr/>
          </a:p>
        </p:txBody>
      </p:sp>
      <p:sp>
        <p:nvSpPr>
          <p:cNvPr id="133" name="Google Shape;133;p19"/>
          <p:cNvSpPr txBox="1">
            <a:spLocks noGrp="1"/>
          </p:cNvSpPr>
          <p:nvPr>
            <p:ph type="sldNum" idx="12"/>
          </p:nvPr>
        </p:nvSpPr>
        <p:spPr>
          <a:xfrm>
            <a:off x="8472458" y="4663217"/>
            <a:ext cx="548700" cy="393600"/>
          </a:xfrm>
          <a:prstGeom prst="rect">
            <a:avLst/>
          </a:prstGeom>
        </p:spPr>
        <p:txBody>
          <a:bodyPr wrap="square" lIns="91425" tIns="91425" rIns="91425" bIns="91425" anchor="ctr" anchorCtr="0"/>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pPr>
            <a:fld id="{19FA2BA4-FCCF-4E0F-A332-C65CF6DD0DE6}" type="slidenum">
              <a:rPr lang="en" altLang="en"/>
              <a:t>‹#›</a:t>
            </a:fld>
            <a:endParaRPr/>
          </a:p>
        </p:txBody>
      </p:sp>
    </p:spTree>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over Slide - Design 1">
    <p:bg>
      <p:bgPr>
        <a:solidFill>
          <a:srgbClr val="125284"/>
        </a:solidFill>
        <a:effectLst/>
      </p:bgPr>
    </p:bg>
    <p:spTree>
      <p:nvGrpSpPr>
        <p:cNvPr id="1" name="Shape 12"/>
        <p:cNvGrpSpPr/>
        <p:nvPr/>
      </p:nvGrpSpPr>
      <p:grpSpPr>
        <a:xfrm>
          <a:off x="0" y="0"/>
          <a:ext cx="0" cy="0"/>
          <a:chOff x="0" y="0"/>
          <a:chExt cx="0" cy="0"/>
        </a:xfrm>
      </p:grpSpPr>
      <p:pic>
        <p:nvPicPr>
          <p:cNvPr id="13" name="Google Shape;13;p2"/>
          <p:cNvPicPr preferRelativeResize="0">
            <a:picLocks/>
          </p:cNvPicPr>
          <p:nvPr/>
        </p:nvPicPr>
        <p:blipFill>
          <a:blip r:embed="rId2">
            <a:alphaModFix/>
          </a:blip>
          <a:stretch>
            <a:fillRect/>
          </a:stretch>
        </p:blipFill>
        <p:spPr>
          <a:xfrm>
            <a:off x="7007175" y="2077825"/>
            <a:ext cx="1766250" cy="588750"/>
          </a:xfrm>
          <a:prstGeom prst="rect">
            <a:avLst/>
          </a:prstGeom>
          <a:noFill/>
          <a:ln>
            <a:noFill/>
          </a:ln>
        </p:spPr>
      </p:pic>
      <p:sp>
        <p:nvSpPr>
          <p:cNvPr id="14" name="Google Shape;14;p2"/>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sp>
        <p:nvSpPr>
          <p:cNvPr id="15" name="Google Shape;15;p2"/>
          <p:cNvSpPr txBox="1">
            <a:spLocks noGrp="1"/>
          </p:cNvSpPr>
          <p:nvPr>
            <p:ph type="title"/>
          </p:nvPr>
        </p:nvSpPr>
        <p:spPr>
          <a:xfrm>
            <a:off x="109875" y="1925500"/>
            <a:ext cx="4862100" cy="741000"/>
          </a:xfrm>
          <a:prstGeom prst="rect">
            <a:avLst/>
          </a:prstGeom>
        </p:spPr>
        <p:txBody>
          <a:bodyPr wrap="square" lIns="91425" tIns="91425" rIns="91425" bIns="91425" anchor="b" anchorCtr="0"/>
          <a:lstStyle>
            <a:lvl1pPr lvl="0">
              <a:spcBef>
                <a:spcPts val="0"/>
              </a:spcBef>
              <a:spcAft>
                <a:spcPts val="0"/>
              </a:spcAft>
              <a:buNone/>
              <a:defRPr sz="2200">
                <a:solidFill>
                  <a:srgbClr val="FFFFFF"/>
                </a:solidFill>
                <a:latin typeface="Poppins"/>
                <a:ea typeface="Poppins"/>
              </a:defRPr>
            </a:lvl1pPr>
            <a:lvl2pPr lvl="1">
              <a:spcBef>
                <a:spcPts val="0"/>
              </a:spcBef>
              <a:spcAft>
                <a:spcPts val="0"/>
              </a:spcAft>
              <a:buNone/>
              <a:defRPr sz="2200">
                <a:solidFill>
                  <a:srgbClr val="FFFFFF"/>
                </a:solidFill>
                <a:latin typeface="Poppins"/>
                <a:ea typeface="Poppins"/>
              </a:defRPr>
            </a:lvl2pPr>
            <a:lvl3pPr lvl="2">
              <a:spcBef>
                <a:spcPts val="0"/>
              </a:spcBef>
              <a:spcAft>
                <a:spcPts val="0"/>
              </a:spcAft>
              <a:buNone/>
              <a:defRPr sz="2200">
                <a:solidFill>
                  <a:srgbClr val="FFFFFF"/>
                </a:solidFill>
                <a:latin typeface="Poppins"/>
                <a:ea typeface="Poppins"/>
              </a:defRPr>
            </a:lvl3pPr>
            <a:lvl4pPr lvl="3">
              <a:spcBef>
                <a:spcPts val="0"/>
              </a:spcBef>
              <a:spcAft>
                <a:spcPts val="0"/>
              </a:spcAft>
              <a:buNone/>
              <a:defRPr sz="2200">
                <a:solidFill>
                  <a:srgbClr val="FFFFFF"/>
                </a:solidFill>
                <a:latin typeface="Poppins"/>
                <a:ea typeface="Poppins"/>
              </a:defRPr>
            </a:lvl4pPr>
            <a:lvl5pPr lvl="4">
              <a:spcBef>
                <a:spcPts val="0"/>
              </a:spcBef>
              <a:spcAft>
                <a:spcPts val="0"/>
              </a:spcAft>
              <a:buNone/>
              <a:defRPr sz="2200">
                <a:solidFill>
                  <a:srgbClr val="FFFFFF"/>
                </a:solidFill>
                <a:latin typeface="Poppins"/>
                <a:ea typeface="Poppins"/>
              </a:defRPr>
            </a:lvl5pPr>
            <a:lvl6pPr lvl="5">
              <a:spcBef>
                <a:spcPts val="0"/>
              </a:spcBef>
              <a:spcAft>
                <a:spcPts val="0"/>
              </a:spcAft>
              <a:buNone/>
              <a:defRPr sz="2200">
                <a:solidFill>
                  <a:srgbClr val="FFFFFF"/>
                </a:solidFill>
                <a:latin typeface="Poppins"/>
                <a:ea typeface="Poppins"/>
              </a:defRPr>
            </a:lvl6pPr>
            <a:lvl7pPr lvl="6">
              <a:spcBef>
                <a:spcPts val="0"/>
              </a:spcBef>
              <a:spcAft>
                <a:spcPts val="0"/>
              </a:spcAft>
              <a:buNone/>
              <a:defRPr sz="2200">
                <a:solidFill>
                  <a:srgbClr val="FFFFFF"/>
                </a:solidFill>
                <a:latin typeface="Poppins"/>
                <a:ea typeface="Poppins"/>
              </a:defRPr>
            </a:lvl7pPr>
            <a:lvl8pPr lvl="7">
              <a:spcBef>
                <a:spcPts val="0"/>
              </a:spcBef>
              <a:spcAft>
                <a:spcPts val="0"/>
              </a:spcAft>
              <a:buNone/>
              <a:defRPr sz="2200">
                <a:solidFill>
                  <a:srgbClr val="FFFFFF"/>
                </a:solidFill>
                <a:latin typeface="Poppins"/>
                <a:ea typeface="Poppins"/>
              </a:defRPr>
            </a:lvl8pPr>
            <a:lvl9pPr lvl="8">
              <a:spcBef>
                <a:spcPts val="0"/>
              </a:spcBef>
              <a:spcAft>
                <a:spcPts val="0"/>
              </a:spcAft>
              <a:buNone/>
              <a:defRPr sz="2200">
                <a:solidFill>
                  <a:srgbClr val="FFFFFF"/>
                </a:solidFill>
                <a:latin typeface="Poppins"/>
                <a:ea typeface="Poppins"/>
              </a:defRPr>
            </a:lvl9pPr>
          </a:lstStyle>
          <a:p>
            <a:endParaRPr/>
          </a:p>
        </p:txBody>
      </p:sp>
      <p:sp>
        <p:nvSpPr>
          <p:cNvPr id="16" name="Google Shape;16;p2"/>
          <p:cNvSpPr txBox="1">
            <a:spLocks noGrp="1"/>
          </p:cNvSpPr>
          <p:nvPr>
            <p:ph type="subTitle" idx="1"/>
          </p:nvPr>
        </p:nvSpPr>
        <p:spPr>
          <a:xfrm>
            <a:off x="117525" y="2563925"/>
            <a:ext cx="3317100" cy="432900"/>
          </a:xfrm>
          <a:prstGeom prst="rect">
            <a:avLst/>
          </a:prstGeom>
        </p:spPr>
        <p:txBody>
          <a:bodyPr wrap="square" lIns="91425" tIns="91425" rIns="91425" bIns="91425" anchor="t" anchorCtr="0"/>
          <a:lstStyle>
            <a:lvl1pPr lvl="0">
              <a:spcBef>
                <a:spcPts val="0"/>
              </a:spcBef>
              <a:spcAft>
                <a:spcPts val="0"/>
              </a:spcAft>
              <a:buNone/>
              <a:defRPr i="1">
                <a:solidFill>
                  <a:schemeClr val="accent1"/>
                </a:solidFill>
                <a:latin typeface="Rubik Light"/>
                <a:ea typeface="Rubik Light"/>
              </a:defRPr>
            </a:lvl1pPr>
            <a:lvl2pPr lvl="1">
              <a:spcBef>
                <a:spcPts val="0"/>
              </a:spcBef>
              <a:spcAft>
                <a:spcPts val="0"/>
              </a:spcAft>
              <a:buNone/>
              <a:defRPr sz="600" i="1">
                <a:solidFill>
                  <a:schemeClr val="accent1"/>
                </a:solidFill>
              </a:defRPr>
            </a:lvl2pPr>
            <a:lvl3pPr lvl="2">
              <a:spcBef>
                <a:spcPts val="0"/>
              </a:spcBef>
              <a:spcAft>
                <a:spcPts val="0"/>
              </a:spcAft>
              <a:buNone/>
              <a:defRPr sz="600" i="1">
                <a:solidFill>
                  <a:schemeClr val="accent1"/>
                </a:solidFill>
              </a:defRPr>
            </a:lvl3pPr>
            <a:lvl4pPr lvl="3">
              <a:spcBef>
                <a:spcPts val="0"/>
              </a:spcBef>
              <a:spcAft>
                <a:spcPts val="0"/>
              </a:spcAft>
              <a:buNone/>
              <a:defRPr sz="600" i="1">
                <a:solidFill>
                  <a:schemeClr val="accent1"/>
                </a:solidFill>
              </a:defRPr>
            </a:lvl4pPr>
            <a:lvl5pPr lvl="4">
              <a:spcBef>
                <a:spcPts val="0"/>
              </a:spcBef>
              <a:spcAft>
                <a:spcPts val="0"/>
              </a:spcAft>
              <a:buNone/>
              <a:defRPr sz="600" i="1">
                <a:solidFill>
                  <a:schemeClr val="accent1"/>
                </a:solidFill>
              </a:defRPr>
            </a:lvl5pPr>
            <a:lvl6pPr lvl="5">
              <a:spcBef>
                <a:spcPts val="0"/>
              </a:spcBef>
              <a:spcAft>
                <a:spcPts val="0"/>
              </a:spcAft>
              <a:buNone/>
              <a:defRPr sz="600" i="1">
                <a:solidFill>
                  <a:schemeClr val="accent1"/>
                </a:solidFill>
              </a:defRPr>
            </a:lvl6pPr>
            <a:lvl7pPr lvl="6">
              <a:spcBef>
                <a:spcPts val="0"/>
              </a:spcBef>
              <a:spcAft>
                <a:spcPts val="0"/>
              </a:spcAft>
              <a:buNone/>
              <a:defRPr sz="600" i="1">
                <a:solidFill>
                  <a:schemeClr val="accent1"/>
                </a:solidFill>
              </a:defRPr>
            </a:lvl7pPr>
            <a:lvl8pPr lvl="7">
              <a:spcBef>
                <a:spcPts val="0"/>
              </a:spcBef>
              <a:spcAft>
                <a:spcPts val="0"/>
              </a:spcAft>
              <a:buNone/>
              <a:defRPr sz="600" i="1">
                <a:solidFill>
                  <a:schemeClr val="accent1"/>
                </a:solidFill>
              </a:defRPr>
            </a:lvl8pPr>
            <a:lvl9pPr lvl="8">
              <a:spcBef>
                <a:spcPts val="0"/>
              </a:spcBef>
              <a:spcAft>
                <a:spcPts val="0"/>
              </a:spcAft>
              <a:buNone/>
              <a:defRPr sz="600" i="1">
                <a:solidFill>
                  <a:schemeClr val="accent1"/>
                </a:solidFill>
              </a:defRPr>
            </a:lvl9pPr>
          </a:lstStyle>
          <a:p>
            <a:endParaRPr/>
          </a:p>
        </p:txBody>
      </p:sp>
    </p:spTree>
    <p:extLst>
      <p:ext uri="{BB962C8B-B14F-4D97-AF65-F5344CB8AC3E}">
        <p14:creationId xmlns:p14="http://schemas.microsoft.com/office/powerpoint/2010/main" val="5793010"/>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ver Slide - Design 2 (Light)">
    <p:bg>
      <p:bgPr>
        <a:solidFill>
          <a:srgbClr val="FAFAFA"/>
        </a:solidFill>
        <a:effectLst/>
      </p:bgPr>
    </p:bg>
    <p:spTree>
      <p:nvGrpSpPr>
        <p:cNvPr id="1" name="Shape 17"/>
        <p:cNvGrpSpPr/>
        <p:nvPr/>
      </p:nvGrpSpPr>
      <p:grpSpPr>
        <a:xfrm>
          <a:off x="0" y="0"/>
          <a:ext cx="0" cy="0"/>
          <a:chOff x="0" y="0"/>
          <a:chExt cx="0" cy="0"/>
        </a:xfrm>
      </p:grpSpPr>
      <p:sp>
        <p:nvSpPr>
          <p:cNvPr id="18" name="Google Shape;18;p3"/>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9" name="Google Shape;19;p3"/>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20" name="Google Shape;20;p3"/>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cxnSp>
        <p:nvCxnSpPr>
          <p:cNvPr id="21" name="Google Shape;21;p3"/>
          <p:cNvCxnSpPr/>
          <p:nvPr/>
        </p:nvCxnSpPr>
        <p:spPr>
          <a:xfrm>
            <a:off x="216950" y="2757425"/>
            <a:ext cx="262200" cy="0"/>
          </a:xfrm>
          <a:prstGeom prst="straightConnector1">
            <a:avLst/>
          </a:prstGeom>
          <a:noFill/>
          <a:ln w="19050" cap="flat" cmpd="sng">
            <a:solidFill>
              <a:srgbClr val="FB394D"/>
            </a:solidFill>
            <a:prstDash val="solid"/>
            <a:round/>
            <a:headEnd type="none" w="med" len="med"/>
            <a:tailEnd type="none" w="med" len="med"/>
          </a:ln>
        </p:spPr>
      </p:cxnSp>
      <p:pic>
        <p:nvPicPr>
          <p:cNvPr id="22" name="Google Shape;22;p3"/>
          <p:cNvPicPr preferRelativeResize="0">
            <a:picLocks/>
          </p:cNvPicPr>
          <p:nvPr/>
        </p:nvPicPr>
        <p:blipFill>
          <a:blip r:embed="rId3">
            <a:alphaModFix/>
          </a:blip>
          <a:stretch>
            <a:fillRect/>
          </a:stretch>
        </p:blipFill>
        <p:spPr>
          <a:xfrm>
            <a:off x="4774300" y="514250"/>
            <a:ext cx="3252801" cy="3252801"/>
          </a:xfrm>
          <a:prstGeom prst="rect">
            <a:avLst/>
          </a:prstGeom>
          <a:noFill/>
          <a:ln>
            <a:noFill/>
          </a:ln>
        </p:spPr>
      </p:pic>
      <p:sp>
        <p:nvSpPr>
          <p:cNvPr id="23" name="Google Shape;23;p3"/>
          <p:cNvSpPr txBox="1">
            <a:spLocks noGrp="1"/>
          </p:cNvSpPr>
          <p:nvPr>
            <p:ph type="title"/>
          </p:nvPr>
        </p:nvSpPr>
        <p:spPr>
          <a:xfrm>
            <a:off x="93825" y="875725"/>
            <a:ext cx="4680600" cy="1899600"/>
          </a:xfrm>
          <a:prstGeom prst="rect">
            <a:avLst/>
          </a:prstGeom>
        </p:spPr>
        <p:txBody>
          <a:bodyPr wrap="square" lIns="91425" tIns="91425" rIns="91425" bIns="91425" anchor="b" anchorCtr="0"/>
          <a:lstStyle>
            <a:lvl1pPr lvl="0">
              <a:spcBef>
                <a:spcPts val="0"/>
              </a:spcBef>
              <a:spcAft>
                <a:spcPts val="0"/>
              </a:spcAft>
              <a:buNone/>
              <a:defRPr sz="3600"/>
            </a:lvl1pPr>
            <a:lvl2pPr lvl="1">
              <a:spcBef>
                <a:spcPts val="0"/>
              </a:spcBef>
              <a:spcAft>
                <a:spcPts val="0"/>
              </a:spcAft>
              <a:buNone/>
              <a:defRPr>
                <a:latin typeface="Nunito Sans"/>
                <a:ea typeface="Nunito Sans"/>
              </a:defRPr>
            </a:lvl2pPr>
            <a:lvl3pPr lvl="2">
              <a:spcBef>
                <a:spcPts val="0"/>
              </a:spcBef>
              <a:spcAft>
                <a:spcPts val="0"/>
              </a:spcAft>
              <a:buNone/>
              <a:defRPr>
                <a:latin typeface="Nunito Sans"/>
                <a:ea typeface="Nunito Sans"/>
              </a:defRPr>
            </a:lvl3pPr>
            <a:lvl4pPr lvl="3">
              <a:spcBef>
                <a:spcPts val="0"/>
              </a:spcBef>
              <a:spcAft>
                <a:spcPts val="0"/>
              </a:spcAft>
              <a:buNone/>
              <a:defRPr>
                <a:latin typeface="Nunito Sans"/>
                <a:ea typeface="Nunito Sans"/>
              </a:defRPr>
            </a:lvl4pPr>
            <a:lvl5pPr lvl="4">
              <a:spcBef>
                <a:spcPts val="0"/>
              </a:spcBef>
              <a:spcAft>
                <a:spcPts val="0"/>
              </a:spcAft>
              <a:buNone/>
              <a:defRPr>
                <a:latin typeface="Nunito Sans"/>
                <a:ea typeface="Nunito Sans"/>
              </a:defRPr>
            </a:lvl5pPr>
            <a:lvl6pPr lvl="5">
              <a:spcBef>
                <a:spcPts val="0"/>
              </a:spcBef>
              <a:spcAft>
                <a:spcPts val="0"/>
              </a:spcAft>
              <a:buNone/>
              <a:defRPr>
                <a:latin typeface="Nunito Sans"/>
                <a:ea typeface="Nunito Sans"/>
              </a:defRPr>
            </a:lvl6pPr>
            <a:lvl7pPr lvl="6">
              <a:spcBef>
                <a:spcPts val="0"/>
              </a:spcBef>
              <a:spcAft>
                <a:spcPts val="0"/>
              </a:spcAft>
              <a:buNone/>
              <a:defRPr>
                <a:latin typeface="Nunito Sans"/>
                <a:ea typeface="Nunito Sans"/>
              </a:defRPr>
            </a:lvl7pPr>
            <a:lvl8pPr lvl="7">
              <a:spcBef>
                <a:spcPts val="0"/>
              </a:spcBef>
              <a:spcAft>
                <a:spcPts val="0"/>
              </a:spcAft>
              <a:buNone/>
              <a:defRPr>
                <a:latin typeface="Nunito Sans"/>
                <a:ea typeface="Nunito Sans"/>
              </a:defRPr>
            </a:lvl8pPr>
            <a:lvl9pPr lvl="8">
              <a:spcBef>
                <a:spcPts val="0"/>
              </a:spcBef>
              <a:spcAft>
                <a:spcPts val="0"/>
              </a:spcAft>
              <a:buNone/>
              <a:defRPr>
                <a:latin typeface="Nunito Sans"/>
                <a:ea typeface="Nunito Sans"/>
              </a:defRPr>
            </a:lvl9pPr>
          </a:lstStyle>
          <a:p>
            <a:endParaRPr/>
          </a:p>
        </p:txBody>
      </p:sp>
      <p:sp>
        <p:nvSpPr>
          <p:cNvPr id="24" name="Google Shape;24;p3"/>
          <p:cNvSpPr txBox="1">
            <a:spLocks noGrp="1"/>
          </p:cNvSpPr>
          <p:nvPr>
            <p:ph type="subTitle" idx="1"/>
          </p:nvPr>
        </p:nvSpPr>
        <p:spPr>
          <a:xfrm>
            <a:off x="93825" y="2847025"/>
            <a:ext cx="4761000" cy="820500"/>
          </a:xfrm>
          <a:prstGeom prst="rect">
            <a:avLst/>
          </a:prstGeom>
        </p:spPr>
        <p:txBody>
          <a:bodyPr wrap="square" lIns="91425" tIns="91425" rIns="91425" bIns="91425" anchor="t" anchorCtr="0"/>
          <a:lstStyle>
            <a:lvl1pPr lvl="0">
              <a:spcBef>
                <a:spcPts val="0"/>
              </a:spcBef>
              <a:spcAft>
                <a:spcPts val="0"/>
              </a:spcAft>
              <a:buNone/>
              <a:defRPr sz="1600">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25" name="Google Shape;25;p3"/>
          <p:cNvSpPr txBox="1">
            <a:spLocks noGrp="1"/>
          </p:cNvSpPr>
          <p:nvPr>
            <p:ph type="subTitle" idx="2"/>
          </p:nvPr>
        </p:nvSpPr>
        <p:spPr>
          <a:xfrm>
            <a:off x="116825" y="3667525"/>
            <a:ext cx="3546300" cy="693900"/>
          </a:xfrm>
          <a:prstGeom prst="rect">
            <a:avLst/>
          </a:prstGeom>
        </p:spPr>
        <p:txBody>
          <a:bodyPr wrap="square" lIns="91425" tIns="91425" rIns="91425" bIns="91425" anchor="t" anchorCtr="0"/>
          <a:lstStyle>
            <a:lvl1pPr lvl="0">
              <a:spcBef>
                <a:spcPts val="0"/>
              </a:spcBef>
              <a:spcAft>
                <a:spcPts val="0"/>
              </a:spcAft>
              <a:buNone/>
              <a:defRPr sz="1100" i="1">
                <a:solidFill>
                  <a:srgbClr val="7197B5"/>
                </a:solidFill>
                <a:latin typeface="Rubik Light"/>
                <a:ea typeface="Rubik Light"/>
              </a:defRPr>
            </a:lvl1pPr>
            <a:lvl2pPr lvl="1">
              <a:spcBef>
                <a:spcPts val="0"/>
              </a:spcBef>
              <a:spcAft>
                <a:spcPts val="0"/>
              </a:spcAft>
              <a:buNone/>
              <a:defRPr sz="1100" i="1">
                <a:latin typeface="Rubik"/>
                <a:ea typeface="Rubik"/>
              </a:defRPr>
            </a:lvl2pPr>
            <a:lvl3pPr lvl="2">
              <a:spcBef>
                <a:spcPts val="0"/>
              </a:spcBef>
              <a:spcAft>
                <a:spcPts val="0"/>
              </a:spcAft>
              <a:buNone/>
              <a:defRPr sz="1100" i="1">
                <a:latin typeface="Rubik"/>
                <a:ea typeface="Rubik"/>
              </a:defRPr>
            </a:lvl3pPr>
            <a:lvl4pPr lvl="3">
              <a:spcBef>
                <a:spcPts val="0"/>
              </a:spcBef>
              <a:spcAft>
                <a:spcPts val="0"/>
              </a:spcAft>
              <a:buNone/>
              <a:defRPr sz="1100" i="1">
                <a:latin typeface="Rubik"/>
                <a:ea typeface="Rubik"/>
              </a:defRPr>
            </a:lvl4pPr>
            <a:lvl5pPr lvl="4">
              <a:spcBef>
                <a:spcPts val="0"/>
              </a:spcBef>
              <a:spcAft>
                <a:spcPts val="0"/>
              </a:spcAft>
              <a:buNone/>
              <a:defRPr sz="1100" i="1">
                <a:latin typeface="Rubik"/>
                <a:ea typeface="Rubik"/>
              </a:defRPr>
            </a:lvl5pPr>
            <a:lvl6pPr lvl="5">
              <a:spcBef>
                <a:spcPts val="0"/>
              </a:spcBef>
              <a:spcAft>
                <a:spcPts val="0"/>
              </a:spcAft>
              <a:buNone/>
              <a:defRPr sz="1100" i="1">
                <a:latin typeface="Rubik"/>
                <a:ea typeface="Rubik"/>
              </a:defRPr>
            </a:lvl6pPr>
            <a:lvl7pPr lvl="6">
              <a:spcBef>
                <a:spcPts val="0"/>
              </a:spcBef>
              <a:spcAft>
                <a:spcPts val="0"/>
              </a:spcAft>
              <a:buNone/>
              <a:defRPr sz="1100" i="1">
                <a:latin typeface="Rubik"/>
                <a:ea typeface="Rubik"/>
              </a:defRPr>
            </a:lvl7pPr>
            <a:lvl8pPr lvl="7">
              <a:spcBef>
                <a:spcPts val="0"/>
              </a:spcBef>
              <a:spcAft>
                <a:spcPts val="0"/>
              </a:spcAft>
              <a:buNone/>
              <a:defRPr sz="1100" i="1">
                <a:latin typeface="Rubik"/>
                <a:ea typeface="Rubik"/>
              </a:defRPr>
            </a:lvl8pPr>
            <a:lvl9pPr lvl="8">
              <a:spcBef>
                <a:spcPts val="0"/>
              </a:spcBef>
              <a:spcAft>
                <a:spcPts val="0"/>
              </a:spcAft>
              <a:buNone/>
              <a:defRPr sz="1100" i="1">
                <a:latin typeface="Rubik"/>
                <a:ea typeface="Rubik"/>
              </a:defRPr>
            </a:lvl9pPr>
          </a:lstStyle>
          <a:p>
            <a:endParaRPr/>
          </a:p>
        </p:txBody>
      </p:sp>
    </p:spTree>
    <p:extLst>
      <p:ext uri="{BB962C8B-B14F-4D97-AF65-F5344CB8AC3E}">
        <p14:creationId xmlns:p14="http://schemas.microsoft.com/office/powerpoint/2010/main" val="2832521720"/>
      </p:ext>
    </p:extLst>
  </p:cSld>
  <p:clrMapOvr>
    <a:masterClrMapping/>
  </p:clrMapOvr>
  <p:extLst>
    <p:ext uri="{DCECCB84-F9BA-43D5-87BE-67443E8EF086}">
      <p15:sldGuideLst xmlns:p15="http://schemas.microsoft.com/office/powerpoint/2012/main">
        <p15:guide id="0" orient="horz" pos="1620">
          <p15:clr>
            <a:srgbClr val="FA7B17"/>
          </p15:clr>
        </p15:guide>
        <p15:guide id="1" pos="137">
          <p15:clr>
            <a:srgbClr val="FA7B17"/>
          </p15:clr>
        </p15:guide>
        <p15:guide id="2" pos="3024">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Agenda / Contents Slide">
    <p:bg>
      <p:bgPr>
        <a:solidFill>
          <a:srgbClr val="125284"/>
        </a:solidFill>
        <a:effectLst/>
      </p:bgPr>
    </p:bg>
    <p:spTree>
      <p:nvGrpSpPr>
        <p:cNvPr id="1" name="Shape 26"/>
        <p:cNvGrpSpPr/>
        <p:nvPr/>
      </p:nvGrpSpPr>
      <p:grpSpPr>
        <a:xfrm>
          <a:off x="0" y="0"/>
          <a:ext cx="0" cy="0"/>
          <a:chOff x="0" y="0"/>
          <a:chExt cx="0" cy="0"/>
        </a:xfrm>
      </p:grpSpPr>
      <p:sp>
        <p:nvSpPr>
          <p:cNvPr id="27" name="Google Shape;27;p4"/>
          <p:cNvSpPr txBox="1"/>
          <p:nvPr/>
        </p:nvSpPr>
        <p:spPr>
          <a:xfrm>
            <a:off x="170025" y="230325"/>
            <a:ext cx="4329600" cy="4329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1800">
                <a:solidFill>
                  <a:schemeClr val="accent1"/>
                </a:solidFill>
                <a:latin typeface="Poppins"/>
                <a:ea typeface="Poppins"/>
              </a:rPr>
              <a:t>contents</a:t>
            </a:r>
            <a:endParaRPr sz="1800">
              <a:solidFill>
                <a:schemeClr val="accent1"/>
              </a:solidFill>
              <a:latin typeface="Poppins"/>
              <a:ea typeface="Poppins"/>
            </a:endParaRPr>
          </a:p>
          <a:p>
            <a:pPr marL="0" lvl="0" indent="0" algn="l">
              <a:spcBef>
                <a:spcPts val="0"/>
              </a:spcBef>
              <a:spcAft>
                <a:spcPts val="0"/>
              </a:spcAft>
              <a:buNone/>
            </a:pPr>
            <a:r>
              <a:rPr lang="en" altLang="en" sz="1600">
                <a:solidFill>
                  <a:srgbClr val="FB394D"/>
                </a:solidFill>
                <a:latin typeface="Rubik"/>
                <a:ea typeface="Rubik"/>
              </a:rPr>
              <a:t>–</a:t>
            </a:r>
            <a:endParaRPr sz="1600">
              <a:solidFill>
                <a:srgbClr val="FB394D"/>
              </a:solidFill>
              <a:latin typeface="Rubik"/>
              <a:ea typeface="Rubik"/>
            </a:endParaRPr>
          </a:p>
        </p:txBody>
      </p:sp>
      <p:sp>
        <p:nvSpPr>
          <p:cNvPr id="28" name="Google Shape;28;p4"/>
          <p:cNvSpPr txBox="1"/>
          <p:nvPr/>
        </p:nvSpPr>
        <p:spPr>
          <a:xfrm>
            <a:off x="4754025" y="230325"/>
            <a:ext cx="4180800" cy="3017400"/>
          </a:xfrm>
          <a:prstGeom prst="rect">
            <a:avLst/>
          </a:prstGeom>
          <a:noFill/>
          <a:ln>
            <a:noFill/>
          </a:ln>
        </p:spPr>
        <p:txBody>
          <a:bodyPr wrap="square" lIns="0" tIns="0" rIns="0" bIns="0" anchor="t" anchorCtr="0"/>
          <a:lstStyle/>
          <a:p>
            <a:pPr marL="0" lvl="0" indent="0" algn="l">
              <a:lnSpc>
                <a:spcPct val="150000"/>
              </a:lnSpc>
              <a:spcBef>
                <a:spcPts val="0"/>
              </a:spcBef>
              <a:spcAft>
                <a:spcPts val="0"/>
              </a:spcAft>
              <a:buClr>
                <a:srgbClr val="000000"/>
              </a:buClr>
              <a:buSzPts val="1100"/>
              <a:buFont typeface="Arial"/>
              <a:buNone/>
            </a:pPr>
            <a:r>
              <a:rPr lang="en" altLang="en">
                <a:solidFill>
                  <a:srgbClr val="FB394D"/>
                </a:solidFill>
                <a:latin typeface="Poppins"/>
                <a:ea typeface="Poppins"/>
              </a:rPr>
              <a:t>01</a:t>
            </a:r>
            <a:r>
              <a:rPr lang="en" altLang="en">
                <a:solidFill>
                  <a:srgbClr val="7197B5"/>
                </a:solidFill>
                <a:latin typeface="Poppins"/>
                <a:ea typeface="Poppins"/>
              </a:rPr>
              <a:t> </a:t>
            </a:r>
            <a:r>
              <a:rPr lang="en" altLang="en">
                <a:solidFill>
                  <a:srgbClr val="FFFFFF"/>
                </a:solidFill>
                <a:latin typeface="Poppins"/>
                <a:ea typeface="Poppins"/>
              </a:rPr>
              <a:t>	</a:t>
            </a:r>
            <a:endParaRPr>
              <a:solidFill>
                <a:srgbClr val="FFFFFF"/>
              </a:solidFill>
              <a:latin typeface="Poppins"/>
              <a:ea typeface="Poppins"/>
            </a:endParaRPr>
          </a:p>
          <a:p>
            <a:pPr marL="0" lvl="0" indent="0" algn="l">
              <a:lnSpc>
                <a:spcPct val="150000"/>
              </a:lnSpc>
              <a:spcBef>
                <a:spcPts val="0"/>
              </a:spcBef>
              <a:spcAft>
                <a:spcPts val="0"/>
              </a:spcAft>
              <a:buClr>
                <a:srgbClr val="000000"/>
              </a:buClr>
              <a:buSzPts val="1100"/>
              <a:buFont typeface="Arial"/>
              <a:buNone/>
            </a:pPr>
            <a:r>
              <a:rPr lang="en" altLang="en">
                <a:solidFill>
                  <a:srgbClr val="FB394D"/>
                </a:solidFill>
                <a:latin typeface="Poppins"/>
                <a:ea typeface="Poppins"/>
              </a:rPr>
              <a:t>02</a:t>
            </a:r>
            <a:r>
              <a:rPr lang="en" altLang="en">
                <a:solidFill>
                  <a:srgbClr val="FFFFFF"/>
                </a:solidFill>
                <a:latin typeface="Poppins"/>
                <a:ea typeface="Poppins"/>
              </a:rPr>
              <a:t> 	</a:t>
            </a:r>
            <a:endParaRPr>
              <a:solidFill>
                <a:srgbClr val="FFFFFF"/>
              </a:solidFill>
              <a:latin typeface="Poppins"/>
              <a:ea typeface="Poppins"/>
            </a:endParaRPr>
          </a:p>
          <a:p>
            <a:pPr marL="0" lvl="0" indent="0" algn="l">
              <a:lnSpc>
                <a:spcPct val="150000"/>
              </a:lnSpc>
              <a:spcBef>
                <a:spcPts val="0"/>
              </a:spcBef>
              <a:spcAft>
                <a:spcPts val="0"/>
              </a:spcAft>
              <a:buClr>
                <a:srgbClr val="000000"/>
              </a:buClr>
              <a:buSzPts val="1100"/>
              <a:buFont typeface="Arial"/>
              <a:buNone/>
            </a:pPr>
            <a:r>
              <a:rPr lang="en" altLang="en">
                <a:solidFill>
                  <a:srgbClr val="FB394D"/>
                </a:solidFill>
                <a:latin typeface="Poppins"/>
                <a:ea typeface="Poppins"/>
              </a:rPr>
              <a:t>03</a:t>
            </a:r>
            <a:r>
              <a:rPr lang="en" altLang="en">
                <a:solidFill>
                  <a:srgbClr val="FFFFFF"/>
                </a:solidFill>
                <a:latin typeface="Poppins"/>
                <a:ea typeface="Poppins"/>
              </a:rPr>
              <a:t> 	</a:t>
            </a:r>
            <a:endParaRPr>
              <a:solidFill>
                <a:srgbClr val="FFFFFF"/>
              </a:solidFill>
              <a:latin typeface="Poppins"/>
              <a:ea typeface="Poppins"/>
            </a:endParaRPr>
          </a:p>
          <a:p>
            <a:pPr marL="0" lvl="0" indent="0" algn="l">
              <a:lnSpc>
                <a:spcPct val="150000"/>
              </a:lnSpc>
              <a:spcBef>
                <a:spcPts val="0"/>
              </a:spcBef>
              <a:spcAft>
                <a:spcPts val="0"/>
              </a:spcAft>
              <a:buClr>
                <a:srgbClr val="000000"/>
              </a:buClr>
              <a:buSzPts val="1100"/>
              <a:buFont typeface="Arial"/>
              <a:buNone/>
            </a:pPr>
            <a:r>
              <a:rPr lang="en" altLang="en">
                <a:solidFill>
                  <a:srgbClr val="FB394D"/>
                </a:solidFill>
                <a:latin typeface="Poppins"/>
                <a:ea typeface="Poppins"/>
              </a:rPr>
              <a:t>04</a:t>
            </a:r>
            <a:r>
              <a:rPr lang="en" altLang="en">
                <a:solidFill>
                  <a:srgbClr val="FFFFFF"/>
                </a:solidFill>
                <a:latin typeface="Poppins"/>
                <a:ea typeface="Poppins"/>
              </a:rPr>
              <a:t> 	</a:t>
            </a:r>
            <a:endParaRPr>
              <a:solidFill>
                <a:srgbClr val="FFFFFF"/>
              </a:solidFill>
              <a:latin typeface="Poppins"/>
              <a:ea typeface="Poppins"/>
            </a:endParaRPr>
          </a:p>
          <a:p>
            <a:pPr marL="0" lvl="0" indent="0" algn="l">
              <a:lnSpc>
                <a:spcPct val="150000"/>
              </a:lnSpc>
              <a:spcBef>
                <a:spcPts val="0"/>
              </a:spcBef>
              <a:spcAft>
                <a:spcPts val="0"/>
              </a:spcAft>
              <a:buClr>
                <a:srgbClr val="000000"/>
              </a:buClr>
              <a:buSzPts val="1100"/>
              <a:buFont typeface="Arial"/>
              <a:buNone/>
            </a:pPr>
            <a:r>
              <a:rPr lang="en" altLang="en">
                <a:solidFill>
                  <a:srgbClr val="FB394D"/>
                </a:solidFill>
                <a:latin typeface="Poppins"/>
                <a:ea typeface="Poppins"/>
              </a:rPr>
              <a:t>05</a:t>
            </a:r>
            <a:r>
              <a:rPr lang="en" altLang="en">
                <a:solidFill>
                  <a:srgbClr val="FFFFFF"/>
                </a:solidFill>
                <a:latin typeface="Poppins"/>
                <a:ea typeface="Poppins"/>
              </a:rPr>
              <a:t> 	</a:t>
            </a:r>
            <a:endParaRPr>
              <a:solidFill>
                <a:srgbClr val="FFFFFF"/>
              </a:solidFill>
              <a:latin typeface="Poppins"/>
              <a:ea typeface="Poppins"/>
            </a:endParaRPr>
          </a:p>
        </p:txBody>
      </p:sp>
      <p:sp>
        <p:nvSpPr>
          <p:cNvPr id="29" name="Google Shape;29;p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sp>
        <p:nvSpPr>
          <p:cNvPr id="30" name="Google Shape;30;p4"/>
          <p:cNvSpPr txBox="1">
            <a:spLocks noGrp="1"/>
          </p:cNvSpPr>
          <p:nvPr>
            <p:ph type="subTitle" idx="1"/>
          </p:nvPr>
        </p:nvSpPr>
        <p:spPr>
          <a:xfrm>
            <a:off x="5136100" y="163775"/>
            <a:ext cx="3048000" cy="287700"/>
          </a:xfrm>
          <a:prstGeom prst="rect">
            <a:avLst/>
          </a:prstGeom>
        </p:spPr>
        <p:txBody>
          <a:bodyPr wrap="square" lIns="91425" tIns="91425" rIns="91425" bIns="91425" anchor="t" anchorCtr="0"/>
          <a:lstStyle>
            <a:lvl1pPr lvl="0">
              <a:spcBef>
                <a:spcPts val="0"/>
              </a:spcBef>
              <a:spcAft>
                <a:spcPts val="0"/>
              </a:spcAft>
              <a:buNone/>
              <a:defRPr>
                <a:solidFill>
                  <a:srgbClr val="FFFFFF"/>
                </a:solidFill>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31" name="Google Shape;31;p4"/>
          <p:cNvSpPr txBox="1">
            <a:spLocks noGrp="1"/>
          </p:cNvSpPr>
          <p:nvPr>
            <p:ph type="subTitle" idx="2"/>
          </p:nvPr>
        </p:nvSpPr>
        <p:spPr>
          <a:xfrm>
            <a:off x="5136100" y="468575"/>
            <a:ext cx="3048000" cy="287700"/>
          </a:xfrm>
          <a:prstGeom prst="rect">
            <a:avLst/>
          </a:prstGeom>
        </p:spPr>
        <p:txBody>
          <a:bodyPr wrap="square" lIns="91425" tIns="91425" rIns="91425" bIns="91425" anchor="t" anchorCtr="0"/>
          <a:lstStyle>
            <a:lvl1pPr lvl="0">
              <a:spcBef>
                <a:spcPts val="0"/>
              </a:spcBef>
              <a:spcAft>
                <a:spcPts val="0"/>
              </a:spcAft>
              <a:buNone/>
              <a:defRPr>
                <a:solidFill>
                  <a:srgbClr val="FFFFFF"/>
                </a:solidFill>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32" name="Google Shape;32;p4"/>
          <p:cNvSpPr txBox="1">
            <a:spLocks noGrp="1"/>
          </p:cNvSpPr>
          <p:nvPr>
            <p:ph type="subTitle" idx="3"/>
          </p:nvPr>
        </p:nvSpPr>
        <p:spPr>
          <a:xfrm>
            <a:off x="5136100" y="773375"/>
            <a:ext cx="3048000" cy="287700"/>
          </a:xfrm>
          <a:prstGeom prst="rect">
            <a:avLst/>
          </a:prstGeom>
        </p:spPr>
        <p:txBody>
          <a:bodyPr wrap="square" lIns="91425" tIns="91425" rIns="91425" bIns="91425" anchor="t" anchorCtr="0"/>
          <a:lstStyle>
            <a:lvl1pPr lvl="0">
              <a:spcBef>
                <a:spcPts val="0"/>
              </a:spcBef>
              <a:spcAft>
                <a:spcPts val="0"/>
              </a:spcAft>
              <a:buNone/>
              <a:defRPr>
                <a:solidFill>
                  <a:srgbClr val="FFFFFF"/>
                </a:solidFill>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33" name="Google Shape;33;p4"/>
          <p:cNvSpPr txBox="1">
            <a:spLocks noGrp="1"/>
          </p:cNvSpPr>
          <p:nvPr>
            <p:ph type="subTitle" idx="4"/>
          </p:nvPr>
        </p:nvSpPr>
        <p:spPr>
          <a:xfrm>
            <a:off x="5136100" y="1078175"/>
            <a:ext cx="3048000" cy="287700"/>
          </a:xfrm>
          <a:prstGeom prst="rect">
            <a:avLst/>
          </a:prstGeom>
        </p:spPr>
        <p:txBody>
          <a:bodyPr wrap="square" lIns="91425" tIns="91425" rIns="91425" bIns="91425" anchor="t" anchorCtr="0"/>
          <a:lstStyle>
            <a:lvl1pPr lvl="0">
              <a:spcBef>
                <a:spcPts val="0"/>
              </a:spcBef>
              <a:spcAft>
                <a:spcPts val="0"/>
              </a:spcAft>
              <a:buNone/>
              <a:defRPr>
                <a:solidFill>
                  <a:srgbClr val="FFFFFF"/>
                </a:solidFill>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34" name="Google Shape;34;p4"/>
          <p:cNvSpPr txBox="1">
            <a:spLocks noGrp="1"/>
          </p:cNvSpPr>
          <p:nvPr>
            <p:ph type="subTitle" idx="5"/>
          </p:nvPr>
        </p:nvSpPr>
        <p:spPr>
          <a:xfrm>
            <a:off x="5136100" y="1382975"/>
            <a:ext cx="3048000" cy="287700"/>
          </a:xfrm>
          <a:prstGeom prst="rect">
            <a:avLst/>
          </a:prstGeom>
        </p:spPr>
        <p:txBody>
          <a:bodyPr wrap="square" lIns="91425" tIns="91425" rIns="91425" bIns="91425" anchor="t" anchorCtr="0"/>
          <a:lstStyle>
            <a:lvl1pPr lvl="0">
              <a:spcBef>
                <a:spcPts val="0"/>
              </a:spcBef>
              <a:spcAft>
                <a:spcPts val="0"/>
              </a:spcAft>
              <a:buNone/>
              <a:defRPr>
                <a:solidFill>
                  <a:srgbClr val="FFFFFF"/>
                </a:solidFill>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pic>
        <p:nvPicPr>
          <p:cNvPr id="35" name="Google Shape;35;p4"/>
          <p:cNvPicPr preferRelativeResize="0">
            <a:picLocks/>
          </p:cNvPicPr>
          <p:nvPr/>
        </p:nvPicPr>
        <p:blipFill>
          <a:blip r:embed="rId2">
            <a:alphaModFix/>
          </a:blip>
          <a:stretch>
            <a:fillRect/>
          </a:stretch>
        </p:blipFill>
        <p:spPr>
          <a:xfrm>
            <a:off x="8071550" y="4645400"/>
            <a:ext cx="929251" cy="309750"/>
          </a:xfrm>
          <a:prstGeom prst="rect">
            <a:avLst/>
          </a:prstGeom>
          <a:noFill/>
          <a:ln>
            <a:noFill/>
          </a:ln>
        </p:spPr>
      </p:pic>
    </p:spTree>
    <p:extLst>
      <p:ext uri="{BB962C8B-B14F-4D97-AF65-F5344CB8AC3E}">
        <p14:creationId xmlns:p14="http://schemas.microsoft.com/office/powerpoint/2010/main" val="1150127868"/>
      </p:ext>
    </p:extLst>
  </p:cSld>
  <p:clrMapOvr>
    <a:masterClrMapping/>
  </p:clrMapOvr>
  <p:extLst>
    <p:ext uri="{DCECCB84-F9BA-43D5-87BE-67443E8EF086}">
      <p15:sldGuideLst xmlns:p15="http://schemas.microsoft.com/office/powerpoint/2012/main">
        <p15:guide id="0" pos="328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header / Divider (Dark)">
    <p:bg>
      <p:bgPr>
        <a:solidFill>
          <a:srgbClr val="125284"/>
        </a:solidFill>
        <a:effectLst/>
      </p:bgPr>
    </p:bg>
    <p:spTree>
      <p:nvGrpSpPr>
        <p:cNvPr id="1" name="Shape 36"/>
        <p:cNvGrpSpPr/>
        <p:nvPr/>
      </p:nvGrpSpPr>
      <p:grpSpPr>
        <a:xfrm>
          <a:off x="0" y="0"/>
          <a:ext cx="0" cy="0"/>
          <a:chOff x="0" y="0"/>
          <a:chExt cx="0" cy="0"/>
        </a:xfrm>
      </p:grpSpPr>
      <p:sp>
        <p:nvSpPr>
          <p:cNvPr id="37" name="Google Shape;37;p5"/>
          <p:cNvSpPr txBox="1"/>
          <p:nvPr/>
        </p:nvSpPr>
        <p:spPr>
          <a:xfrm>
            <a:off x="170025" y="230325"/>
            <a:ext cx="4329600" cy="778500"/>
          </a:xfrm>
          <a:prstGeom prst="rect">
            <a:avLst/>
          </a:prstGeom>
          <a:noFill/>
          <a:ln>
            <a:noFill/>
          </a:ln>
        </p:spPr>
        <p:txBody>
          <a:bodyPr wrap="square" lIns="0" tIns="0" rIns="0" bIns="0" anchor="t" anchorCtr="0"/>
          <a:lstStyle/>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r>
              <a:rPr lang="en" altLang="en" sz="2400">
                <a:solidFill>
                  <a:srgbClr val="FB394D"/>
                </a:solidFill>
                <a:latin typeface="Rubik"/>
                <a:ea typeface="Rubik"/>
              </a:rPr>
              <a:t>–</a:t>
            </a:r>
            <a:endParaRPr sz="2400">
              <a:solidFill>
                <a:srgbClr val="FB394D"/>
              </a:solidFill>
              <a:latin typeface="Rubik"/>
              <a:ea typeface="Rubik"/>
            </a:endParaRPr>
          </a:p>
        </p:txBody>
      </p:sp>
      <p:sp>
        <p:nvSpPr>
          <p:cNvPr id="38" name="Google Shape;38;p5"/>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sp>
        <p:nvSpPr>
          <p:cNvPr id="39" name="Google Shape;39;p5"/>
          <p:cNvSpPr txBox="1">
            <a:spLocks noGrp="1"/>
          </p:cNvSpPr>
          <p:nvPr>
            <p:ph type="title"/>
          </p:nvPr>
        </p:nvSpPr>
        <p:spPr>
          <a:xfrm>
            <a:off x="93825" y="171625"/>
            <a:ext cx="6302700" cy="593400"/>
          </a:xfrm>
          <a:prstGeom prst="rect">
            <a:avLst/>
          </a:prstGeom>
        </p:spPr>
        <p:txBody>
          <a:bodyPr wrap="square" lIns="91425" tIns="91425" rIns="91425" bIns="91425" anchor="t" anchorCtr="0"/>
          <a:lstStyle>
            <a:lvl1pPr lvl="0">
              <a:spcBef>
                <a:spcPts val="0"/>
              </a:spcBef>
              <a:spcAft>
                <a:spcPts val="0"/>
              </a:spcAft>
              <a:buNone/>
              <a:defRPr sz="2800">
                <a:solidFill>
                  <a:srgbClr val="FFFFFF"/>
                </a:solidFill>
                <a:latin typeface="Rubik"/>
                <a:ea typeface="Rubi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pic>
        <p:nvPicPr>
          <p:cNvPr id="40" name="Google Shape;40;p5"/>
          <p:cNvPicPr preferRelativeResize="0">
            <a:picLocks/>
          </p:cNvPicPr>
          <p:nvPr/>
        </p:nvPicPr>
        <p:blipFill>
          <a:blip r:embed="rId2">
            <a:alphaModFix/>
          </a:blip>
          <a:stretch>
            <a:fillRect/>
          </a:stretch>
        </p:blipFill>
        <p:spPr>
          <a:xfrm>
            <a:off x="8071550" y="4645400"/>
            <a:ext cx="929251" cy="309750"/>
          </a:xfrm>
          <a:prstGeom prst="rect">
            <a:avLst/>
          </a:prstGeom>
          <a:noFill/>
          <a:ln>
            <a:noFill/>
          </a:ln>
        </p:spPr>
      </p:pic>
    </p:spTree>
    <p:extLst>
      <p:ext uri="{BB962C8B-B14F-4D97-AF65-F5344CB8AC3E}">
        <p14:creationId xmlns:p14="http://schemas.microsoft.com/office/powerpoint/2010/main" val="1161919865"/>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 and body">
    <p:spTree>
      <p:nvGrpSpPr>
        <p:cNvPr id="1" name="Shape 41"/>
        <p:cNvGrpSpPr/>
        <p:nvPr/>
      </p:nvGrpSpPr>
      <p:grpSpPr>
        <a:xfrm>
          <a:off x="0" y="0"/>
          <a:ext cx="0" cy="0"/>
          <a:chOff x="0" y="0"/>
          <a:chExt cx="0" cy="0"/>
        </a:xfrm>
      </p:grpSpPr>
      <p:sp>
        <p:nvSpPr>
          <p:cNvPr id="42" name="Google Shape;42;p6"/>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43" name="Google Shape;43;p6"/>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44" name="Google Shape;44;p6"/>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45" name="Google Shape;45;p6"/>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46" name="Google Shape;46;p6"/>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47" name="Google Shape;47;p6"/>
          <p:cNvSpPr txBox="1">
            <a:spLocks noGrp="1"/>
          </p:cNvSpPr>
          <p:nvPr>
            <p:ph type="body" idx="1"/>
          </p:nvPr>
        </p:nvSpPr>
        <p:spPr>
          <a:xfrm>
            <a:off x="170025" y="920925"/>
            <a:ext cx="79014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Tree>
    <p:extLst>
      <p:ext uri="{BB962C8B-B14F-4D97-AF65-F5344CB8AC3E}">
        <p14:creationId xmlns:p14="http://schemas.microsoft.com/office/powerpoint/2010/main" val="3947729515"/>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with one column - for image / graph">
    <p:spTree>
      <p:nvGrpSpPr>
        <p:cNvPr id="1" name="Shape 48"/>
        <p:cNvGrpSpPr/>
        <p:nvPr/>
      </p:nvGrpSpPr>
      <p:grpSpPr>
        <a:xfrm>
          <a:off x="0" y="0"/>
          <a:ext cx="0" cy="0"/>
          <a:chOff x="0" y="0"/>
          <a:chExt cx="0" cy="0"/>
        </a:xfrm>
      </p:grpSpPr>
      <p:sp>
        <p:nvSpPr>
          <p:cNvPr id="49" name="Google Shape;49;p7"/>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50" name="Google Shape;50;p7"/>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51" name="Google Shape;51;p7"/>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52" name="Google Shape;52;p7"/>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53" name="Google Shape;53;p7"/>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54" name="Google Shape;54;p7"/>
          <p:cNvSpPr txBox="1">
            <a:spLocks noGrp="1"/>
          </p:cNvSpPr>
          <p:nvPr>
            <p:ph type="body" idx="1"/>
          </p:nvPr>
        </p:nvSpPr>
        <p:spPr>
          <a:xfrm>
            <a:off x="4700925" y="1216625"/>
            <a:ext cx="3859800" cy="31074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0"/>
              </a:spcAft>
              <a:buClr>
                <a:srgbClr val="125284"/>
              </a:buClr>
              <a:buSzPts val="1400"/>
              <a:buFont typeface="Nunito"/>
              <a:buChar char="■"/>
              <a:defRPr>
                <a:solidFill>
                  <a:srgbClr val="125284"/>
                </a:solidFill>
                <a:latin typeface="Nunito"/>
                <a:ea typeface="Nunito"/>
              </a:defRPr>
            </a:lvl9pPr>
          </a:lstStyle>
          <a:p>
            <a:endParaRPr/>
          </a:p>
        </p:txBody>
      </p:sp>
      <p:sp>
        <p:nvSpPr>
          <p:cNvPr id="55" name="Google Shape;55;p7"/>
          <p:cNvSpPr txBox="1">
            <a:spLocks noGrp="1"/>
          </p:cNvSpPr>
          <p:nvPr>
            <p:ph type="subTitle" idx="2"/>
          </p:nvPr>
        </p:nvSpPr>
        <p:spPr>
          <a:xfrm>
            <a:off x="4700925" y="822275"/>
            <a:ext cx="3480300" cy="309600"/>
          </a:xfrm>
          <a:prstGeom prst="rect">
            <a:avLst/>
          </a:prstGeom>
        </p:spPr>
        <p:txBody>
          <a:bodyPr wrap="square" lIns="91425" tIns="91425" rIns="91425" bIns="91425" anchor="t" anchorCtr="0"/>
          <a:lstStyle>
            <a:lvl1pPr lvl="0">
              <a:spcBef>
                <a:spcPts val="0"/>
              </a:spcBef>
              <a:spcAft>
                <a:spcPts val="0"/>
              </a:spcAft>
              <a:buNone/>
              <a:defRPr sz="1600" b="1">
                <a:solidFill>
                  <a:srgbClr val="FB394D"/>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Tree>
    <p:extLst>
      <p:ext uri="{BB962C8B-B14F-4D97-AF65-F5344CB8AC3E}">
        <p14:creationId xmlns:p14="http://schemas.microsoft.com/office/powerpoint/2010/main" val="2334696994"/>
      </p:ext>
    </p:extLst>
  </p:cSld>
  <p:clrMapOvr>
    <a:masterClrMapping/>
  </p:clrMapOvr>
  <p:extLst>
    <p:ext uri="{DCECCB84-F9BA-43D5-87BE-67443E8EF086}">
      <p15:sldGuideLst xmlns:p15="http://schemas.microsoft.com/office/powerpoint/2012/main">
        <p15:guide id="0" orient="horz" pos="1620">
          <p15:clr>
            <a:srgbClr val="FA7B17"/>
          </p15:clr>
        </p15:guide>
        <p15:guide id="1" pos="2961">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itle and three columns">
    <p:spTree>
      <p:nvGrpSpPr>
        <p:cNvPr id="1" name="Shape 56"/>
        <p:cNvGrpSpPr/>
        <p:nvPr/>
      </p:nvGrpSpPr>
      <p:grpSpPr>
        <a:xfrm>
          <a:off x="0" y="0"/>
          <a:ext cx="0" cy="0"/>
          <a:chOff x="0" y="0"/>
          <a:chExt cx="0" cy="0"/>
        </a:xfrm>
      </p:grpSpPr>
      <p:sp>
        <p:nvSpPr>
          <p:cNvPr id="57" name="Google Shape;57;p8"/>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58" name="Google Shape;58;p8"/>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59" name="Google Shape;59;p8"/>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60" name="Google Shape;60;p8"/>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61" name="Google Shape;61;p8"/>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62" name="Google Shape;62;p8"/>
          <p:cNvSpPr txBox="1">
            <a:spLocks noGrp="1"/>
          </p:cNvSpPr>
          <p:nvPr>
            <p:ph type="body" idx="1"/>
          </p:nvPr>
        </p:nvSpPr>
        <p:spPr>
          <a:xfrm>
            <a:off x="170025" y="920925"/>
            <a:ext cx="27153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
        <p:nvSpPr>
          <p:cNvPr id="63" name="Google Shape;63;p8"/>
          <p:cNvSpPr txBox="1">
            <a:spLocks noGrp="1"/>
          </p:cNvSpPr>
          <p:nvPr>
            <p:ph type="body" idx="2"/>
          </p:nvPr>
        </p:nvSpPr>
        <p:spPr>
          <a:xfrm>
            <a:off x="3065625" y="920925"/>
            <a:ext cx="27153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
        <p:nvSpPr>
          <p:cNvPr id="64" name="Google Shape;64;p8"/>
          <p:cNvSpPr txBox="1">
            <a:spLocks noGrp="1"/>
          </p:cNvSpPr>
          <p:nvPr>
            <p:ph type="body" idx="3"/>
          </p:nvPr>
        </p:nvSpPr>
        <p:spPr>
          <a:xfrm>
            <a:off x="5961225" y="920925"/>
            <a:ext cx="27153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Tree>
    <p:extLst>
      <p:ext uri="{BB962C8B-B14F-4D97-AF65-F5344CB8AC3E}">
        <p14:creationId xmlns:p14="http://schemas.microsoft.com/office/powerpoint/2010/main" val="817187482"/>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Cover Slide - Design 2 (Dark)">
    <p:bg>
      <p:bgPr>
        <a:solidFill>
          <a:srgbClr val="125284"/>
        </a:solidFill>
        <a:effectLst/>
      </p:bgPr>
    </p:bg>
    <p:spTree>
      <p:nvGrpSpPr>
        <p:cNvPr id="1" name="Shape 65"/>
        <p:cNvGrpSpPr/>
        <p:nvPr/>
      </p:nvGrpSpPr>
      <p:grpSpPr>
        <a:xfrm>
          <a:off x="0" y="0"/>
          <a:ext cx="0" cy="0"/>
          <a:chOff x="0" y="0"/>
          <a:chExt cx="0" cy="0"/>
        </a:xfrm>
      </p:grpSpPr>
      <p:sp>
        <p:nvSpPr>
          <p:cNvPr id="66" name="Google Shape;66;p9"/>
          <p:cNvSpPr/>
          <p:nvPr/>
        </p:nvSpPr>
        <p:spPr>
          <a:xfrm>
            <a:off x="0" y="0"/>
            <a:ext cx="9144000" cy="5143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cxnSp>
        <p:nvCxnSpPr>
          <p:cNvPr id="67" name="Google Shape;67;p9"/>
          <p:cNvCxnSpPr/>
          <p:nvPr/>
        </p:nvCxnSpPr>
        <p:spPr>
          <a:xfrm>
            <a:off x="216950" y="2757425"/>
            <a:ext cx="262200" cy="0"/>
          </a:xfrm>
          <a:prstGeom prst="straightConnector1">
            <a:avLst/>
          </a:prstGeom>
          <a:noFill/>
          <a:ln w="19050" cap="flat" cmpd="sng">
            <a:solidFill>
              <a:srgbClr val="FB394D"/>
            </a:solidFill>
            <a:prstDash val="solid"/>
            <a:round/>
            <a:headEnd type="none" w="med" len="med"/>
            <a:tailEnd type="none" w="med" len="med"/>
          </a:ln>
        </p:spPr>
      </p:cxnSp>
      <p:sp>
        <p:nvSpPr>
          <p:cNvPr id="68" name="Google Shape;68;p9"/>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pic>
        <p:nvPicPr>
          <p:cNvPr id="69" name="Google Shape;69;p9"/>
          <p:cNvPicPr preferRelativeResize="0">
            <a:picLocks/>
          </p:cNvPicPr>
          <p:nvPr/>
        </p:nvPicPr>
        <p:blipFill>
          <a:blip r:embed="rId2">
            <a:alphaModFix/>
          </a:blip>
          <a:stretch>
            <a:fillRect/>
          </a:stretch>
        </p:blipFill>
        <p:spPr>
          <a:xfrm>
            <a:off x="8071570" y="4645400"/>
            <a:ext cx="929229" cy="309750"/>
          </a:xfrm>
          <a:prstGeom prst="rect">
            <a:avLst/>
          </a:prstGeom>
          <a:noFill/>
          <a:ln>
            <a:noFill/>
          </a:ln>
        </p:spPr>
      </p:pic>
      <p:pic>
        <p:nvPicPr>
          <p:cNvPr id="70" name="Google Shape;70;p9"/>
          <p:cNvPicPr preferRelativeResize="0">
            <a:picLocks/>
          </p:cNvPicPr>
          <p:nvPr/>
        </p:nvPicPr>
        <p:blipFill>
          <a:blip r:embed="rId3">
            <a:alphaModFix/>
          </a:blip>
          <a:stretch>
            <a:fillRect/>
          </a:stretch>
        </p:blipFill>
        <p:spPr>
          <a:xfrm>
            <a:off x="4958900" y="698850"/>
            <a:ext cx="2883600" cy="2883600"/>
          </a:xfrm>
          <a:prstGeom prst="rect">
            <a:avLst/>
          </a:prstGeom>
          <a:noFill/>
          <a:ln>
            <a:noFill/>
          </a:ln>
        </p:spPr>
      </p:pic>
      <p:sp>
        <p:nvSpPr>
          <p:cNvPr id="71" name="Google Shape;71;p9"/>
          <p:cNvSpPr txBox="1">
            <a:spLocks noGrp="1"/>
          </p:cNvSpPr>
          <p:nvPr>
            <p:ph type="title"/>
          </p:nvPr>
        </p:nvSpPr>
        <p:spPr>
          <a:xfrm>
            <a:off x="93825" y="875725"/>
            <a:ext cx="4680600" cy="1899600"/>
          </a:xfrm>
          <a:prstGeom prst="rect">
            <a:avLst/>
          </a:prstGeom>
        </p:spPr>
        <p:txBody>
          <a:bodyPr wrap="square" lIns="91425" tIns="91425" rIns="91425" bIns="91425" anchor="b" anchorCtr="0"/>
          <a:lstStyle>
            <a:lvl1pPr lvl="0">
              <a:spcBef>
                <a:spcPts val="0"/>
              </a:spcBef>
              <a:spcAft>
                <a:spcPts val="0"/>
              </a:spcAft>
              <a:buNone/>
              <a:defRPr sz="3600">
                <a:solidFill>
                  <a:srgbClr val="FFFFFF"/>
                </a:solidFill>
              </a:defRPr>
            </a:lvl1pPr>
            <a:lvl2pPr lvl="1">
              <a:spcBef>
                <a:spcPts val="0"/>
              </a:spcBef>
              <a:spcAft>
                <a:spcPts val="0"/>
              </a:spcAft>
              <a:buNone/>
              <a:defRPr>
                <a:solidFill>
                  <a:srgbClr val="FFFFFF"/>
                </a:solidFill>
                <a:latin typeface="Nunito Sans"/>
                <a:ea typeface="Nunito Sans"/>
              </a:defRPr>
            </a:lvl2pPr>
            <a:lvl3pPr lvl="2">
              <a:spcBef>
                <a:spcPts val="0"/>
              </a:spcBef>
              <a:spcAft>
                <a:spcPts val="0"/>
              </a:spcAft>
              <a:buNone/>
              <a:defRPr>
                <a:solidFill>
                  <a:srgbClr val="FFFFFF"/>
                </a:solidFill>
                <a:latin typeface="Nunito Sans"/>
                <a:ea typeface="Nunito Sans"/>
              </a:defRPr>
            </a:lvl3pPr>
            <a:lvl4pPr lvl="3">
              <a:spcBef>
                <a:spcPts val="0"/>
              </a:spcBef>
              <a:spcAft>
                <a:spcPts val="0"/>
              </a:spcAft>
              <a:buNone/>
              <a:defRPr>
                <a:solidFill>
                  <a:srgbClr val="FFFFFF"/>
                </a:solidFill>
                <a:latin typeface="Nunito Sans"/>
                <a:ea typeface="Nunito Sans"/>
              </a:defRPr>
            </a:lvl4pPr>
            <a:lvl5pPr lvl="4">
              <a:spcBef>
                <a:spcPts val="0"/>
              </a:spcBef>
              <a:spcAft>
                <a:spcPts val="0"/>
              </a:spcAft>
              <a:buNone/>
              <a:defRPr>
                <a:solidFill>
                  <a:srgbClr val="FFFFFF"/>
                </a:solidFill>
                <a:latin typeface="Nunito Sans"/>
                <a:ea typeface="Nunito Sans"/>
              </a:defRPr>
            </a:lvl5pPr>
            <a:lvl6pPr lvl="5">
              <a:spcBef>
                <a:spcPts val="0"/>
              </a:spcBef>
              <a:spcAft>
                <a:spcPts val="0"/>
              </a:spcAft>
              <a:buNone/>
              <a:defRPr>
                <a:solidFill>
                  <a:srgbClr val="FFFFFF"/>
                </a:solidFill>
                <a:latin typeface="Nunito Sans"/>
                <a:ea typeface="Nunito Sans"/>
              </a:defRPr>
            </a:lvl6pPr>
            <a:lvl7pPr lvl="6">
              <a:spcBef>
                <a:spcPts val="0"/>
              </a:spcBef>
              <a:spcAft>
                <a:spcPts val="0"/>
              </a:spcAft>
              <a:buNone/>
              <a:defRPr>
                <a:solidFill>
                  <a:srgbClr val="FFFFFF"/>
                </a:solidFill>
                <a:latin typeface="Nunito Sans"/>
                <a:ea typeface="Nunito Sans"/>
              </a:defRPr>
            </a:lvl7pPr>
            <a:lvl8pPr lvl="7">
              <a:spcBef>
                <a:spcPts val="0"/>
              </a:spcBef>
              <a:spcAft>
                <a:spcPts val="0"/>
              </a:spcAft>
              <a:buNone/>
              <a:defRPr>
                <a:solidFill>
                  <a:srgbClr val="FFFFFF"/>
                </a:solidFill>
                <a:latin typeface="Nunito Sans"/>
                <a:ea typeface="Nunito Sans"/>
              </a:defRPr>
            </a:lvl8pPr>
            <a:lvl9pPr lvl="8">
              <a:spcBef>
                <a:spcPts val="0"/>
              </a:spcBef>
              <a:spcAft>
                <a:spcPts val="0"/>
              </a:spcAft>
              <a:buNone/>
              <a:defRPr>
                <a:solidFill>
                  <a:srgbClr val="FFFFFF"/>
                </a:solidFill>
                <a:latin typeface="Nunito Sans"/>
                <a:ea typeface="Nunito Sans"/>
              </a:defRPr>
            </a:lvl9pPr>
          </a:lstStyle>
          <a:p>
            <a:endParaRPr/>
          </a:p>
        </p:txBody>
      </p:sp>
      <p:sp>
        <p:nvSpPr>
          <p:cNvPr id="72" name="Google Shape;72;p9"/>
          <p:cNvSpPr txBox="1">
            <a:spLocks noGrp="1"/>
          </p:cNvSpPr>
          <p:nvPr>
            <p:ph type="subTitle" idx="1"/>
          </p:nvPr>
        </p:nvSpPr>
        <p:spPr>
          <a:xfrm>
            <a:off x="93825" y="2847025"/>
            <a:ext cx="4761000" cy="820500"/>
          </a:xfrm>
          <a:prstGeom prst="rect">
            <a:avLst/>
          </a:prstGeom>
        </p:spPr>
        <p:txBody>
          <a:bodyPr wrap="square" lIns="91425" tIns="91425" rIns="91425" bIns="91425" anchor="t" anchorCtr="0"/>
          <a:lstStyle>
            <a:lvl1pPr lvl="0">
              <a:spcBef>
                <a:spcPts val="0"/>
              </a:spcBef>
              <a:spcAft>
                <a:spcPts val="0"/>
              </a:spcAft>
              <a:buNone/>
              <a:defRPr sz="1600">
                <a:solidFill>
                  <a:srgbClr val="FFFFFF"/>
                </a:solidFill>
                <a:latin typeface="Poppins"/>
                <a:ea typeface="Poppins"/>
              </a:defRPr>
            </a:lvl1pPr>
            <a:lvl2pPr lvl="1">
              <a:spcBef>
                <a:spcPts val="0"/>
              </a:spcBef>
              <a:spcAft>
                <a:spcPts val="0"/>
              </a:spcAft>
              <a:buNone/>
              <a:defRPr>
                <a:solidFill>
                  <a:srgbClr val="FFFFFF"/>
                </a:solidFill>
              </a:defRPr>
            </a:lvl2pPr>
            <a:lvl3pPr lvl="2">
              <a:spcBef>
                <a:spcPts val="0"/>
              </a:spcBef>
              <a:spcAft>
                <a:spcPts val="0"/>
              </a:spcAft>
              <a:buNone/>
              <a:defRPr>
                <a:solidFill>
                  <a:srgbClr val="FFFFFF"/>
                </a:solidFill>
              </a:defRPr>
            </a:lvl3pPr>
            <a:lvl4pPr lvl="3">
              <a:spcBef>
                <a:spcPts val="0"/>
              </a:spcBef>
              <a:spcAft>
                <a:spcPts val="0"/>
              </a:spcAft>
              <a:buNone/>
              <a:defRPr>
                <a:solidFill>
                  <a:srgbClr val="FFFFFF"/>
                </a:solidFill>
              </a:defRPr>
            </a:lvl4pPr>
            <a:lvl5pPr lvl="4">
              <a:spcBef>
                <a:spcPts val="0"/>
              </a:spcBef>
              <a:spcAft>
                <a:spcPts val="0"/>
              </a:spcAft>
              <a:buNone/>
              <a:defRPr>
                <a:solidFill>
                  <a:srgbClr val="FFFFFF"/>
                </a:solidFill>
              </a:defRPr>
            </a:lvl5pPr>
            <a:lvl6pPr lvl="5">
              <a:spcBef>
                <a:spcPts val="0"/>
              </a:spcBef>
              <a:spcAft>
                <a:spcPts val="0"/>
              </a:spcAft>
              <a:buNone/>
              <a:defRPr>
                <a:solidFill>
                  <a:srgbClr val="FFFFFF"/>
                </a:solidFill>
              </a:defRPr>
            </a:lvl6pPr>
            <a:lvl7pPr lvl="6">
              <a:spcBef>
                <a:spcPts val="0"/>
              </a:spcBef>
              <a:spcAft>
                <a:spcPts val="0"/>
              </a:spcAft>
              <a:buNone/>
              <a:defRPr>
                <a:solidFill>
                  <a:srgbClr val="FFFFFF"/>
                </a:solidFill>
              </a:defRPr>
            </a:lvl7pPr>
            <a:lvl8pPr lvl="7">
              <a:spcBef>
                <a:spcPts val="0"/>
              </a:spcBef>
              <a:spcAft>
                <a:spcPts val="0"/>
              </a:spcAft>
              <a:buNone/>
              <a:defRPr>
                <a:solidFill>
                  <a:srgbClr val="FFFFFF"/>
                </a:solidFill>
              </a:defRPr>
            </a:lvl8pPr>
            <a:lvl9pPr lvl="8">
              <a:spcBef>
                <a:spcPts val="0"/>
              </a:spcBef>
              <a:spcAft>
                <a:spcPts val="0"/>
              </a:spcAft>
              <a:buNone/>
              <a:defRPr>
                <a:solidFill>
                  <a:srgbClr val="FFFFFF"/>
                </a:solidFill>
              </a:defRPr>
            </a:lvl9pPr>
          </a:lstStyle>
          <a:p>
            <a:endParaRPr/>
          </a:p>
        </p:txBody>
      </p:sp>
      <p:sp>
        <p:nvSpPr>
          <p:cNvPr id="73" name="Google Shape;73;p9"/>
          <p:cNvSpPr txBox="1">
            <a:spLocks noGrp="1"/>
          </p:cNvSpPr>
          <p:nvPr>
            <p:ph type="subTitle" idx="2"/>
          </p:nvPr>
        </p:nvSpPr>
        <p:spPr>
          <a:xfrm>
            <a:off x="116825" y="3667525"/>
            <a:ext cx="3546300" cy="693900"/>
          </a:xfrm>
          <a:prstGeom prst="rect">
            <a:avLst/>
          </a:prstGeom>
        </p:spPr>
        <p:txBody>
          <a:bodyPr wrap="square" lIns="91425" tIns="91425" rIns="91425" bIns="91425" anchor="t" anchorCtr="0"/>
          <a:lstStyle>
            <a:lvl1pPr lvl="0">
              <a:spcBef>
                <a:spcPts val="0"/>
              </a:spcBef>
              <a:spcAft>
                <a:spcPts val="0"/>
              </a:spcAft>
              <a:buNone/>
              <a:defRPr sz="1100" i="1">
                <a:solidFill>
                  <a:srgbClr val="FFFFFF"/>
                </a:solidFill>
                <a:latin typeface="Rubik Light"/>
                <a:ea typeface="Rubik Light"/>
              </a:defRPr>
            </a:lvl1pPr>
            <a:lvl2pPr lvl="1">
              <a:spcBef>
                <a:spcPts val="0"/>
              </a:spcBef>
              <a:spcAft>
                <a:spcPts val="0"/>
              </a:spcAft>
              <a:buNone/>
              <a:defRPr sz="1100" i="1">
                <a:solidFill>
                  <a:srgbClr val="FFFFFF"/>
                </a:solidFill>
                <a:latin typeface="Rubik"/>
                <a:ea typeface="Rubik"/>
              </a:defRPr>
            </a:lvl2pPr>
            <a:lvl3pPr lvl="2">
              <a:spcBef>
                <a:spcPts val="0"/>
              </a:spcBef>
              <a:spcAft>
                <a:spcPts val="0"/>
              </a:spcAft>
              <a:buNone/>
              <a:defRPr sz="1100" i="1">
                <a:solidFill>
                  <a:srgbClr val="FFFFFF"/>
                </a:solidFill>
                <a:latin typeface="Rubik"/>
                <a:ea typeface="Rubik"/>
              </a:defRPr>
            </a:lvl3pPr>
            <a:lvl4pPr lvl="3">
              <a:spcBef>
                <a:spcPts val="0"/>
              </a:spcBef>
              <a:spcAft>
                <a:spcPts val="0"/>
              </a:spcAft>
              <a:buNone/>
              <a:defRPr sz="1100" i="1">
                <a:solidFill>
                  <a:srgbClr val="FFFFFF"/>
                </a:solidFill>
                <a:latin typeface="Rubik"/>
                <a:ea typeface="Rubik"/>
              </a:defRPr>
            </a:lvl4pPr>
            <a:lvl5pPr lvl="4">
              <a:spcBef>
                <a:spcPts val="0"/>
              </a:spcBef>
              <a:spcAft>
                <a:spcPts val="0"/>
              </a:spcAft>
              <a:buNone/>
              <a:defRPr sz="1100" i="1">
                <a:solidFill>
                  <a:srgbClr val="FFFFFF"/>
                </a:solidFill>
                <a:latin typeface="Rubik"/>
                <a:ea typeface="Rubik"/>
              </a:defRPr>
            </a:lvl5pPr>
            <a:lvl6pPr lvl="5">
              <a:spcBef>
                <a:spcPts val="0"/>
              </a:spcBef>
              <a:spcAft>
                <a:spcPts val="0"/>
              </a:spcAft>
              <a:buNone/>
              <a:defRPr sz="1100" i="1">
                <a:solidFill>
                  <a:srgbClr val="FFFFFF"/>
                </a:solidFill>
                <a:latin typeface="Rubik"/>
                <a:ea typeface="Rubik"/>
              </a:defRPr>
            </a:lvl6pPr>
            <a:lvl7pPr lvl="6">
              <a:spcBef>
                <a:spcPts val="0"/>
              </a:spcBef>
              <a:spcAft>
                <a:spcPts val="0"/>
              </a:spcAft>
              <a:buNone/>
              <a:defRPr sz="1100" i="1">
                <a:solidFill>
                  <a:srgbClr val="FFFFFF"/>
                </a:solidFill>
                <a:latin typeface="Rubik"/>
                <a:ea typeface="Rubik"/>
              </a:defRPr>
            </a:lvl7pPr>
            <a:lvl8pPr lvl="7">
              <a:spcBef>
                <a:spcPts val="0"/>
              </a:spcBef>
              <a:spcAft>
                <a:spcPts val="0"/>
              </a:spcAft>
              <a:buNone/>
              <a:defRPr sz="1100" i="1">
                <a:solidFill>
                  <a:srgbClr val="FFFFFF"/>
                </a:solidFill>
                <a:latin typeface="Rubik"/>
                <a:ea typeface="Rubik"/>
              </a:defRPr>
            </a:lvl8pPr>
            <a:lvl9pPr lvl="8">
              <a:spcBef>
                <a:spcPts val="0"/>
              </a:spcBef>
              <a:spcAft>
                <a:spcPts val="0"/>
              </a:spcAft>
              <a:buNone/>
              <a:defRPr sz="1100" i="1">
                <a:solidFill>
                  <a:srgbClr val="FFFFFF"/>
                </a:solidFill>
                <a:latin typeface="Rubik"/>
                <a:ea typeface="Rubik"/>
              </a:defRPr>
            </a:lvl9pPr>
          </a:lstStyle>
          <a:p>
            <a:endParaRPr/>
          </a:p>
        </p:txBody>
      </p:sp>
    </p:spTree>
    <p:extLst>
      <p:ext uri="{BB962C8B-B14F-4D97-AF65-F5344CB8AC3E}">
        <p14:creationId xmlns:p14="http://schemas.microsoft.com/office/powerpoint/2010/main" val="177459361"/>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ection header / Divider - Alternative 1">
    <p:bg>
      <p:bgPr>
        <a:solidFill>
          <a:srgbClr val="2CB3B9"/>
        </a:solidFill>
        <a:effectLst/>
      </p:bgPr>
    </p:bg>
    <p:spTree>
      <p:nvGrpSpPr>
        <p:cNvPr id="1" name="Shape 74"/>
        <p:cNvGrpSpPr/>
        <p:nvPr/>
      </p:nvGrpSpPr>
      <p:grpSpPr>
        <a:xfrm>
          <a:off x="0" y="0"/>
          <a:ext cx="0" cy="0"/>
          <a:chOff x="0" y="0"/>
          <a:chExt cx="0" cy="0"/>
        </a:xfrm>
      </p:grpSpPr>
      <p:sp>
        <p:nvSpPr>
          <p:cNvPr id="75" name="Google Shape;75;p10"/>
          <p:cNvSpPr txBox="1"/>
          <p:nvPr/>
        </p:nvSpPr>
        <p:spPr>
          <a:xfrm>
            <a:off x="170025" y="230325"/>
            <a:ext cx="4329600" cy="778500"/>
          </a:xfrm>
          <a:prstGeom prst="rect">
            <a:avLst/>
          </a:prstGeom>
          <a:noFill/>
          <a:ln>
            <a:noFill/>
          </a:ln>
        </p:spPr>
        <p:txBody>
          <a:bodyPr wrap="square" lIns="0" tIns="0" rIns="0" bIns="0" anchor="t" anchorCtr="0"/>
          <a:lstStyle/>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r>
              <a:rPr lang="en" altLang="en" sz="2400">
                <a:solidFill>
                  <a:srgbClr val="FFFFFF"/>
                </a:solidFill>
                <a:latin typeface="Rubik"/>
                <a:ea typeface="Rubik"/>
              </a:rPr>
              <a:t>–</a:t>
            </a:r>
            <a:endParaRPr sz="2400">
              <a:solidFill>
                <a:srgbClr val="FFFFFF"/>
              </a:solidFill>
              <a:latin typeface="Rubik"/>
              <a:ea typeface="Rubik"/>
            </a:endParaRPr>
          </a:p>
        </p:txBody>
      </p:sp>
      <p:sp>
        <p:nvSpPr>
          <p:cNvPr id="76" name="Google Shape;76;p10"/>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FFFFFF"/>
                </a:solidFill>
                <a:latin typeface="Rubik Medium"/>
                <a:ea typeface="Rubik Medium"/>
              </a:rPr>
              <a:t>EMPACT.SG</a:t>
            </a:r>
            <a:endParaRPr sz="600">
              <a:solidFill>
                <a:srgbClr val="FFFFFF"/>
              </a:solidFill>
              <a:latin typeface="Rubik Medium"/>
              <a:ea typeface="Rubik Medium"/>
            </a:endParaRPr>
          </a:p>
        </p:txBody>
      </p:sp>
      <p:pic>
        <p:nvPicPr>
          <p:cNvPr id="77" name="Google Shape;77;p10"/>
          <p:cNvPicPr preferRelativeResize="0">
            <a:picLocks/>
          </p:cNvPicPr>
          <p:nvPr/>
        </p:nvPicPr>
        <p:blipFill>
          <a:blip r:embed="rId2">
            <a:alphaModFix/>
          </a:blip>
          <a:stretch>
            <a:fillRect/>
          </a:stretch>
        </p:blipFill>
        <p:spPr>
          <a:xfrm>
            <a:off x="8071550" y="4645400"/>
            <a:ext cx="929251" cy="309750"/>
          </a:xfrm>
          <a:prstGeom prst="rect">
            <a:avLst/>
          </a:prstGeom>
          <a:noFill/>
          <a:ln>
            <a:noFill/>
          </a:ln>
        </p:spPr>
      </p:pic>
      <p:sp>
        <p:nvSpPr>
          <p:cNvPr id="78" name="Google Shape;78;p10"/>
          <p:cNvSpPr txBox="1">
            <a:spLocks noGrp="1"/>
          </p:cNvSpPr>
          <p:nvPr>
            <p:ph type="title"/>
          </p:nvPr>
        </p:nvSpPr>
        <p:spPr>
          <a:xfrm>
            <a:off x="62550" y="225200"/>
            <a:ext cx="5859000" cy="920100"/>
          </a:xfrm>
          <a:prstGeom prst="rect">
            <a:avLst/>
          </a:prstGeom>
        </p:spPr>
        <p:txBody>
          <a:bodyPr wrap="square" lIns="91425" tIns="91425" rIns="91425" bIns="91425" anchor="b" anchorCtr="0"/>
          <a:lstStyle>
            <a:lvl1pPr lvl="0">
              <a:spcBef>
                <a:spcPts val="0"/>
              </a:spcBef>
              <a:spcAft>
                <a:spcPts val="0"/>
              </a:spcAft>
              <a:buNone/>
              <a:defRPr sz="2800">
                <a:solidFill>
                  <a:srgbClr val="FFFFFF"/>
                </a:solidFill>
                <a:latin typeface="Rubik"/>
                <a:ea typeface="Rubik"/>
              </a:defRPr>
            </a:lvl1pPr>
            <a:lvl2pPr lvl="1">
              <a:spcBef>
                <a:spcPts val="0"/>
              </a:spcBef>
              <a:spcAft>
                <a:spcPts val="0"/>
              </a:spcAft>
              <a:buNone/>
              <a:defRPr>
                <a:latin typeface="Nunito Sans"/>
                <a:ea typeface="Nunito Sans"/>
              </a:defRPr>
            </a:lvl2pPr>
            <a:lvl3pPr lvl="2">
              <a:spcBef>
                <a:spcPts val="0"/>
              </a:spcBef>
              <a:spcAft>
                <a:spcPts val="0"/>
              </a:spcAft>
              <a:buNone/>
              <a:defRPr>
                <a:latin typeface="Nunito Sans"/>
                <a:ea typeface="Nunito Sans"/>
              </a:defRPr>
            </a:lvl3pPr>
            <a:lvl4pPr lvl="3">
              <a:spcBef>
                <a:spcPts val="0"/>
              </a:spcBef>
              <a:spcAft>
                <a:spcPts val="0"/>
              </a:spcAft>
              <a:buNone/>
              <a:defRPr>
                <a:latin typeface="Nunito Sans"/>
                <a:ea typeface="Nunito Sans"/>
              </a:defRPr>
            </a:lvl4pPr>
            <a:lvl5pPr lvl="4">
              <a:spcBef>
                <a:spcPts val="0"/>
              </a:spcBef>
              <a:spcAft>
                <a:spcPts val="0"/>
              </a:spcAft>
              <a:buNone/>
              <a:defRPr>
                <a:latin typeface="Nunito Sans"/>
                <a:ea typeface="Nunito Sans"/>
              </a:defRPr>
            </a:lvl5pPr>
            <a:lvl6pPr lvl="5">
              <a:spcBef>
                <a:spcPts val="0"/>
              </a:spcBef>
              <a:spcAft>
                <a:spcPts val="0"/>
              </a:spcAft>
              <a:buNone/>
              <a:defRPr>
                <a:latin typeface="Nunito Sans"/>
                <a:ea typeface="Nunito Sans"/>
              </a:defRPr>
            </a:lvl6pPr>
            <a:lvl7pPr lvl="6">
              <a:spcBef>
                <a:spcPts val="0"/>
              </a:spcBef>
              <a:spcAft>
                <a:spcPts val="0"/>
              </a:spcAft>
              <a:buNone/>
              <a:defRPr>
                <a:latin typeface="Nunito Sans"/>
                <a:ea typeface="Nunito Sans"/>
              </a:defRPr>
            </a:lvl7pPr>
            <a:lvl8pPr lvl="7">
              <a:spcBef>
                <a:spcPts val="0"/>
              </a:spcBef>
              <a:spcAft>
                <a:spcPts val="0"/>
              </a:spcAft>
              <a:buNone/>
              <a:defRPr>
                <a:latin typeface="Nunito Sans"/>
                <a:ea typeface="Nunito Sans"/>
              </a:defRPr>
            </a:lvl8pPr>
            <a:lvl9pPr lvl="8">
              <a:spcBef>
                <a:spcPts val="0"/>
              </a:spcBef>
              <a:spcAft>
                <a:spcPts val="0"/>
              </a:spcAft>
              <a:buNone/>
              <a:defRPr>
                <a:latin typeface="Nunito Sans"/>
                <a:ea typeface="Nunito Sans"/>
              </a:defRPr>
            </a:lvl9pPr>
          </a:lstStyle>
          <a:p>
            <a:endParaRPr/>
          </a:p>
        </p:txBody>
      </p:sp>
    </p:spTree>
    <p:extLst>
      <p:ext uri="{BB962C8B-B14F-4D97-AF65-F5344CB8AC3E}">
        <p14:creationId xmlns:p14="http://schemas.microsoft.com/office/powerpoint/2010/main" val="991636672"/>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ection header / Divider - Alternative 2">
    <p:bg>
      <p:bgPr>
        <a:solidFill>
          <a:srgbClr val="8D64A3"/>
        </a:solidFill>
        <a:effectLst/>
      </p:bgPr>
    </p:bg>
    <p:spTree>
      <p:nvGrpSpPr>
        <p:cNvPr id="1" name="Shape 79"/>
        <p:cNvGrpSpPr/>
        <p:nvPr/>
      </p:nvGrpSpPr>
      <p:grpSpPr>
        <a:xfrm>
          <a:off x="0" y="0"/>
          <a:ext cx="0" cy="0"/>
          <a:chOff x="0" y="0"/>
          <a:chExt cx="0" cy="0"/>
        </a:xfrm>
      </p:grpSpPr>
      <p:sp>
        <p:nvSpPr>
          <p:cNvPr id="80" name="Google Shape;80;p11"/>
          <p:cNvSpPr txBox="1"/>
          <p:nvPr/>
        </p:nvSpPr>
        <p:spPr>
          <a:xfrm>
            <a:off x="170025" y="230325"/>
            <a:ext cx="4329600" cy="778500"/>
          </a:xfrm>
          <a:prstGeom prst="rect">
            <a:avLst/>
          </a:prstGeom>
          <a:noFill/>
          <a:ln>
            <a:noFill/>
          </a:ln>
        </p:spPr>
        <p:txBody>
          <a:bodyPr wrap="square" lIns="0" tIns="0" rIns="0" bIns="0" anchor="t" anchorCtr="0"/>
          <a:lstStyle/>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r>
              <a:rPr lang="en" altLang="en" sz="2400">
                <a:solidFill>
                  <a:srgbClr val="FFFFFF"/>
                </a:solidFill>
                <a:latin typeface="Rubik"/>
                <a:ea typeface="Rubik"/>
              </a:rPr>
              <a:t>–</a:t>
            </a:r>
            <a:endParaRPr sz="2400">
              <a:solidFill>
                <a:srgbClr val="FFFFFF"/>
              </a:solidFill>
              <a:latin typeface="Rubik"/>
              <a:ea typeface="Rubik"/>
            </a:endParaRPr>
          </a:p>
        </p:txBody>
      </p:sp>
      <p:sp>
        <p:nvSpPr>
          <p:cNvPr id="81" name="Google Shape;81;p11"/>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FFFFFF"/>
                </a:solidFill>
                <a:latin typeface="Rubik Medium"/>
                <a:ea typeface="Rubik Medium"/>
              </a:rPr>
              <a:t>EMPACT.SG</a:t>
            </a:r>
            <a:endParaRPr sz="600">
              <a:solidFill>
                <a:srgbClr val="FFFFFF"/>
              </a:solidFill>
              <a:latin typeface="Rubik Medium"/>
              <a:ea typeface="Rubik Medium"/>
            </a:endParaRPr>
          </a:p>
        </p:txBody>
      </p:sp>
      <p:pic>
        <p:nvPicPr>
          <p:cNvPr id="82" name="Google Shape;82;p11"/>
          <p:cNvPicPr preferRelativeResize="0">
            <a:picLocks/>
          </p:cNvPicPr>
          <p:nvPr/>
        </p:nvPicPr>
        <p:blipFill>
          <a:blip r:embed="rId2">
            <a:alphaModFix/>
          </a:blip>
          <a:stretch>
            <a:fillRect/>
          </a:stretch>
        </p:blipFill>
        <p:spPr>
          <a:xfrm>
            <a:off x="8071550" y="4645400"/>
            <a:ext cx="929251" cy="309750"/>
          </a:xfrm>
          <a:prstGeom prst="rect">
            <a:avLst/>
          </a:prstGeom>
          <a:noFill/>
          <a:ln>
            <a:noFill/>
          </a:ln>
        </p:spPr>
      </p:pic>
      <p:sp>
        <p:nvSpPr>
          <p:cNvPr id="83" name="Google Shape;83;p11"/>
          <p:cNvSpPr txBox="1">
            <a:spLocks noGrp="1"/>
          </p:cNvSpPr>
          <p:nvPr>
            <p:ph type="title"/>
          </p:nvPr>
        </p:nvSpPr>
        <p:spPr>
          <a:xfrm>
            <a:off x="62550" y="225200"/>
            <a:ext cx="5993400" cy="920100"/>
          </a:xfrm>
          <a:prstGeom prst="rect">
            <a:avLst/>
          </a:prstGeom>
        </p:spPr>
        <p:txBody>
          <a:bodyPr wrap="square" lIns="91425" tIns="91425" rIns="91425" bIns="91425" anchor="b" anchorCtr="0"/>
          <a:lstStyle>
            <a:lvl1pPr lvl="0">
              <a:spcBef>
                <a:spcPts val="0"/>
              </a:spcBef>
              <a:spcAft>
                <a:spcPts val="0"/>
              </a:spcAft>
              <a:buNone/>
              <a:defRPr sz="2800">
                <a:solidFill>
                  <a:srgbClr val="FFFFFF"/>
                </a:solidFill>
                <a:latin typeface="Rubik"/>
                <a:ea typeface="Rubik"/>
              </a:defRPr>
            </a:lvl1pPr>
            <a:lvl2pPr lvl="1">
              <a:spcBef>
                <a:spcPts val="0"/>
              </a:spcBef>
              <a:spcAft>
                <a:spcPts val="0"/>
              </a:spcAft>
              <a:buNone/>
              <a:defRPr>
                <a:latin typeface="Nunito Sans"/>
                <a:ea typeface="Nunito Sans"/>
              </a:defRPr>
            </a:lvl2pPr>
            <a:lvl3pPr lvl="2">
              <a:spcBef>
                <a:spcPts val="0"/>
              </a:spcBef>
              <a:spcAft>
                <a:spcPts val="0"/>
              </a:spcAft>
              <a:buNone/>
              <a:defRPr>
                <a:latin typeface="Nunito Sans"/>
                <a:ea typeface="Nunito Sans"/>
              </a:defRPr>
            </a:lvl3pPr>
            <a:lvl4pPr lvl="3">
              <a:spcBef>
                <a:spcPts val="0"/>
              </a:spcBef>
              <a:spcAft>
                <a:spcPts val="0"/>
              </a:spcAft>
              <a:buNone/>
              <a:defRPr>
                <a:latin typeface="Nunito Sans"/>
                <a:ea typeface="Nunito Sans"/>
              </a:defRPr>
            </a:lvl4pPr>
            <a:lvl5pPr lvl="4">
              <a:spcBef>
                <a:spcPts val="0"/>
              </a:spcBef>
              <a:spcAft>
                <a:spcPts val="0"/>
              </a:spcAft>
              <a:buNone/>
              <a:defRPr>
                <a:latin typeface="Nunito Sans"/>
                <a:ea typeface="Nunito Sans"/>
              </a:defRPr>
            </a:lvl5pPr>
            <a:lvl6pPr lvl="5">
              <a:spcBef>
                <a:spcPts val="0"/>
              </a:spcBef>
              <a:spcAft>
                <a:spcPts val="0"/>
              </a:spcAft>
              <a:buNone/>
              <a:defRPr>
                <a:latin typeface="Nunito Sans"/>
                <a:ea typeface="Nunito Sans"/>
              </a:defRPr>
            </a:lvl6pPr>
            <a:lvl7pPr lvl="6">
              <a:spcBef>
                <a:spcPts val="0"/>
              </a:spcBef>
              <a:spcAft>
                <a:spcPts val="0"/>
              </a:spcAft>
              <a:buNone/>
              <a:defRPr>
                <a:latin typeface="Nunito Sans"/>
                <a:ea typeface="Nunito Sans"/>
              </a:defRPr>
            </a:lvl7pPr>
            <a:lvl8pPr lvl="7">
              <a:spcBef>
                <a:spcPts val="0"/>
              </a:spcBef>
              <a:spcAft>
                <a:spcPts val="0"/>
              </a:spcAft>
              <a:buNone/>
              <a:defRPr>
                <a:latin typeface="Nunito Sans"/>
                <a:ea typeface="Nunito Sans"/>
              </a:defRPr>
            </a:lvl8pPr>
            <a:lvl9pPr lvl="8">
              <a:spcBef>
                <a:spcPts val="0"/>
              </a:spcBef>
              <a:spcAft>
                <a:spcPts val="0"/>
              </a:spcAft>
              <a:buNone/>
              <a:defRPr>
                <a:latin typeface="Nunito Sans"/>
                <a:ea typeface="Nunito Sans"/>
              </a:defRPr>
            </a:lvl9pPr>
          </a:lstStyle>
          <a:p>
            <a:endParaRPr/>
          </a:p>
        </p:txBody>
      </p:sp>
    </p:spTree>
    <p:extLst>
      <p:ext uri="{BB962C8B-B14F-4D97-AF65-F5344CB8AC3E}">
        <p14:creationId xmlns:p14="http://schemas.microsoft.com/office/powerpoint/2010/main" val="3814339124"/>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ection header / Divider - Alternative 3">
    <p:bg>
      <p:bgPr>
        <a:solidFill>
          <a:srgbClr val="FB6171"/>
        </a:solidFill>
        <a:effectLst/>
      </p:bgPr>
    </p:bg>
    <p:spTree>
      <p:nvGrpSpPr>
        <p:cNvPr id="1" name="Shape 84"/>
        <p:cNvGrpSpPr/>
        <p:nvPr/>
      </p:nvGrpSpPr>
      <p:grpSpPr>
        <a:xfrm>
          <a:off x="0" y="0"/>
          <a:ext cx="0" cy="0"/>
          <a:chOff x="0" y="0"/>
          <a:chExt cx="0" cy="0"/>
        </a:xfrm>
      </p:grpSpPr>
      <p:sp>
        <p:nvSpPr>
          <p:cNvPr id="85" name="Google Shape;85;p12"/>
          <p:cNvSpPr txBox="1"/>
          <p:nvPr/>
        </p:nvSpPr>
        <p:spPr>
          <a:xfrm>
            <a:off x="170025" y="230325"/>
            <a:ext cx="4329600" cy="778500"/>
          </a:xfrm>
          <a:prstGeom prst="rect">
            <a:avLst/>
          </a:prstGeom>
          <a:noFill/>
          <a:ln>
            <a:noFill/>
          </a:ln>
        </p:spPr>
        <p:txBody>
          <a:bodyPr wrap="square" lIns="0" tIns="0" rIns="0" bIns="0" anchor="t" anchorCtr="0"/>
          <a:lstStyle/>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r>
              <a:rPr lang="en" altLang="en" sz="2400">
                <a:solidFill>
                  <a:srgbClr val="FFFFFF"/>
                </a:solidFill>
                <a:latin typeface="Rubik"/>
                <a:ea typeface="Rubik"/>
              </a:rPr>
              <a:t>–</a:t>
            </a:r>
            <a:endParaRPr sz="2400">
              <a:solidFill>
                <a:srgbClr val="FFFFFF"/>
              </a:solidFill>
              <a:latin typeface="Rubik"/>
              <a:ea typeface="Rubik"/>
            </a:endParaRPr>
          </a:p>
        </p:txBody>
      </p:sp>
      <p:sp>
        <p:nvSpPr>
          <p:cNvPr id="86" name="Google Shape;86;p12"/>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FFFFFF"/>
                </a:solidFill>
                <a:latin typeface="Rubik Medium"/>
                <a:ea typeface="Rubik Medium"/>
              </a:rPr>
              <a:t>EMPACT.SG</a:t>
            </a:r>
            <a:endParaRPr sz="600">
              <a:solidFill>
                <a:srgbClr val="FFFFFF"/>
              </a:solidFill>
              <a:latin typeface="Rubik Medium"/>
              <a:ea typeface="Rubik Medium"/>
            </a:endParaRPr>
          </a:p>
        </p:txBody>
      </p:sp>
      <p:pic>
        <p:nvPicPr>
          <p:cNvPr id="87" name="Google Shape;87;p12"/>
          <p:cNvPicPr preferRelativeResize="0">
            <a:picLocks/>
          </p:cNvPicPr>
          <p:nvPr/>
        </p:nvPicPr>
        <p:blipFill>
          <a:blip r:embed="rId2">
            <a:alphaModFix/>
          </a:blip>
          <a:stretch>
            <a:fillRect/>
          </a:stretch>
        </p:blipFill>
        <p:spPr>
          <a:xfrm>
            <a:off x="8071550" y="4645400"/>
            <a:ext cx="929251" cy="309750"/>
          </a:xfrm>
          <a:prstGeom prst="rect">
            <a:avLst/>
          </a:prstGeom>
          <a:noFill/>
          <a:ln>
            <a:noFill/>
          </a:ln>
        </p:spPr>
      </p:pic>
      <p:sp>
        <p:nvSpPr>
          <p:cNvPr id="88" name="Google Shape;88;p12"/>
          <p:cNvSpPr txBox="1">
            <a:spLocks noGrp="1"/>
          </p:cNvSpPr>
          <p:nvPr>
            <p:ph type="title"/>
          </p:nvPr>
        </p:nvSpPr>
        <p:spPr>
          <a:xfrm>
            <a:off x="62550" y="225200"/>
            <a:ext cx="7011300" cy="920100"/>
          </a:xfrm>
          <a:prstGeom prst="rect">
            <a:avLst/>
          </a:prstGeom>
        </p:spPr>
        <p:txBody>
          <a:bodyPr wrap="square" lIns="91425" tIns="91425" rIns="91425" bIns="91425" anchor="b" anchorCtr="0"/>
          <a:lstStyle>
            <a:lvl1pPr lvl="0">
              <a:spcBef>
                <a:spcPts val="0"/>
              </a:spcBef>
              <a:spcAft>
                <a:spcPts val="0"/>
              </a:spcAft>
              <a:buNone/>
              <a:defRPr sz="2800">
                <a:solidFill>
                  <a:srgbClr val="FFFFFF"/>
                </a:solidFill>
                <a:latin typeface="Rubik"/>
                <a:ea typeface="Rubik"/>
              </a:defRPr>
            </a:lvl1pPr>
            <a:lvl2pPr lvl="1">
              <a:spcBef>
                <a:spcPts val="0"/>
              </a:spcBef>
              <a:spcAft>
                <a:spcPts val="0"/>
              </a:spcAft>
              <a:buNone/>
              <a:defRPr>
                <a:latin typeface="Nunito Sans"/>
                <a:ea typeface="Nunito Sans"/>
              </a:defRPr>
            </a:lvl2pPr>
            <a:lvl3pPr lvl="2">
              <a:spcBef>
                <a:spcPts val="0"/>
              </a:spcBef>
              <a:spcAft>
                <a:spcPts val="0"/>
              </a:spcAft>
              <a:buNone/>
              <a:defRPr>
                <a:latin typeface="Nunito Sans"/>
                <a:ea typeface="Nunito Sans"/>
              </a:defRPr>
            </a:lvl3pPr>
            <a:lvl4pPr lvl="3">
              <a:spcBef>
                <a:spcPts val="0"/>
              </a:spcBef>
              <a:spcAft>
                <a:spcPts val="0"/>
              </a:spcAft>
              <a:buNone/>
              <a:defRPr>
                <a:latin typeface="Nunito Sans"/>
                <a:ea typeface="Nunito Sans"/>
              </a:defRPr>
            </a:lvl4pPr>
            <a:lvl5pPr lvl="4">
              <a:spcBef>
                <a:spcPts val="0"/>
              </a:spcBef>
              <a:spcAft>
                <a:spcPts val="0"/>
              </a:spcAft>
              <a:buNone/>
              <a:defRPr>
                <a:latin typeface="Nunito Sans"/>
                <a:ea typeface="Nunito Sans"/>
              </a:defRPr>
            </a:lvl5pPr>
            <a:lvl6pPr lvl="5">
              <a:spcBef>
                <a:spcPts val="0"/>
              </a:spcBef>
              <a:spcAft>
                <a:spcPts val="0"/>
              </a:spcAft>
              <a:buNone/>
              <a:defRPr>
                <a:latin typeface="Nunito Sans"/>
                <a:ea typeface="Nunito Sans"/>
              </a:defRPr>
            </a:lvl6pPr>
            <a:lvl7pPr lvl="6">
              <a:spcBef>
                <a:spcPts val="0"/>
              </a:spcBef>
              <a:spcAft>
                <a:spcPts val="0"/>
              </a:spcAft>
              <a:buNone/>
              <a:defRPr>
                <a:latin typeface="Nunito Sans"/>
                <a:ea typeface="Nunito Sans"/>
              </a:defRPr>
            </a:lvl7pPr>
            <a:lvl8pPr lvl="7">
              <a:spcBef>
                <a:spcPts val="0"/>
              </a:spcBef>
              <a:spcAft>
                <a:spcPts val="0"/>
              </a:spcAft>
              <a:buNone/>
              <a:defRPr>
                <a:latin typeface="Nunito Sans"/>
                <a:ea typeface="Nunito Sans"/>
              </a:defRPr>
            </a:lvl8pPr>
            <a:lvl9pPr lvl="8">
              <a:spcBef>
                <a:spcPts val="0"/>
              </a:spcBef>
              <a:spcAft>
                <a:spcPts val="0"/>
              </a:spcAft>
              <a:buNone/>
              <a:defRPr>
                <a:latin typeface="Nunito Sans"/>
                <a:ea typeface="Nunito Sans"/>
              </a:defRPr>
            </a:lvl9pPr>
          </a:lstStyle>
          <a:p>
            <a:endParaRPr/>
          </a:p>
        </p:txBody>
      </p:sp>
    </p:spTree>
    <p:extLst>
      <p:ext uri="{BB962C8B-B14F-4D97-AF65-F5344CB8AC3E}">
        <p14:creationId xmlns:p14="http://schemas.microsoft.com/office/powerpoint/2010/main" val="676410709"/>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itle and two columns">
    <p:spTree>
      <p:nvGrpSpPr>
        <p:cNvPr id="1" name="Shape 89"/>
        <p:cNvGrpSpPr/>
        <p:nvPr/>
      </p:nvGrpSpPr>
      <p:grpSpPr>
        <a:xfrm>
          <a:off x="0" y="0"/>
          <a:ext cx="0" cy="0"/>
          <a:chOff x="0" y="0"/>
          <a:chExt cx="0" cy="0"/>
        </a:xfrm>
      </p:grpSpPr>
      <p:sp>
        <p:nvSpPr>
          <p:cNvPr id="90" name="Google Shape;90;p13"/>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1" name="Google Shape;91;p13"/>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92" name="Google Shape;92;p13"/>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93" name="Google Shape;93;p13"/>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94" name="Google Shape;94;p13"/>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95" name="Google Shape;95;p13"/>
          <p:cNvSpPr txBox="1">
            <a:spLocks noGrp="1"/>
          </p:cNvSpPr>
          <p:nvPr>
            <p:ph type="body" idx="1"/>
          </p:nvPr>
        </p:nvSpPr>
        <p:spPr>
          <a:xfrm>
            <a:off x="170025" y="920925"/>
            <a:ext cx="38598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
        <p:nvSpPr>
          <p:cNvPr id="96" name="Google Shape;96;p13"/>
          <p:cNvSpPr txBox="1">
            <a:spLocks noGrp="1"/>
          </p:cNvSpPr>
          <p:nvPr>
            <p:ph type="body" idx="2"/>
          </p:nvPr>
        </p:nvSpPr>
        <p:spPr>
          <a:xfrm>
            <a:off x="4437225" y="920925"/>
            <a:ext cx="38598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Tree>
    <p:extLst>
      <p:ext uri="{BB962C8B-B14F-4D97-AF65-F5344CB8AC3E}">
        <p14:creationId xmlns:p14="http://schemas.microsoft.com/office/powerpoint/2010/main" val="3562456426"/>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only">
    <p:spTree>
      <p:nvGrpSpPr>
        <p:cNvPr id="1" name="Shape 97"/>
        <p:cNvGrpSpPr/>
        <p:nvPr/>
      </p:nvGrpSpPr>
      <p:grpSpPr>
        <a:xfrm>
          <a:off x="0" y="0"/>
          <a:ext cx="0" cy="0"/>
          <a:chOff x="0" y="0"/>
          <a:chExt cx="0" cy="0"/>
        </a:xfrm>
      </p:grpSpPr>
      <p:sp>
        <p:nvSpPr>
          <p:cNvPr id="98" name="Google Shape;98;p14"/>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9" name="Google Shape;99;p1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0" name="Google Shape;100;p14"/>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101" name="Google Shape;101;p14"/>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102" name="Google Shape;102;p14"/>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Tree>
    <p:extLst>
      <p:ext uri="{BB962C8B-B14F-4D97-AF65-F5344CB8AC3E}">
        <p14:creationId xmlns:p14="http://schemas.microsoft.com/office/powerpoint/2010/main" val="2807237154"/>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Main point (centralised)">
    <p:spTree>
      <p:nvGrpSpPr>
        <p:cNvPr id="1" name="Shape 103"/>
        <p:cNvGrpSpPr/>
        <p:nvPr/>
      </p:nvGrpSpPr>
      <p:grpSpPr>
        <a:xfrm>
          <a:off x="0" y="0"/>
          <a:ext cx="0" cy="0"/>
          <a:chOff x="0" y="0"/>
          <a:chExt cx="0" cy="0"/>
        </a:xfrm>
      </p:grpSpPr>
      <p:sp>
        <p:nvSpPr>
          <p:cNvPr id="104" name="Google Shape;104;p15"/>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5" name="Google Shape;105;p15"/>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106" name="Google Shape;106;p15"/>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107" name="Google Shape;107;p15"/>
          <p:cNvSpPr txBox="1">
            <a:spLocks noGrp="1"/>
          </p:cNvSpPr>
          <p:nvPr>
            <p:ph type="subTitle" idx="1"/>
          </p:nvPr>
        </p:nvSpPr>
        <p:spPr>
          <a:xfrm>
            <a:off x="2366138" y="2353625"/>
            <a:ext cx="4411500" cy="1434300"/>
          </a:xfrm>
          <a:prstGeom prst="rect">
            <a:avLst/>
          </a:prstGeom>
        </p:spPr>
        <p:txBody>
          <a:bodyPr wrap="square" lIns="91425" tIns="91425" rIns="91425" bIns="91425" anchor="t" anchorCtr="0"/>
          <a:lstStyle>
            <a:lvl1pPr lvl="0" algn="ctr">
              <a:spcBef>
                <a:spcPts val="0"/>
              </a:spcBef>
              <a:spcAft>
                <a:spcPts val="0"/>
              </a:spcAft>
              <a:buNone/>
              <a:defRPr sz="1400">
                <a:solidFill>
                  <a:srgbClr val="125284"/>
                </a:solidFill>
                <a:latin typeface="Nunito"/>
                <a:ea typeface="Nunito"/>
              </a:defRPr>
            </a:lvl1pPr>
            <a:lvl2pPr lvl="1" algn="ctr">
              <a:spcBef>
                <a:spcPts val="0"/>
              </a:spcBef>
              <a:spcAft>
                <a:spcPts val="0"/>
              </a:spcAft>
              <a:buNone/>
              <a:defRPr sz="1200">
                <a:latin typeface="Nunito"/>
                <a:ea typeface="Nunito"/>
              </a:defRPr>
            </a:lvl2pPr>
            <a:lvl3pPr lvl="2" algn="ctr">
              <a:spcBef>
                <a:spcPts val="0"/>
              </a:spcBef>
              <a:spcAft>
                <a:spcPts val="0"/>
              </a:spcAft>
              <a:buNone/>
              <a:defRPr sz="1200">
                <a:latin typeface="Nunito"/>
                <a:ea typeface="Nunito"/>
              </a:defRPr>
            </a:lvl3pPr>
            <a:lvl4pPr lvl="3" algn="ctr">
              <a:spcBef>
                <a:spcPts val="0"/>
              </a:spcBef>
              <a:spcAft>
                <a:spcPts val="0"/>
              </a:spcAft>
              <a:buNone/>
              <a:defRPr sz="1200">
                <a:latin typeface="Nunito"/>
                <a:ea typeface="Nunito"/>
              </a:defRPr>
            </a:lvl4pPr>
            <a:lvl5pPr lvl="4" algn="ctr">
              <a:spcBef>
                <a:spcPts val="0"/>
              </a:spcBef>
              <a:spcAft>
                <a:spcPts val="0"/>
              </a:spcAft>
              <a:buNone/>
              <a:defRPr sz="1200">
                <a:latin typeface="Nunito"/>
                <a:ea typeface="Nunito"/>
              </a:defRPr>
            </a:lvl5pPr>
            <a:lvl6pPr lvl="5" algn="ctr">
              <a:spcBef>
                <a:spcPts val="0"/>
              </a:spcBef>
              <a:spcAft>
                <a:spcPts val="0"/>
              </a:spcAft>
              <a:buNone/>
              <a:defRPr sz="1200">
                <a:latin typeface="Nunito"/>
                <a:ea typeface="Nunito"/>
              </a:defRPr>
            </a:lvl6pPr>
            <a:lvl7pPr lvl="6" algn="ctr">
              <a:spcBef>
                <a:spcPts val="0"/>
              </a:spcBef>
              <a:spcAft>
                <a:spcPts val="0"/>
              </a:spcAft>
              <a:buNone/>
              <a:defRPr sz="1200">
                <a:latin typeface="Nunito"/>
                <a:ea typeface="Nunito"/>
              </a:defRPr>
            </a:lvl7pPr>
            <a:lvl8pPr lvl="7" algn="ctr">
              <a:spcBef>
                <a:spcPts val="0"/>
              </a:spcBef>
              <a:spcAft>
                <a:spcPts val="0"/>
              </a:spcAft>
              <a:buNone/>
              <a:defRPr sz="1200">
                <a:latin typeface="Nunito"/>
                <a:ea typeface="Nunito"/>
              </a:defRPr>
            </a:lvl8pPr>
            <a:lvl9pPr lvl="8" algn="ctr">
              <a:spcBef>
                <a:spcPts val="0"/>
              </a:spcBef>
              <a:spcAft>
                <a:spcPts val="0"/>
              </a:spcAft>
              <a:buNone/>
              <a:defRPr sz="1200">
                <a:latin typeface="Nunito"/>
                <a:ea typeface="Nunito"/>
              </a:defRPr>
            </a:lvl9pPr>
          </a:lstStyle>
          <a:p>
            <a:endParaRPr/>
          </a:p>
        </p:txBody>
      </p:sp>
      <p:sp>
        <p:nvSpPr>
          <p:cNvPr id="108" name="Google Shape;108;p15"/>
          <p:cNvSpPr txBox="1">
            <a:spLocks noGrp="1"/>
          </p:cNvSpPr>
          <p:nvPr>
            <p:ph type="title"/>
          </p:nvPr>
        </p:nvSpPr>
        <p:spPr>
          <a:xfrm>
            <a:off x="2366363" y="1131900"/>
            <a:ext cx="4411500" cy="1018200"/>
          </a:xfrm>
          <a:prstGeom prst="rect">
            <a:avLst/>
          </a:prstGeom>
        </p:spPr>
        <p:txBody>
          <a:bodyPr wrap="square" lIns="91425" tIns="91425" rIns="91425" bIns="91425" anchor="b" anchorCtr="0"/>
          <a:lstStyle>
            <a:lvl1pPr lvl="0" algn="ctr">
              <a:spcBef>
                <a:spcPts val="0"/>
              </a:spcBef>
              <a:spcAft>
                <a:spcPts val="0"/>
              </a:spcAft>
              <a:buNone/>
              <a:defRPr sz="2400">
                <a:solidFill>
                  <a:srgbClr val="125284"/>
                </a:solidFill>
                <a:latin typeface="Poppins SemiBold"/>
                <a:ea typeface="Poppins SemiBold"/>
              </a:defRPr>
            </a:lvl1pPr>
            <a:lvl2pPr lvl="1" algn="ctr">
              <a:spcBef>
                <a:spcPts val="0"/>
              </a:spcBef>
              <a:spcAft>
                <a:spcPts val="0"/>
              </a:spcAft>
              <a:buNone/>
              <a:defRPr sz="1400">
                <a:solidFill>
                  <a:srgbClr val="125284"/>
                </a:solidFill>
                <a:latin typeface="Rubik"/>
                <a:ea typeface="Rubik"/>
              </a:defRPr>
            </a:lvl2pPr>
            <a:lvl3pPr lvl="2" algn="ctr">
              <a:spcBef>
                <a:spcPts val="0"/>
              </a:spcBef>
              <a:spcAft>
                <a:spcPts val="0"/>
              </a:spcAft>
              <a:buNone/>
              <a:defRPr sz="1400">
                <a:solidFill>
                  <a:srgbClr val="125284"/>
                </a:solidFill>
                <a:latin typeface="Rubik"/>
                <a:ea typeface="Rubik"/>
              </a:defRPr>
            </a:lvl3pPr>
            <a:lvl4pPr lvl="3" algn="ctr">
              <a:spcBef>
                <a:spcPts val="0"/>
              </a:spcBef>
              <a:spcAft>
                <a:spcPts val="0"/>
              </a:spcAft>
              <a:buNone/>
              <a:defRPr sz="1400">
                <a:solidFill>
                  <a:srgbClr val="125284"/>
                </a:solidFill>
                <a:latin typeface="Rubik"/>
                <a:ea typeface="Rubik"/>
              </a:defRPr>
            </a:lvl4pPr>
            <a:lvl5pPr lvl="4" algn="ctr">
              <a:spcBef>
                <a:spcPts val="0"/>
              </a:spcBef>
              <a:spcAft>
                <a:spcPts val="0"/>
              </a:spcAft>
              <a:buNone/>
              <a:defRPr sz="1400">
                <a:solidFill>
                  <a:srgbClr val="125284"/>
                </a:solidFill>
                <a:latin typeface="Rubik"/>
                <a:ea typeface="Rubik"/>
              </a:defRPr>
            </a:lvl5pPr>
            <a:lvl6pPr lvl="5" algn="ctr">
              <a:spcBef>
                <a:spcPts val="0"/>
              </a:spcBef>
              <a:spcAft>
                <a:spcPts val="0"/>
              </a:spcAft>
              <a:buNone/>
              <a:defRPr sz="1400">
                <a:solidFill>
                  <a:srgbClr val="125284"/>
                </a:solidFill>
                <a:latin typeface="Rubik"/>
                <a:ea typeface="Rubik"/>
              </a:defRPr>
            </a:lvl6pPr>
            <a:lvl7pPr lvl="6" algn="ctr">
              <a:spcBef>
                <a:spcPts val="0"/>
              </a:spcBef>
              <a:spcAft>
                <a:spcPts val="0"/>
              </a:spcAft>
              <a:buNone/>
              <a:defRPr sz="1400">
                <a:solidFill>
                  <a:srgbClr val="125284"/>
                </a:solidFill>
                <a:latin typeface="Rubik"/>
                <a:ea typeface="Rubik"/>
              </a:defRPr>
            </a:lvl7pPr>
            <a:lvl8pPr lvl="7" algn="ctr">
              <a:spcBef>
                <a:spcPts val="0"/>
              </a:spcBef>
              <a:spcAft>
                <a:spcPts val="0"/>
              </a:spcAft>
              <a:buNone/>
              <a:defRPr sz="1400">
                <a:solidFill>
                  <a:srgbClr val="125284"/>
                </a:solidFill>
                <a:latin typeface="Rubik"/>
                <a:ea typeface="Rubik"/>
              </a:defRPr>
            </a:lvl8pPr>
            <a:lvl9pPr lvl="8" algn="ctr">
              <a:spcBef>
                <a:spcPts val="0"/>
              </a:spcBef>
              <a:spcAft>
                <a:spcPts val="0"/>
              </a:spcAft>
              <a:buNone/>
              <a:defRPr sz="1400">
                <a:solidFill>
                  <a:srgbClr val="125284"/>
                </a:solidFill>
                <a:latin typeface="Rubik"/>
                <a:ea typeface="Rubik"/>
              </a:defRPr>
            </a:lvl9pPr>
          </a:lstStyle>
          <a:p>
            <a:endParaRPr/>
          </a:p>
        </p:txBody>
      </p:sp>
      <p:sp>
        <p:nvSpPr>
          <p:cNvPr id="109" name="Google Shape;109;p15"/>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110" name="Google Shape;110;p15"/>
          <p:cNvSpPr txBox="1">
            <a:spLocks noGrp="1"/>
          </p:cNvSpPr>
          <p:nvPr>
            <p:ph type="title" idx="2"/>
          </p:nvPr>
        </p:nvSpPr>
        <p:spPr>
          <a:xfrm>
            <a:off x="93825" y="230325"/>
            <a:ext cx="4759500" cy="309600"/>
          </a:xfrm>
          <a:prstGeom prst="rect">
            <a:avLst/>
          </a:prstGeom>
        </p:spPr>
        <p:txBody>
          <a:bodyPr wrap="square" lIns="91425" tIns="91425" rIns="91425" bIns="91425" anchor="t" anchorCtr="0"/>
          <a:lstStyle>
            <a:lvl1pPr lvl="0">
              <a:spcBef>
                <a:spcPts val="0"/>
              </a:spcBef>
              <a:spcAft>
                <a:spcPts val="0"/>
              </a:spcAft>
              <a:buNone/>
              <a:defRPr sz="1200">
                <a:solidFill>
                  <a:srgbClr val="125284"/>
                </a:solidFill>
                <a:latin typeface="Poppins"/>
                <a:ea typeface="Poppins"/>
              </a:defRPr>
            </a:lvl1pPr>
            <a:lvl2pPr lvl="1">
              <a:spcBef>
                <a:spcPts val="0"/>
              </a:spcBef>
              <a:spcAft>
                <a:spcPts val="0"/>
              </a:spcAft>
              <a:buNone/>
              <a:defRPr sz="1200">
                <a:solidFill>
                  <a:srgbClr val="125284"/>
                </a:solidFill>
                <a:latin typeface="Poppins"/>
                <a:ea typeface="Poppins"/>
              </a:defRPr>
            </a:lvl2pPr>
            <a:lvl3pPr lvl="2">
              <a:spcBef>
                <a:spcPts val="0"/>
              </a:spcBef>
              <a:spcAft>
                <a:spcPts val="0"/>
              </a:spcAft>
              <a:buNone/>
              <a:defRPr sz="1200">
                <a:solidFill>
                  <a:srgbClr val="125284"/>
                </a:solidFill>
                <a:latin typeface="Poppins"/>
                <a:ea typeface="Poppins"/>
              </a:defRPr>
            </a:lvl3pPr>
            <a:lvl4pPr lvl="3">
              <a:spcBef>
                <a:spcPts val="0"/>
              </a:spcBef>
              <a:spcAft>
                <a:spcPts val="0"/>
              </a:spcAft>
              <a:buNone/>
              <a:defRPr sz="1200">
                <a:solidFill>
                  <a:srgbClr val="125284"/>
                </a:solidFill>
                <a:latin typeface="Poppins"/>
                <a:ea typeface="Poppins"/>
              </a:defRPr>
            </a:lvl4pPr>
            <a:lvl5pPr lvl="4">
              <a:spcBef>
                <a:spcPts val="0"/>
              </a:spcBef>
              <a:spcAft>
                <a:spcPts val="0"/>
              </a:spcAft>
              <a:buNone/>
              <a:defRPr sz="1200">
                <a:solidFill>
                  <a:srgbClr val="125284"/>
                </a:solidFill>
                <a:latin typeface="Poppins"/>
                <a:ea typeface="Poppins"/>
              </a:defRPr>
            </a:lvl5pPr>
            <a:lvl6pPr lvl="5">
              <a:spcBef>
                <a:spcPts val="0"/>
              </a:spcBef>
              <a:spcAft>
                <a:spcPts val="0"/>
              </a:spcAft>
              <a:buNone/>
              <a:defRPr sz="1200">
                <a:solidFill>
                  <a:srgbClr val="125284"/>
                </a:solidFill>
                <a:latin typeface="Poppins"/>
                <a:ea typeface="Poppins"/>
              </a:defRPr>
            </a:lvl6pPr>
            <a:lvl7pPr lvl="6">
              <a:spcBef>
                <a:spcPts val="0"/>
              </a:spcBef>
              <a:spcAft>
                <a:spcPts val="0"/>
              </a:spcAft>
              <a:buNone/>
              <a:defRPr sz="1200">
                <a:solidFill>
                  <a:srgbClr val="125284"/>
                </a:solidFill>
                <a:latin typeface="Poppins"/>
                <a:ea typeface="Poppins"/>
              </a:defRPr>
            </a:lvl7pPr>
            <a:lvl8pPr lvl="7">
              <a:spcBef>
                <a:spcPts val="0"/>
              </a:spcBef>
              <a:spcAft>
                <a:spcPts val="0"/>
              </a:spcAft>
              <a:buNone/>
              <a:defRPr sz="1200">
                <a:solidFill>
                  <a:srgbClr val="125284"/>
                </a:solidFill>
                <a:latin typeface="Poppins"/>
                <a:ea typeface="Poppins"/>
              </a:defRPr>
            </a:lvl8pPr>
            <a:lvl9pPr lvl="8">
              <a:spcBef>
                <a:spcPts val="0"/>
              </a:spcBef>
              <a:spcAft>
                <a:spcPts val="0"/>
              </a:spcAft>
              <a:buNone/>
              <a:defRPr sz="1200">
                <a:solidFill>
                  <a:srgbClr val="125284"/>
                </a:solidFill>
                <a:latin typeface="Poppins"/>
                <a:ea typeface="Poppins"/>
              </a:defRPr>
            </a:lvl9pPr>
          </a:lstStyle>
          <a:p>
            <a:endParaRPr/>
          </a:p>
        </p:txBody>
      </p:sp>
    </p:spTree>
    <p:extLst>
      <p:ext uri="{BB962C8B-B14F-4D97-AF65-F5344CB8AC3E}">
        <p14:creationId xmlns:p14="http://schemas.microsoft.com/office/powerpoint/2010/main" val="4038044975"/>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guide id="2" pos="4320">
          <p15:clr>
            <a:srgbClr val="FA7B17"/>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Large images / graphs / tables with side caption">
    <p:spTree>
      <p:nvGrpSpPr>
        <p:cNvPr id="1" name="Shape 111"/>
        <p:cNvGrpSpPr/>
        <p:nvPr/>
      </p:nvGrpSpPr>
      <p:grpSpPr>
        <a:xfrm>
          <a:off x="0" y="0"/>
          <a:ext cx="0" cy="0"/>
          <a:chOff x="0" y="0"/>
          <a:chExt cx="0" cy="0"/>
        </a:xfrm>
      </p:grpSpPr>
      <p:sp>
        <p:nvSpPr>
          <p:cNvPr id="112" name="Google Shape;112;p16"/>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113" name="Google Shape;113;p16"/>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114" name="Google Shape;114;p16"/>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15" name="Google Shape;115;p16"/>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116" name="Google Shape;116;p16"/>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117" name="Google Shape;117;p16"/>
          <p:cNvSpPr txBox="1">
            <a:spLocks noGrp="1"/>
          </p:cNvSpPr>
          <p:nvPr>
            <p:ph type="subTitle" idx="1"/>
          </p:nvPr>
        </p:nvSpPr>
        <p:spPr>
          <a:xfrm>
            <a:off x="170025" y="827925"/>
            <a:ext cx="1562100" cy="1904100"/>
          </a:xfrm>
          <a:prstGeom prst="rect">
            <a:avLst/>
          </a:prstGeom>
        </p:spPr>
        <p:txBody>
          <a:bodyPr wrap="square" lIns="91425" tIns="91425" rIns="91425" bIns="91425" anchor="t" anchorCtr="0"/>
          <a:lstStyle>
            <a:lvl1pPr lvl="0">
              <a:spcBef>
                <a:spcPts val="0"/>
              </a:spcBef>
              <a:spcAft>
                <a:spcPts val="0"/>
              </a:spcAft>
              <a:buNone/>
              <a:defRPr sz="1200">
                <a:solidFill>
                  <a:srgbClr val="125284"/>
                </a:solidFill>
                <a:latin typeface="Nunito Sans"/>
                <a:ea typeface="Nunito Sa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Tree>
    <p:extLst>
      <p:ext uri="{BB962C8B-B14F-4D97-AF65-F5344CB8AC3E}">
        <p14:creationId xmlns:p14="http://schemas.microsoft.com/office/powerpoint/2010/main" val="1085827081"/>
      </p:ext>
    </p:extLst>
  </p:cSld>
  <p:clrMapOvr>
    <a:masterClrMapping/>
  </p:clrMapOvr>
  <p:extLst>
    <p:ext uri="{DCECCB84-F9BA-43D5-87BE-67443E8EF086}">
      <p15:sldGuideLst xmlns:p15="http://schemas.microsoft.com/office/powerpoint/2012/main">
        <p15:guide id="0" pos="144">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Blank">
    <p:spTree>
      <p:nvGrpSpPr>
        <p:cNvPr id="1" name="Shape 126"/>
        <p:cNvGrpSpPr/>
        <p:nvPr/>
      </p:nvGrpSpPr>
      <p:grpSpPr>
        <a:xfrm>
          <a:off x="0" y="0"/>
          <a:ext cx="0" cy="0"/>
          <a:chOff x="0" y="0"/>
          <a:chExt cx="0" cy="0"/>
        </a:xfrm>
      </p:grpSpPr>
      <p:sp>
        <p:nvSpPr>
          <p:cNvPr id="127" name="Google Shape;127;p18"/>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128" name="Google Shape;128;p18"/>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129" name="Google Shape;129;p18"/>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Tree>
    <p:extLst>
      <p:ext uri="{BB962C8B-B14F-4D97-AF65-F5344CB8AC3E}">
        <p14:creationId xmlns:p14="http://schemas.microsoft.com/office/powerpoint/2010/main" val="1618604357"/>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ver Slide - Design 1">
    <p:bg>
      <p:bgPr>
        <a:solidFill>
          <a:srgbClr val="125284"/>
        </a:solidFill>
        <a:effectLst/>
      </p:bgPr>
    </p:bg>
    <p:spTree>
      <p:nvGrpSpPr>
        <p:cNvPr id="1" name="Shape 12"/>
        <p:cNvGrpSpPr/>
        <p:nvPr/>
      </p:nvGrpSpPr>
      <p:grpSpPr>
        <a:xfrm>
          <a:off x="0" y="0"/>
          <a:ext cx="0" cy="0"/>
          <a:chOff x="0" y="0"/>
          <a:chExt cx="0" cy="0"/>
        </a:xfrm>
      </p:grpSpPr>
      <p:pic>
        <p:nvPicPr>
          <p:cNvPr id="13" name="Google Shape;13;p2"/>
          <p:cNvPicPr preferRelativeResize="0">
            <a:picLocks/>
          </p:cNvPicPr>
          <p:nvPr/>
        </p:nvPicPr>
        <p:blipFill>
          <a:blip r:embed="rId2">
            <a:alphaModFix/>
          </a:blip>
          <a:stretch>
            <a:fillRect/>
          </a:stretch>
        </p:blipFill>
        <p:spPr>
          <a:xfrm>
            <a:off x="7007175" y="2077825"/>
            <a:ext cx="1766250" cy="588750"/>
          </a:xfrm>
          <a:prstGeom prst="rect">
            <a:avLst/>
          </a:prstGeom>
          <a:noFill/>
          <a:ln>
            <a:noFill/>
          </a:ln>
        </p:spPr>
      </p:pic>
      <p:sp>
        <p:nvSpPr>
          <p:cNvPr id="14" name="Google Shape;14;p2"/>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sp>
        <p:nvSpPr>
          <p:cNvPr id="15" name="Google Shape;15;p2"/>
          <p:cNvSpPr txBox="1">
            <a:spLocks noGrp="1"/>
          </p:cNvSpPr>
          <p:nvPr>
            <p:ph type="title"/>
          </p:nvPr>
        </p:nvSpPr>
        <p:spPr>
          <a:xfrm>
            <a:off x="109875" y="1925500"/>
            <a:ext cx="4862100" cy="741000"/>
          </a:xfrm>
          <a:prstGeom prst="rect">
            <a:avLst/>
          </a:prstGeom>
        </p:spPr>
        <p:txBody>
          <a:bodyPr wrap="square" lIns="91425" tIns="91425" rIns="91425" bIns="91425" anchor="b" anchorCtr="0"/>
          <a:lstStyle>
            <a:lvl1pPr lvl="0">
              <a:spcBef>
                <a:spcPts val="0"/>
              </a:spcBef>
              <a:spcAft>
                <a:spcPts val="0"/>
              </a:spcAft>
              <a:buNone/>
              <a:defRPr sz="2200">
                <a:solidFill>
                  <a:srgbClr val="FFFFFF"/>
                </a:solidFill>
                <a:latin typeface="Poppins"/>
                <a:ea typeface="Poppins"/>
              </a:defRPr>
            </a:lvl1pPr>
            <a:lvl2pPr lvl="1">
              <a:spcBef>
                <a:spcPts val="0"/>
              </a:spcBef>
              <a:spcAft>
                <a:spcPts val="0"/>
              </a:spcAft>
              <a:buNone/>
              <a:defRPr sz="2200">
                <a:solidFill>
                  <a:srgbClr val="FFFFFF"/>
                </a:solidFill>
                <a:latin typeface="Poppins"/>
                <a:ea typeface="Poppins"/>
              </a:defRPr>
            </a:lvl2pPr>
            <a:lvl3pPr lvl="2">
              <a:spcBef>
                <a:spcPts val="0"/>
              </a:spcBef>
              <a:spcAft>
                <a:spcPts val="0"/>
              </a:spcAft>
              <a:buNone/>
              <a:defRPr sz="2200">
                <a:solidFill>
                  <a:srgbClr val="FFFFFF"/>
                </a:solidFill>
                <a:latin typeface="Poppins"/>
                <a:ea typeface="Poppins"/>
              </a:defRPr>
            </a:lvl3pPr>
            <a:lvl4pPr lvl="3">
              <a:spcBef>
                <a:spcPts val="0"/>
              </a:spcBef>
              <a:spcAft>
                <a:spcPts val="0"/>
              </a:spcAft>
              <a:buNone/>
              <a:defRPr sz="2200">
                <a:solidFill>
                  <a:srgbClr val="FFFFFF"/>
                </a:solidFill>
                <a:latin typeface="Poppins"/>
                <a:ea typeface="Poppins"/>
              </a:defRPr>
            </a:lvl4pPr>
            <a:lvl5pPr lvl="4">
              <a:spcBef>
                <a:spcPts val="0"/>
              </a:spcBef>
              <a:spcAft>
                <a:spcPts val="0"/>
              </a:spcAft>
              <a:buNone/>
              <a:defRPr sz="2200">
                <a:solidFill>
                  <a:srgbClr val="FFFFFF"/>
                </a:solidFill>
                <a:latin typeface="Poppins"/>
                <a:ea typeface="Poppins"/>
              </a:defRPr>
            </a:lvl5pPr>
            <a:lvl6pPr lvl="5">
              <a:spcBef>
                <a:spcPts val="0"/>
              </a:spcBef>
              <a:spcAft>
                <a:spcPts val="0"/>
              </a:spcAft>
              <a:buNone/>
              <a:defRPr sz="2200">
                <a:solidFill>
                  <a:srgbClr val="FFFFFF"/>
                </a:solidFill>
                <a:latin typeface="Poppins"/>
                <a:ea typeface="Poppins"/>
              </a:defRPr>
            </a:lvl6pPr>
            <a:lvl7pPr lvl="6">
              <a:spcBef>
                <a:spcPts val="0"/>
              </a:spcBef>
              <a:spcAft>
                <a:spcPts val="0"/>
              </a:spcAft>
              <a:buNone/>
              <a:defRPr sz="2200">
                <a:solidFill>
                  <a:srgbClr val="FFFFFF"/>
                </a:solidFill>
                <a:latin typeface="Poppins"/>
                <a:ea typeface="Poppins"/>
              </a:defRPr>
            </a:lvl7pPr>
            <a:lvl8pPr lvl="7">
              <a:spcBef>
                <a:spcPts val="0"/>
              </a:spcBef>
              <a:spcAft>
                <a:spcPts val="0"/>
              </a:spcAft>
              <a:buNone/>
              <a:defRPr sz="2200">
                <a:solidFill>
                  <a:srgbClr val="FFFFFF"/>
                </a:solidFill>
                <a:latin typeface="Poppins"/>
                <a:ea typeface="Poppins"/>
              </a:defRPr>
            </a:lvl8pPr>
            <a:lvl9pPr lvl="8">
              <a:spcBef>
                <a:spcPts val="0"/>
              </a:spcBef>
              <a:spcAft>
                <a:spcPts val="0"/>
              </a:spcAft>
              <a:buNone/>
              <a:defRPr sz="2200">
                <a:solidFill>
                  <a:srgbClr val="FFFFFF"/>
                </a:solidFill>
                <a:latin typeface="Poppins"/>
                <a:ea typeface="Poppins"/>
              </a:defRPr>
            </a:lvl9pPr>
          </a:lstStyle>
          <a:p>
            <a:endParaRPr/>
          </a:p>
        </p:txBody>
      </p:sp>
      <p:sp>
        <p:nvSpPr>
          <p:cNvPr id="16" name="Google Shape;16;p2"/>
          <p:cNvSpPr txBox="1">
            <a:spLocks noGrp="1"/>
          </p:cNvSpPr>
          <p:nvPr>
            <p:ph type="subTitle" idx="1"/>
          </p:nvPr>
        </p:nvSpPr>
        <p:spPr>
          <a:xfrm>
            <a:off x="117525" y="2563925"/>
            <a:ext cx="3317100" cy="432900"/>
          </a:xfrm>
          <a:prstGeom prst="rect">
            <a:avLst/>
          </a:prstGeom>
        </p:spPr>
        <p:txBody>
          <a:bodyPr wrap="square" lIns="91425" tIns="91425" rIns="91425" bIns="91425" anchor="t" anchorCtr="0"/>
          <a:lstStyle>
            <a:lvl1pPr lvl="0">
              <a:spcBef>
                <a:spcPts val="0"/>
              </a:spcBef>
              <a:spcAft>
                <a:spcPts val="0"/>
              </a:spcAft>
              <a:buNone/>
              <a:defRPr i="1">
                <a:solidFill>
                  <a:schemeClr val="accent1"/>
                </a:solidFill>
                <a:latin typeface="Rubik Light"/>
                <a:ea typeface="Rubik Light"/>
              </a:defRPr>
            </a:lvl1pPr>
            <a:lvl2pPr lvl="1">
              <a:spcBef>
                <a:spcPts val="0"/>
              </a:spcBef>
              <a:spcAft>
                <a:spcPts val="0"/>
              </a:spcAft>
              <a:buNone/>
              <a:defRPr sz="600" i="1">
                <a:solidFill>
                  <a:schemeClr val="accent1"/>
                </a:solidFill>
              </a:defRPr>
            </a:lvl2pPr>
            <a:lvl3pPr lvl="2">
              <a:spcBef>
                <a:spcPts val="0"/>
              </a:spcBef>
              <a:spcAft>
                <a:spcPts val="0"/>
              </a:spcAft>
              <a:buNone/>
              <a:defRPr sz="600" i="1">
                <a:solidFill>
                  <a:schemeClr val="accent1"/>
                </a:solidFill>
              </a:defRPr>
            </a:lvl3pPr>
            <a:lvl4pPr lvl="3">
              <a:spcBef>
                <a:spcPts val="0"/>
              </a:spcBef>
              <a:spcAft>
                <a:spcPts val="0"/>
              </a:spcAft>
              <a:buNone/>
              <a:defRPr sz="600" i="1">
                <a:solidFill>
                  <a:schemeClr val="accent1"/>
                </a:solidFill>
              </a:defRPr>
            </a:lvl4pPr>
            <a:lvl5pPr lvl="4">
              <a:spcBef>
                <a:spcPts val="0"/>
              </a:spcBef>
              <a:spcAft>
                <a:spcPts val="0"/>
              </a:spcAft>
              <a:buNone/>
              <a:defRPr sz="600" i="1">
                <a:solidFill>
                  <a:schemeClr val="accent1"/>
                </a:solidFill>
              </a:defRPr>
            </a:lvl5pPr>
            <a:lvl6pPr lvl="5">
              <a:spcBef>
                <a:spcPts val="0"/>
              </a:spcBef>
              <a:spcAft>
                <a:spcPts val="0"/>
              </a:spcAft>
              <a:buNone/>
              <a:defRPr sz="600" i="1">
                <a:solidFill>
                  <a:schemeClr val="accent1"/>
                </a:solidFill>
              </a:defRPr>
            </a:lvl6pPr>
            <a:lvl7pPr lvl="6">
              <a:spcBef>
                <a:spcPts val="0"/>
              </a:spcBef>
              <a:spcAft>
                <a:spcPts val="0"/>
              </a:spcAft>
              <a:buNone/>
              <a:defRPr sz="600" i="1">
                <a:solidFill>
                  <a:schemeClr val="accent1"/>
                </a:solidFill>
              </a:defRPr>
            </a:lvl7pPr>
            <a:lvl8pPr lvl="7">
              <a:spcBef>
                <a:spcPts val="0"/>
              </a:spcBef>
              <a:spcAft>
                <a:spcPts val="0"/>
              </a:spcAft>
              <a:buNone/>
              <a:defRPr sz="600" i="1">
                <a:solidFill>
                  <a:schemeClr val="accent1"/>
                </a:solidFill>
              </a:defRPr>
            </a:lvl8pPr>
            <a:lvl9pPr lvl="8">
              <a:spcBef>
                <a:spcPts val="0"/>
              </a:spcBef>
              <a:spcAft>
                <a:spcPts val="0"/>
              </a:spcAft>
              <a:buNone/>
              <a:defRPr sz="600" i="1">
                <a:solidFill>
                  <a:schemeClr val="accent1"/>
                </a:solidFill>
              </a:defRPr>
            </a:lvl9pPr>
          </a:lstStyle>
          <a:p>
            <a:endParaRPr/>
          </a:p>
        </p:txBody>
      </p:sp>
    </p:spTree>
    <p:extLst>
      <p:ext uri="{BB962C8B-B14F-4D97-AF65-F5344CB8AC3E}">
        <p14:creationId xmlns:p14="http://schemas.microsoft.com/office/powerpoint/2010/main" val="2969711928"/>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itle and body">
    <p:spTree>
      <p:nvGrpSpPr>
        <p:cNvPr id="1" name="Shape 41"/>
        <p:cNvGrpSpPr/>
        <p:nvPr/>
      </p:nvGrpSpPr>
      <p:grpSpPr>
        <a:xfrm>
          <a:off x="0" y="0"/>
          <a:ext cx="0" cy="0"/>
          <a:chOff x="0" y="0"/>
          <a:chExt cx="0" cy="0"/>
        </a:xfrm>
      </p:grpSpPr>
      <p:sp>
        <p:nvSpPr>
          <p:cNvPr id="42" name="Google Shape;42;p6"/>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43" name="Google Shape;43;p6"/>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44" name="Google Shape;44;p6"/>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45" name="Google Shape;45;p6"/>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46" name="Google Shape;46;p6"/>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47" name="Google Shape;47;p6"/>
          <p:cNvSpPr txBox="1">
            <a:spLocks noGrp="1"/>
          </p:cNvSpPr>
          <p:nvPr>
            <p:ph type="body" idx="1"/>
          </p:nvPr>
        </p:nvSpPr>
        <p:spPr>
          <a:xfrm>
            <a:off x="170025" y="920925"/>
            <a:ext cx="79014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Tree>
    <p:extLst>
      <p:ext uri="{BB962C8B-B14F-4D97-AF65-F5344CB8AC3E}">
        <p14:creationId xmlns:p14="http://schemas.microsoft.com/office/powerpoint/2010/main" val="1368690917"/>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Title and three columns">
    <p:spTree>
      <p:nvGrpSpPr>
        <p:cNvPr id="1" name="Shape 56"/>
        <p:cNvGrpSpPr/>
        <p:nvPr/>
      </p:nvGrpSpPr>
      <p:grpSpPr>
        <a:xfrm>
          <a:off x="0" y="0"/>
          <a:ext cx="0" cy="0"/>
          <a:chOff x="0" y="0"/>
          <a:chExt cx="0" cy="0"/>
        </a:xfrm>
      </p:grpSpPr>
      <p:sp>
        <p:nvSpPr>
          <p:cNvPr id="57" name="Google Shape;57;p8"/>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58" name="Google Shape;58;p8"/>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59" name="Google Shape;59;p8"/>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60" name="Google Shape;60;p8"/>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61" name="Google Shape;61;p8"/>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62" name="Google Shape;62;p8"/>
          <p:cNvSpPr txBox="1">
            <a:spLocks noGrp="1"/>
          </p:cNvSpPr>
          <p:nvPr>
            <p:ph type="body" idx="1"/>
          </p:nvPr>
        </p:nvSpPr>
        <p:spPr>
          <a:xfrm>
            <a:off x="170025" y="920925"/>
            <a:ext cx="27153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
        <p:nvSpPr>
          <p:cNvPr id="63" name="Google Shape;63;p8"/>
          <p:cNvSpPr txBox="1">
            <a:spLocks noGrp="1"/>
          </p:cNvSpPr>
          <p:nvPr>
            <p:ph type="body" idx="2"/>
          </p:nvPr>
        </p:nvSpPr>
        <p:spPr>
          <a:xfrm>
            <a:off x="3065625" y="920925"/>
            <a:ext cx="27153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
        <p:nvSpPr>
          <p:cNvPr id="64" name="Google Shape;64;p8"/>
          <p:cNvSpPr txBox="1">
            <a:spLocks noGrp="1"/>
          </p:cNvSpPr>
          <p:nvPr>
            <p:ph type="body" idx="3"/>
          </p:nvPr>
        </p:nvSpPr>
        <p:spPr>
          <a:xfrm>
            <a:off x="5961225" y="920925"/>
            <a:ext cx="27153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Tree>
    <p:extLst>
      <p:ext uri="{BB962C8B-B14F-4D97-AF65-F5344CB8AC3E}">
        <p14:creationId xmlns:p14="http://schemas.microsoft.com/office/powerpoint/2010/main" val="332146400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Cover Slide - Design 2 (Dark)">
    <p:bg>
      <p:bgPr>
        <a:solidFill>
          <a:srgbClr val="125284"/>
        </a:solidFill>
        <a:effectLst/>
      </p:bgPr>
    </p:bg>
    <p:spTree>
      <p:nvGrpSpPr>
        <p:cNvPr id="1" name="Shape 65"/>
        <p:cNvGrpSpPr/>
        <p:nvPr/>
      </p:nvGrpSpPr>
      <p:grpSpPr>
        <a:xfrm>
          <a:off x="0" y="0"/>
          <a:ext cx="0" cy="0"/>
          <a:chOff x="0" y="0"/>
          <a:chExt cx="0" cy="0"/>
        </a:xfrm>
      </p:grpSpPr>
      <p:sp>
        <p:nvSpPr>
          <p:cNvPr id="66" name="Google Shape;66;p9"/>
          <p:cNvSpPr/>
          <p:nvPr/>
        </p:nvSpPr>
        <p:spPr>
          <a:xfrm>
            <a:off x="0" y="0"/>
            <a:ext cx="9144000" cy="5143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cxnSp>
        <p:nvCxnSpPr>
          <p:cNvPr id="67" name="Google Shape;67;p9"/>
          <p:cNvCxnSpPr/>
          <p:nvPr/>
        </p:nvCxnSpPr>
        <p:spPr>
          <a:xfrm>
            <a:off x="216950" y="2757425"/>
            <a:ext cx="262200" cy="0"/>
          </a:xfrm>
          <a:prstGeom prst="straightConnector1">
            <a:avLst/>
          </a:prstGeom>
          <a:noFill/>
          <a:ln w="19050" cap="flat" cmpd="sng">
            <a:solidFill>
              <a:srgbClr val="FB394D"/>
            </a:solidFill>
            <a:prstDash val="solid"/>
            <a:round/>
            <a:headEnd type="none" w="med" len="med"/>
            <a:tailEnd type="none" w="med" len="med"/>
          </a:ln>
        </p:spPr>
      </p:cxnSp>
      <p:sp>
        <p:nvSpPr>
          <p:cNvPr id="68" name="Google Shape;68;p9"/>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pic>
        <p:nvPicPr>
          <p:cNvPr id="69" name="Google Shape;69;p9"/>
          <p:cNvPicPr preferRelativeResize="0">
            <a:picLocks/>
          </p:cNvPicPr>
          <p:nvPr/>
        </p:nvPicPr>
        <p:blipFill>
          <a:blip r:embed="rId2">
            <a:alphaModFix/>
          </a:blip>
          <a:stretch>
            <a:fillRect/>
          </a:stretch>
        </p:blipFill>
        <p:spPr>
          <a:xfrm>
            <a:off x="8071570" y="4645400"/>
            <a:ext cx="929229" cy="309750"/>
          </a:xfrm>
          <a:prstGeom prst="rect">
            <a:avLst/>
          </a:prstGeom>
          <a:noFill/>
          <a:ln>
            <a:noFill/>
          </a:ln>
        </p:spPr>
      </p:pic>
      <p:pic>
        <p:nvPicPr>
          <p:cNvPr id="70" name="Google Shape;70;p9"/>
          <p:cNvPicPr preferRelativeResize="0">
            <a:picLocks/>
          </p:cNvPicPr>
          <p:nvPr/>
        </p:nvPicPr>
        <p:blipFill>
          <a:blip r:embed="rId3">
            <a:alphaModFix/>
          </a:blip>
          <a:stretch>
            <a:fillRect/>
          </a:stretch>
        </p:blipFill>
        <p:spPr>
          <a:xfrm>
            <a:off x="4958900" y="698850"/>
            <a:ext cx="2883600" cy="2883600"/>
          </a:xfrm>
          <a:prstGeom prst="rect">
            <a:avLst/>
          </a:prstGeom>
          <a:noFill/>
          <a:ln>
            <a:noFill/>
          </a:ln>
        </p:spPr>
      </p:pic>
      <p:sp>
        <p:nvSpPr>
          <p:cNvPr id="71" name="Google Shape;71;p9"/>
          <p:cNvSpPr txBox="1">
            <a:spLocks noGrp="1"/>
          </p:cNvSpPr>
          <p:nvPr>
            <p:ph type="title"/>
          </p:nvPr>
        </p:nvSpPr>
        <p:spPr>
          <a:xfrm>
            <a:off x="93825" y="875725"/>
            <a:ext cx="4680600" cy="1899600"/>
          </a:xfrm>
          <a:prstGeom prst="rect">
            <a:avLst/>
          </a:prstGeom>
        </p:spPr>
        <p:txBody>
          <a:bodyPr wrap="square" lIns="91425" tIns="91425" rIns="91425" bIns="91425" anchor="b" anchorCtr="0"/>
          <a:lstStyle>
            <a:lvl1pPr lvl="0">
              <a:spcBef>
                <a:spcPts val="0"/>
              </a:spcBef>
              <a:spcAft>
                <a:spcPts val="0"/>
              </a:spcAft>
              <a:buNone/>
              <a:defRPr sz="3600">
                <a:solidFill>
                  <a:srgbClr val="FFFFFF"/>
                </a:solidFill>
              </a:defRPr>
            </a:lvl1pPr>
            <a:lvl2pPr lvl="1">
              <a:spcBef>
                <a:spcPts val="0"/>
              </a:spcBef>
              <a:spcAft>
                <a:spcPts val="0"/>
              </a:spcAft>
              <a:buNone/>
              <a:defRPr>
                <a:solidFill>
                  <a:srgbClr val="FFFFFF"/>
                </a:solidFill>
                <a:latin typeface="Nunito Sans"/>
                <a:ea typeface="Nunito Sans"/>
              </a:defRPr>
            </a:lvl2pPr>
            <a:lvl3pPr lvl="2">
              <a:spcBef>
                <a:spcPts val="0"/>
              </a:spcBef>
              <a:spcAft>
                <a:spcPts val="0"/>
              </a:spcAft>
              <a:buNone/>
              <a:defRPr>
                <a:solidFill>
                  <a:srgbClr val="FFFFFF"/>
                </a:solidFill>
                <a:latin typeface="Nunito Sans"/>
                <a:ea typeface="Nunito Sans"/>
              </a:defRPr>
            </a:lvl3pPr>
            <a:lvl4pPr lvl="3">
              <a:spcBef>
                <a:spcPts val="0"/>
              </a:spcBef>
              <a:spcAft>
                <a:spcPts val="0"/>
              </a:spcAft>
              <a:buNone/>
              <a:defRPr>
                <a:solidFill>
                  <a:srgbClr val="FFFFFF"/>
                </a:solidFill>
                <a:latin typeface="Nunito Sans"/>
                <a:ea typeface="Nunito Sans"/>
              </a:defRPr>
            </a:lvl4pPr>
            <a:lvl5pPr lvl="4">
              <a:spcBef>
                <a:spcPts val="0"/>
              </a:spcBef>
              <a:spcAft>
                <a:spcPts val="0"/>
              </a:spcAft>
              <a:buNone/>
              <a:defRPr>
                <a:solidFill>
                  <a:srgbClr val="FFFFFF"/>
                </a:solidFill>
                <a:latin typeface="Nunito Sans"/>
                <a:ea typeface="Nunito Sans"/>
              </a:defRPr>
            </a:lvl5pPr>
            <a:lvl6pPr lvl="5">
              <a:spcBef>
                <a:spcPts val="0"/>
              </a:spcBef>
              <a:spcAft>
                <a:spcPts val="0"/>
              </a:spcAft>
              <a:buNone/>
              <a:defRPr>
                <a:solidFill>
                  <a:srgbClr val="FFFFFF"/>
                </a:solidFill>
                <a:latin typeface="Nunito Sans"/>
                <a:ea typeface="Nunito Sans"/>
              </a:defRPr>
            </a:lvl6pPr>
            <a:lvl7pPr lvl="6">
              <a:spcBef>
                <a:spcPts val="0"/>
              </a:spcBef>
              <a:spcAft>
                <a:spcPts val="0"/>
              </a:spcAft>
              <a:buNone/>
              <a:defRPr>
                <a:solidFill>
                  <a:srgbClr val="FFFFFF"/>
                </a:solidFill>
                <a:latin typeface="Nunito Sans"/>
                <a:ea typeface="Nunito Sans"/>
              </a:defRPr>
            </a:lvl7pPr>
            <a:lvl8pPr lvl="7">
              <a:spcBef>
                <a:spcPts val="0"/>
              </a:spcBef>
              <a:spcAft>
                <a:spcPts val="0"/>
              </a:spcAft>
              <a:buNone/>
              <a:defRPr>
                <a:solidFill>
                  <a:srgbClr val="FFFFFF"/>
                </a:solidFill>
                <a:latin typeface="Nunito Sans"/>
                <a:ea typeface="Nunito Sans"/>
              </a:defRPr>
            </a:lvl8pPr>
            <a:lvl9pPr lvl="8">
              <a:spcBef>
                <a:spcPts val="0"/>
              </a:spcBef>
              <a:spcAft>
                <a:spcPts val="0"/>
              </a:spcAft>
              <a:buNone/>
              <a:defRPr>
                <a:solidFill>
                  <a:srgbClr val="FFFFFF"/>
                </a:solidFill>
                <a:latin typeface="Nunito Sans"/>
                <a:ea typeface="Nunito Sans"/>
              </a:defRPr>
            </a:lvl9pPr>
          </a:lstStyle>
          <a:p>
            <a:endParaRPr/>
          </a:p>
        </p:txBody>
      </p:sp>
      <p:sp>
        <p:nvSpPr>
          <p:cNvPr id="72" name="Google Shape;72;p9"/>
          <p:cNvSpPr txBox="1">
            <a:spLocks noGrp="1"/>
          </p:cNvSpPr>
          <p:nvPr>
            <p:ph type="subTitle" idx="1"/>
          </p:nvPr>
        </p:nvSpPr>
        <p:spPr>
          <a:xfrm>
            <a:off x="93825" y="2847025"/>
            <a:ext cx="4761000" cy="820500"/>
          </a:xfrm>
          <a:prstGeom prst="rect">
            <a:avLst/>
          </a:prstGeom>
        </p:spPr>
        <p:txBody>
          <a:bodyPr wrap="square" lIns="91425" tIns="91425" rIns="91425" bIns="91425" anchor="t" anchorCtr="0"/>
          <a:lstStyle>
            <a:lvl1pPr lvl="0">
              <a:spcBef>
                <a:spcPts val="0"/>
              </a:spcBef>
              <a:spcAft>
                <a:spcPts val="0"/>
              </a:spcAft>
              <a:buNone/>
              <a:defRPr sz="1600">
                <a:solidFill>
                  <a:srgbClr val="FFFFFF"/>
                </a:solidFill>
                <a:latin typeface="Poppins"/>
                <a:ea typeface="Poppins"/>
              </a:defRPr>
            </a:lvl1pPr>
            <a:lvl2pPr lvl="1">
              <a:spcBef>
                <a:spcPts val="0"/>
              </a:spcBef>
              <a:spcAft>
                <a:spcPts val="0"/>
              </a:spcAft>
              <a:buNone/>
              <a:defRPr>
                <a:solidFill>
                  <a:srgbClr val="FFFFFF"/>
                </a:solidFill>
              </a:defRPr>
            </a:lvl2pPr>
            <a:lvl3pPr lvl="2">
              <a:spcBef>
                <a:spcPts val="0"/>
              </a:spcBef>
              <a:spcAft>
                <a:spcPts val="0"/>
              </a:spcAft>
              <a:buNone/>
              <a:defRPr>
                <a:solidFill>
                  <a:srgbClr val="FFFFFF"/>
                </a:solidFill>
              </a:defRPr>
            </a:lvl3pPr>
            <a:lvl4pPr lvl="3">
              <a:spcBef>
                <a:spcPts val="0"/>
              </a:spcBef>
              <a:spcAft>
                <a:spcPts val="0"/>
              </a:spcAft>
              <a:buNone/>
              <a:defRPr>
                <a:solidFill>
                  <a:srgbClr val="FFFFFF"/>
                </a:solidFill>
              </a:defRPr>
            </a:lvl4pPr>
            <a:lvl5pPr lvl="4">
              <a:spcBef>
                <a:spcPts val="0"/>
              </a:spcBef>
              <a:spcAft>
                <a:spcPts val="0"/>
              </a:spcAft>
              <a:buNone/>
              <a:defRPr>
                <a:solidFill>
                  <a:srgbClr val="FFFFFF"/>
                </a:solidFill>
              </a:defRPr>
            </a:lvl5pPr>
            <a:lvl6pPr lvl="5">
              <a:spcBef>
                <a:spcPts val="0"/>
              </a:spcBef>
              <a:spcAft>
                <a:spcPts val="0"/>
              </a:spcAft>
              <a:buNone/>
              <a:defRPr>
                <a:solidFill>
                  <a:srgbClr val="FFFFFF"/>
                </a:solidFill>
              </a:defRPr>
            </a:lvl6pPr>
            <a:lvl7pPr lvl="6">
              <a:spcBef>
                <a:spcPts val="0"/>
              </a:spcBef>
              <a:spcAft>
                <a:spcPts val="0"/>
              </a:spcAft>
              <a:buNone/>
              <a:defRPr>
                <a:solidFill>
                  <a:srgbClr val="FFFFFF"/>
                </a:solidFill>
              </a:defRPr>
            </a:lvl7pPr>
            <a:lvl8pPr lvl="7">
              <a:spcBef>
                <a:spcPts val="0"/>
              </a:spcBef>
              <a:spcAft>
                <a:spcPts val="0"/>
              </a:spcAft>
              <a:buNone/>
              <a:defRPr>
                <a:solidFill>
                  <a:srgbClr val="FFFFFF"/>
                </a:solidFill>
              </a:defRPr>
            </a:lvl8pPr>
            <a:lvl9pPr lvl="8">
              <a:spcBef>
                <a:spcPts val="0"/>
              </a:spcBef>
              <a:spcAft>
                <a:spcPts val="0"/>
              </a:spcAft>
              <a:buNone/>
              <a:defRPr>
                <a:solidFill>
                  <a:srgbClr val="FFFFFF"/>
                </a:solidFill>
              </a:defRPr>
            </a:lvl9pPr>
          </a:lstStyle>
          <a:p>
            <a:endParaRPr/>
          </a:p>
        </p:txBody>
      </p:sp>
      <p:sp>
        <p:nvSpPr>
          <p:cNvPr id="73" name="Google Shape;73;p9"/>
          <p:cNvSpPr txBox="1">
            <a:spLocks noGrp="1"/>
          </p:cNvSpPr>
          <p:nvPr>
            <p:ph type="subTitle" idx="2"/>
          </p:nvPr>
        </p:nvSpPr>
        <p:spPr>
          <a:xfrm>
            <a:off x="116825" y="3667525"/>
            <a:ext cx="3546300" cy="693900"/>
          </a:xfrm>
          <a:prstGeom prst="rect">
            <a:avLst/>
          </a:prstGeom>
        </p:spPr>
        <p:txBody>
          <a:bodyPr wrap="square" lIns="91425" tIns="91425" rIns="91425" bIns="91425" anchor="t" anchorCtr="0"/>
          <a:lstStyle>
            <a:lvl1pPr lvl="0">
              <a:spcBef>
                <a:spcPts val="0"/>
              </a:spcBef>
              <a:spcAft>
                <a:spcPts val="0"/>
              </a:spcAft>
              <a:buNone/>
              <a:defRPr sz="1100" i="1">
                <a:solidFill>
                  <a:srgbClr val="FFFFFF"/>
                </a:solidFill>
                <a:latin typeface="Rubik Light"/>
                <a:ea typeface="Rubik Light"/>
              </a:defRPr>
            </a:lvl1pPr>
            <a:lvl2pPr lvl="1">
              <a:spcBef>
                <a:spcPts val="0"/>
              </a:spcBef>
              <a:spcAft>
                <a:spcPts val="0"/>
              </a:spcAft>
              <a:buNone/>
              <a:defRPr sz="1100" i="1">
                <a:solidFill>
                  <a:srgbClr val="FFFFFF"/>
                </a:solidFill>
                <a:latin typeface="Rubik"/>
                <a:ea typeface="Rubik"/>
              </a:defRPr>
            </a:lvl2pPr>
            <a:lvl3pPr lvl="2">
              <a:spcBef>
                <a:spcPts val="0"/>
              </a:spcBef>
              <a:spcAft>
                <a:spcPts val="0"/>
              </a:spcAft>
              <a:buNone/>
              <a:defRPr sz="1100" i="1">
                <a:solidFill>
                  <a:srgbClr val="FFFFFF"/>
                </a:solidFill>
                <a:latin typeface="Rubik"/>
                <a:ea typeface="Rubik"/>
              </a:defRPr>
            </a:lvl3pPr>
            <a:lvl4pPr lvl="3">
              <a:spcBef>
                <a:spcPts val="0"/>
              </a:spcBef>
              <a:spcAft>
                <a:spcPts val="0"/>
              </a:spcAft>
              <a:buNone/>
              <a:defRPr sz="1100" i="1">
                <a:solidFill>
                  <a:srgbClr val="FFFFFF"/>
                </a:solidFill>
                <a:latin typeface="Rubik"/>
                <a:ea typeface="Rubik"/>
              </a:defRPr>
            </a:lvl4pPr>
            <a:lvl5pPr lvl="4">
              <a:spcBef>
                <a:spcPts val="0"/>
              </a:spcBef>
              <a:spcAft>
                <a:spcPts val="0"/>
              </a:spcAft>
              <a:buNone/>
              <a:defRPr sz="1100" i="1">
                <a:solidFill>
                  <a:srgbClr val="FFFFFF"/>
                </a:solidFill>
                <a:latin typeface="Rubik"/>
                <a:ea typeface="Rubik"/>
              </a:defRPr>
            </a:lvl5pPr>
            <a:lvl6pPr lvl="5">
              <a:spcBef>
                <a:spcPts val="0"/>
              </a:spcBef>
              <a:spcAft>
                <a:spcPts val="0"/>
              </a:spcAft>
              <a:buNone/>
              <a:defRPr sz="1100" i="1">
                <a:solidFill>
                  <a:srgbClr val="FFFFFF"/>
                </a:solidFill>
                <a:latin typeface="Rubik"/>
                <a:ea typeface="Rubik"/>
              </a:defRPr>
            </a:lvl6pPr>
            <a:lvl7pPr lvl="6">
              <a:spcBef>
                <a:spcPts val="0"/>
              </a:spcBef>
              <a:spcAft>
                <a:spcPts val="0"/>
              </a:spcAft>
              <a:buNone/>
              <a:defRPr sz="1100" i="1">
                <a:solidFill>
                  <a:srgbClr val="FFFFFF"/>
                </a:solidFill>
                <a:latin typeface="Rubik"/>
                <a:ea typeface="Rubik"/>
              </a:defRPr>
            </a:lvl7pPr>
            <a:lvl8pPr lvl="7">
              <a:spcBef>
                <a:spcPts val="0"/>
              </a:spcBef>
              <a:spcAft>
                <a:spcPts val="0"/>
              </a:spcAft>
              <a:buNone/>
              <a:defRPr sz="1100" i="1">
                <a:solidFill>
                  <a:srgbClr val="FFFFFF"/>
                </a:solidFill>
                <a:latin typeface="Rubik"/>
                <a:ea typeface="Rubik"/>
              </a:defRPr>
            </a:lvl8pPr>
            <a:lvl9pPr lvl="8">
              <a:spcBef>
                <a:spcPts val="0"/>
              </a:spcBef>
              <a:spcAft>
                <a:spcPts val="0"/>
              </a:spcAft>
              <a:buNone/>
              <a:defRPr sz="1100" i="1">
                <a:solidFill>
                  <a:srgbClr val="FFFFFF"/>
                </a:solidFill>
                <a:latin typeface="Rubik"/>
                <a:ea typeface="Rubik"/>
              </a:defRPr>
            </a:lvl9pPr>
          </a:lstStyle>
          <a:p>
            <a:endParaRPr/>
          </a:p>
        </p:txBody>
      </p:sp>
    </p:spTree>
    <p:extLst>
      <p:ext uri="{BB962C8B-B14F-4D97-AF65-F5344CB8AC3E}">
        <p14:creationId xmlns:p14="http://schemas.microsoft.com/office/powerpoint/2010/main" val="3270927034"/>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Title and two columns">
    <p:spTree>
      <p:nvGrpSpPr>
        <p:cNvPr id="1" name="Shape 89"/>
        <p:cNvGrpSpPr/>
        <p:nvPr/>
      </p:nvGrpSpPr>
      <p:grpSpPr>
        <a:xfrm>
          <a:off x="0" y="0"/>
          <a:ext cx="0" cy="0"/>
          <a:chOff x="0" y="0"/>
          <a:chExt cx="0" cy="0"/>
        </a:xfrm>
      </p:grpSpPr>
      <p:sp>
        <p:nvSpPr>
          <p:cNvPr id="90" name="Google Shape;90;p13"/>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1" name="Google Shape;91;p13"/>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92" name="Google Shape;92;p13"/>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93" name="Google Shape;93;p13"/>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94" name="Google Shape;94;p13"/>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95" name="Google Shape;95;p13"/>
          <p:cNvSpPr txBox="1">
            <a:spLocks noGrp="1"/>
          </p:cNvSpPr>
          <p:nvPr>
            <p:ph type="body" idx="1"/>
          </p:nvPr>
        </p:nvSpPr>
        <p:spPr>
          <a:xfrm>
            <a:off x="170025" y="920925"/>
            <a:ext cx="38598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
        <p:nvSpPr>
          <p:cNvPr id="96" name="Google Shape;96;p13"/>
          <p:cNvSpPr txBox="1">
            <a:spLocks noGrp="1"/>
          </p:cNvSpPr>
          <p:nvPr>
            <p:ph type="body" idx="2"/>
          </p:nvPr>
        </p:nvSpPr>
        <p:spPr>
          <a:xfrm>
            <a:off x="4437225" y="920925"/>
            <a:ext cx="38598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Tree>
    <p:extLst>
      <p:ext uri="{BB962C8B-B14F-4D97-AF65-F5344CB8AC3E}">
        <p14:creationId xmlns:p14="http://schemas.microsoft.com/office/powerpoint/2010/main" val="6042813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Main point (centralised)">
    <p:spTree>
      <p:nvGrpSpPr>
        <p:cNvPr id="1" name="Shape 103"/>
        <p:cNvGrpSpPr/>
        <p:nvPr/>
      </p:nvGrpSpPr>
      <p:grpSpPr>
        <a:xfrm>
          <a:off x="0" y="0"/>
          <a:ext cx="0" cy="0"/>
          <a:chOff x="0" y="0"/>
          <a:chExt cx="0" cy="0"/>
        </a:xfrm>
      </p:grpSpPr>
      <p:sp>
        <p:nvSpPr>
          <p:cNvPr id="104" name="Google Shape;104;p15"/>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5" name="Google Shape;105;p15"/>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106" name="Google Shape;106;p15"/>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107" name="Google Shape;107;p15"/>
          <p:cNvSpPr txBox="1">
            <a:spLocks noGrp="1"/>
          </p:cNvSpPr>
          <p:nvPr>
            <p:ph type="subTitle" idx="1"/>
          </p:nvPr>
        </p:nvSpPr>
        <p:spPr>
          <a:xfrm>
            <a:off x="2366138" y="2353625"/>
            <a:ext cx="4411500" cy="1434300"/>
          </a:xfrm>
          <a:prstGeom prst="rect">
            <a:avLst/>
          </a:prstGeom>
        </p:spPr>
        <p:txBody>
          <a:bodyPr wrap="square" lIns="91425" tIns="91425" rIns="91425" bIns="91425" anchor="t" anchorCtr="0"/>
          <a:lstStyle>
            <a:lvl1pPr lvl="0" algn="ctr">
              <a:spcBef>
                <a:spcPts val="0"/>
              </a:spcBef>
              <a:spcAft>
                <a:spcPts val="0"/>
              </a:spcAft>
              <a:buNone/>
              <a:defRPr sz="1400">
                <a:solidFill>
                  <a:srgbClr val="125284"/>
                </a:solidFill>
                <a:latin typeface="Nunito"/>
                <a:ea typeface="Nunito"/>
              </a:defRPr>
            </a:lvl1pPr>
            <a:lvl2pPr lvl="1" algn="ctr">
              <a:spcBef>
                <a:spcPts val="0"/>
              </a:spcBef>
              <a:spcAft>
                <a:spcPts val="0"/>
              </a:spcAft>
              <a:buNone/>
              <a:defRPr sz="1200">
                <a:latin typeface="Nunito"/>
                <a:ea typeface="Nunito"/>
              </a:defRPr>
            </a:lvl2pPr>
            <a:lvl3pPr lvl="2" algn="ctr">
              <a:spcBef>
                <a:spcPts val="0"/>
              </a:spcBef>
              <a:spcAft>
                <a:spcPts val="0"/>
              </a:spcAft>
              <a:buNone/>
              <a:defRPr sz="1200">
                <a:latin typeface="Nunito"/>
                <a:ea typeface="Nunito"/>
              </a:defRPr>
            </a:lvl3pPr>
            <a:lvl4pPr lvl="3" algn="ctr">
              <a:spcBef>
                <a:spcPts val="0"/>
              </a:spcBef>
              <a:spcAft>
                <a:spcPts val="0"/>
              </a:spcAft>
              <a:buNone/>
              <a:defRPr sz="1200">
                <a:latin typeface="Nunito"/>
                <a:ea typeface="Nunito"/>
              </a:defRPr>
            </a:lvl4pPr>
            <a:lvl5pPr lvl="4" algn="ctr">
              <a:spcBef>
                <a:spcPts val="0"/>
              </a:spcBef>
              <a:spcAft>
                <a:spcPts val="0"/>
              </a:spcAft>
              <a:buNone/>
              <a:defRPr sz="1200">
                <a:latin typeface="Nunito"/>
                <a:ea typeface="Nunito"/>
              </a:defRPr>
            </a:lvl5pPr>
            <a:lvl6pPr lvl="5" algn="ctr">
              <a:spcBef>
                <a:spcPts val="0"/>
              </a:spcBef>
              <a:spcAft>
                <a:spcPts val="0"/>
              </a:spcAft>
              <a:buNone/>
              <a:defRPr sz="1200">
                <a:latin typeface="Nunito"/>
                <a:ea typeface="Nunito"/>
              </a:defRPr>
            </a:lvl6pPr>
            <a:lvl7pPr lvl="6" algn="ctr">
              <a:spcBef>
                <a:spcPts val="0"/>
              </a:spcBef>
              <a:spcAft>
                <a:spcPts val="0"/>
              </a:spcAft>
              <a:buNone/>
              <a:defRPr sz="1200">
                <a:latin typeface="Nunito"/>
                <a:ea typeface="Nunito"/>
              </a:defRPr>
            </a:lvl7pPr>
            <a:lvl8pPr lvl="7" algn="ctr">
              <a:spcBef>
                <a:spcPts val="0"/>
              </a:spcBef>
              <a:spcAft>
                <a:spcPts val="0"/>
              </a:spcAft>
              <a:buNone/>
              <a:defRPr sz="1200">
                <a:latin typeface="Nunito"/>
                <a:ea typeface="Nunito"/>
              </a:defRPr>
            </a:lvl8pPr>
            <a:lvl9pPr lvl="8" algn="ctr">
              <a:spcBef>
                <a:spcPts val="0"/>
              </a:spcBef>
              <a:spcAft>
                <a:spcPts val="0"/>
              </a:spcAft>
              <a:buNone/>
              <a:defRPr sz="1200">
                <a:latin typeface="Nunito"/>
                <a:ea typeface="Nunito"/>
              </a:defRPr>
            </a:lvl9pPr>
          </a:lstStyle>
          <a:p>
            <a:endParaRPr/>
          </a:p>
        </p:txBody>
      </p:sp>
      <p:sp>
        <p:nvSpPr>
          <p:cNvPr id="108" name="Google Shape;108;p15"/>
          <p:cNvSpPr txBox="1">
            <a:spLocks noGrp="1"/>
          </p:cNvSpPr>
          <p:nvPr>
            <p:ph type="title"/>
          </p:nvPr>
        </p:nvSpPr>
        <p:spPr>
          <a:xfrm>
            <a:off x="2366363" y="1131900"/>
            <a:ext cx="4411500" cy="1018200"/>
          </a:xfrm>
          <a:prstGeom prst="rect">
            <a:avLst/>
          </a:prstGeom>
        </p:spPr>
        <p:txBody>
          <a:bodyPr wrap="square" lIns="91425" tIns="91425" rIns="91425" bIns="91425" anchor="b" anchorCtr="0"/>
          <a:lstStyle>
            <a:lvl1pPr lvl="0" algn="ctr">
              <a:spcBef>
                <a:spcPts val="0"/>
              </a:spcBef>
              <a:spcAft>
                <a:spcPts val="0"/>
              </a:spcAft>
              <a:buNone/>
              <a:defRPr sz="2400">
                <a:solidFill>
                  <a:srgbClr val="125284"/>
                </a:solidFill>
                <a:latin typeface="Poppins SemiBold"/>
                <a:ea typeface="Poppins SemiBold"/>
              </a:defRPr>
            </a:lvl1pPr>
            <a:lvl2pPr lvl="1" algn="ctr">
              <a:spcBef>
                <a:spcPts val="0"/>
              </a:spcBef>
              <a:spcAft>
                <a:spcPts val="0"/>
              </a:spcAft>
              <a:buNone/>
              <a:defRPr sz="1400">
                <a:solidFill>
                  <a:srgbClr val="125284"/>
                </a:solidFill>
                <a:latin typeface="Rubik"/>
                <a:ea typeface="Rubik"/>
              </a:defRPr>
            </a:lvl2pPr>
            <a:lvl3pPr lvl="2" algn="ctr">
              <a:spcBef>
                <a:spcPts val="0"/>
              </a:spcBef>
              <a:spcAft>
                <a:spcPts val="0"/>
              </a:spcAft>
              <a:buNone/>
              <a:defRPr sz="1400">
                <a:solidFill>
                  <a:srgbClr val="125284"/>
                </a:solidFill>
                <a:latin typeface="Rubik"/>
                <a:ea typeface="Rubik"/>
              </a:defRPr>
            </a:lvl3pPr>
            <a:lvl4pPr lvl="3" algn="ctr">
              <a:spcBef>
                <a:spcPts val="0"/>
              </a:spcBef>
              <a:spcAft>
                <a:spcPts val="0"/>
              </a:spcAft>
              <a:buNone/>
              <a:defRPr sz="1400">
                <a:solidFill>
                  <a:srgbClr val="125284"/>
                </a:solidFill>
                <a:latin typeface="Rubik"/>
                <a:ea typeface="Rubik"/>
              </a:defRPr>
            </a:lvl4pPr>
            <a:lvl5pPr lvl="4" algn="ctr">
              <a:spcBef>
                <a:spcPts val="0"/>
              </a:spcBef>
              <a:spcAft>
                <a:spcPts val="0"/>
              </a:spcAft>
              <a:buNone/>
              <a:defRPr sz="1400">
                <a:solidFill>
                  <a:srgbClr val="125284"/>
                </a:solidFill>
                <a:latin typeface="Rubik"/>
                <a:ea typeface="Rubik"/>
              </a:defRPr>
            </a:lvl5pPr>
            <a:lvl6pPr lvl="5" algn="ctr">
              <a:spcBef>
                <a:spcPts val="0"/>
              </a:spcBef>
              <a:spcAft>
                <a:spcPts val="0"/>
              </a:spcAft>
              <a:buNone/>
              <a:defRPr sz="1400">
                <a:solidFill>
                  <a:srgbClr val="125284"/>
                </a:solidFill>
                <a:latin typeface="Rubik"/>
                <a:ea typeface="Rubik"/>
              </a:defRPr>
            </a:lvl6pPr>
            <a:lvl7pPr lvl="6" algn="ctr">
              <a:spcBef>
                <a:spcPts val="0"/>
              </a:spcBef>
              <a:spcAft>
                <a:spcPts val="0"/>
              </a:spcAft>
              <a:buNone/>
              <a:defRPr sz="1400">
                <a:solidFill>
                  <a:srgbClr val="125284"/>
                </a:solidFill>
                <a:latin typeface="Rubik"/>
                <a:ea typeface="Rubik"/>
              </a:defRPr>
            </a:lvl7pPr>
            <a:lvl8pPr lvl="7" algn="ctr">
              <a:spcBef>
                <a:spcPts val="0"/>
              </a:spcBef>
              <a:spcAft>
                <a:spcPts val="0"/>
              </a:spcAft>
              <a:buNone/>
              <a:defRPr sz="1400">
                <a:solidFill>
                  <a:srgbClr val="125284"/>
                </a:solidFill>
                <a:latin typeface="Rubik"/>
                <a:ea typeface="Rubik"/>
              </a:defRPr>
            </a:lvl8pPr>
            <a:lvl9pPr lvl="8" algn="ctr">
              <a:spcBef>
                <a:spcPts val="0"/>
              </a:spcBef>
              <a:spcAft>
                <a:spcPts val="0"/>
              </a:spcAft>
              <a:buNone/>
              <a:defRPr sz="1400">
                <a:solidFill>
                  <a:srgbClr val="125284"/>
                </a:solidFill>
                <a:latin typeface="Rubik"/>
                <a:ea typeface="Rubik"/>
              </a:defRPr>
            </a:lvl9pPr>
          </a:lstStyle>
          <a:p>
            <a:endParaRPr/>
          </a:p>
        </p:txBody>
      </p:sp>
      <p:sp>
        <p:nvSpPr>
          <p:cNvPr id="109" name="Google Shape;109;p15"/>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110" name="Google Shape;110;p15"/>
          <p:cNvSpPr txBox="1">
            <a:spLocks noGrp="1"/>
          </p:cNvSpPr>
          <p:nvPr>
            <p:ph type="title" idx="2"/>
          </p:nvPr>
        </p:nvSpPr>
        <p:spPr>
          <a:xfrm>
            <a:off x="93825" y="230325"/>
            <a:ext cx="4759500" cy="309600"/>
          </a:xfrm>
          <a:prstGeom prst="rect">
            <a:avLst/>
          </a:prstGeom>
        </p:spPr>
        <p:txBody>
          <a:bodyPr wrap="square" lIns="91425" tIns="91425" rIns="91425" bIns="91425" anchor="t" anchorCtr="0"/>
          <a:lstStyle>
            <a:lvl1pPr lvl="0">
              <a:spcBef>
                <a:spcPts val="0"/>
              </a:spcBef>
              <a:spcAft>
                <a:spcPts val="0"/>
              </a:spcAft>
              <a:buNone/>
              <a:defRPr sz="1200">
                <a:solidFill>
                  <a:srgbClr val="125284"/>
                </a:solidFill>
                <a:latin typeface="Poppins"/>
                <a:ea typeface="Poppins"/>
              </a:defRPr>
            </a:lvl1pPr>
            <a:lvl2pPr lvl="1">
              <a:spcBef>
                <a:spcPts val="0"/>
              </a:spcBef>
              <a:spcAft>
                <a:spcPts val="0"/>
              </a:spcAft>
              <a:buNone/>
              <a:defRPr sz="1200">
                <a:solidFill>
                  <a:srgbClr val="125284"/>
                </a:solidFill>
                <a:latin typeface="Poppins"/>
                <a:ea typeface="Poppins"/>
              </a:defRPr>
            </a:lvl2pPr>
            <a:lvl3pPr lvl="2">
              <a:spcBef>
                <a:spcPts val="0"/>
              </a:spcBef>
              <a:spcAft>
                <a:spcPts val="0"/>
              </a:spcAft>
              <a:buNone/>
              <a:defRPr sz="1200">
                <a:solidFill>
                  <a:srgbClr val="125284"/>
                </a:solidFill>
                <a:latin typeface="Poppins"/>
                <a:ea typeface="Poppins"/>
              </a:defRPr>
            </a:lvl3pPr>
            <a:lvl4pPr lvl="3">
              <a:spcBef>
                <a:spcPts val="0"/>
              </a:spcBef>
              <a:spcAft>
                <a:spcPts val="0"/>
              </a:spcAft>
              <a:buNone/>
              <a:defRPr sz="1200">
                <a:solidFill>
                  <a:srgbClr val="125284"/>
                </a:solidFill>
                <a:latin typeface="Poppins"/>
                <a:ea typeface="Poppins"/>
              </a:defRPr>
            </a:lvl4pPr>
            <a:lvl5pPr lvl="4">
              <a:spcBef>
                <a:spcPts val="0"/>
              </a:spcBef>
              <a:spcAft>
                <a:spcPts val="0"/>
              </a:spcAft>
              <a:buNone/>
              <a:defRPr sz="1200">
                <a:solidFill>
                  <a:srgbClr val="125284"/>
                </a:solidFill>
                <a:latin typeface="Poppins"/>
                <a:ea typeface="Poppins"/>
              </a:defRPr>
            </a:lvl5pPr>
            <a:lvl6pPr lvl="5">
              <a:spcBef>
                <a:spcPts val="0"/>
              </a:spcBef>
              <a:spcAft>
                <a:spcPts val="0"/>
              </a:spcAft>
              <a:buNone/>
              <a:defRPr sz="1200">
                <a:solidFill>
                  <a:srgbClr val="125284"/>
                </a:solidFill>
                <a:latin typeface="Poppins"/>
                <a:ea typeface="Poppins"/>
              </a:defRPr>
            </a:lvl6pPr>
            <a:lvl7pPr lvl="6">
              <a:spcBef>
                <a:spcPts val="0"/>
              </a:spcBef>
              <a:spcAft>
                <a:spcPts val="0"/>
              </a:spcAft>
              <a:buNone/>
              <a:defRPr sz="1200">
                <a:solidFill>
                  <a:srgbClr val="125284"/>
                </a:solidFill>
                <a:latin typeface="Poppins"/>
                <a:ea typeface="Poppins"/>
              </a:defRPr>
            </a:lvl7pPr>
            <a:lvl8pPr lvl="7">
              <a:spcBef>
                <a:spcPts val="0"/>
              </a:spcBef>
              <a:spcAft>
                <a:spcPts val="0"/>
              </a:spcAft>
              <a:buNone/>
              <a:defRPr sz="1200">
                <a:solidFill>
                  <a:srgbClr val="125284"/>
                </a:solidFill>
                <a:latin typeface="Poppins"/>
                <a:ea typeface="Poppins"/>
              </a:defRPr>
            </a:lvl8pPr>
            <a:lvl9pPr lvl="8">
              <a:spcBef>
                <a:spcPts val="0"/>
              </a:spcBef>
              <a:spcAft>
                <a:spcPts val="0"/>
              </a:spcAft>
              <a:buNone/>
              <a:defRPr sz="1200">
                <a:solidFill>
                  <a:srgbClr val="125284"/>
                </a:solidFill>
                <a:latin typeface="Poppins"/>
                <a:ea typeface="Poppins"/>
              </a:defRPr>
            </a:lvl9pPr>
          </a:lstStyle>
          <a:p>
            <a:endParaRPr/>
          </a:p>
        </p:txBody>
      </p:sp>
    </p:spTree>
    <p:extLst>
      <p:ext uri="{BB962C8B-B14F-4D97-AF65-F5344CB8AC3E}">
        <p14:creationId xmlns:p14="http://schemas.microsoft.com/office/powerpoint/2010/main" val="990793211"/>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guide id="2" pos="4320">
          <p15:clr>
            <a:srgbClr val="FA7B17"/>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ITLE_2">
    <p:spTree>
      <p:nvGrpSpPr>
        <p:cNvPr id="1" name="Shape 130"/>
        <p:cNvGrpSpPr/>
        <p:nvPr/>
      </p:nvGrpSpPr>
      <p:grpSpPr>
        <a:xfrm>
          <a:off x="0" y="0"/>
          <a:ext cx="0" cy="0"/>
          <a:chOff x="0" y="0"/>
          <a:chExt cx="0" cy="0"/>
        </a:xfrm>
      </p:grpSpPr>
      <p:sp>
        <p:nvSpPr>
          <p:cNvPr id="131" name="Google Shape;131;p19"/>
          <p:cNvSpPr txBox="1">
            <a:spLocks noGrp="1"/>
          </p:cNvSpPr>
          <p:nvPr>
            <p:ph type="ctrTitle"/>
          </p:nvPr>
        </p:nvSpPr>
        <p:spPr>
          <a:xfrm>
            <a:off x="311708" y="744575"/>
            <a:ext cx="8520600" cy="2052600"/>
          </a:xfrm>
          <a:prstGeom prst="rect">
            <a:avLst/>
          </a:prstGeom>
        </p:spPr>
        <p:txBody>
          <a:bodyPr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2" name="Google Shape;132;p19"/>
          <p:cNvSpPr txBox="1">
            <a:spLocks noGrp="1"/>
          </p:cNvSpPr>
          <p:nvPr>
            <p:ph type="subTitle" idx="1"/>
          </p:nvPr>
        </p:nvSpPr>
        <p:spPr>
          <a:xfrm>
            <a:off x="311700" y="2834125"/>
            <a:ext cx="8520600" cy="792600"/>
          </a:xfrm>
          <a:prstGeom prst="rect">
            <a:avLst/>
          </a:prstGeom>
        </p:spPr>
        <p:txBody>
          <a:bodyPr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1000"/>
              </a:spcBef>
              <a:spcAft>
                <a:spcPts val="0"/>
              </a:spcAft>
              <a:buSzPts val="2800"/>
              <a:buNone/>
              <a:defRPr sz="2800"/>
            </a:lvl2pPr>
            <a:lvl3pPr lvl="2" algn="ctr">
              <a:lnSpc>
                <a:spcPct val="100000"/>
              </a:lnSpc>
              <a:spcBef>
                <a:spcPts val="1000"/>
              </a:spcBef>
              <a:spcAft>
                <a:spcPts val="0"/>
              </a:spcAft>
              <a:buSzPts val="2800"/>
              <a:buNone/>
              <a:defRPr sz="2800"/>
            </a:lvl3pPr>
            <a:lvl4pPr lvl="3" algn="ctr">
              <a:lnSpc>
                <a:spcPct val="100000"/>
              </a:lnSpc>
              <a:spcBef>
                <a:spcPts val="1000"/>
              </a:spcBef>
              <a:spcAft>
                <a:spcPts val="0"/>
              </a:spcAft>
              <a:buSzPts val="2800"/>
              <a:buNone/>
              <a:defRPr sz="2800"/>
            </a:lvl4pPr>
            <a:lvl5pPr lvl="4" algn="ctr">
              <a:lnSpc>
                <a:spcPct val="100000"/>
              </a:lnSpc>
              <a:spcBef>
                <a:spcPts val="1000"/>
              </a:spcBef>
              <a:spcAft>
                <a:spcPts val="0"/>
              </a:spcAft>
              <a:buSzPts val="2800"/>
              <a:buNone/>
              <a:defRPr sz="2800"/>
            </a:lvl5pPr>
            <a:lvl6pPr lvl="5" algn="ctr">
              <a:lnSpc>
                <a:spcPct val="100000"/>
              </a:lnSpc>
              <a:spcBef>
                <a:spcPts val="1000"/>
              </a:spcBef>
              <a:spcAft>
                <a:spcPts val="0"/>
              </a:spcAft>
              <a:buSzPts val="2800"/>
              <a:buNone/>
              <a:defRPr sz="2800"/>
            </a:lvl6pPr>
            <a:lvl7pPr lvl="6" algn="ctr">
              <a:lnSpc>
                <a:spcPct val="100000"/>
              </a:lnSpc>
              <a:spcBef>
                <a:spcPts val="1000"/>
              </a:spcBef>
              <a:spcAft>
                <a:spcPts val="0"/>
              </a:spcAft>
              <a:buSzPts val="2800"/>
              <a:buNone/>
              <a:defRPr sz="2800"/>
            </a:lvl7pPr>
            <a:lvl8pPr lvl="7" algn="ctr">
              <a:lnSpc>
                <a:spcPct val="100000"/>
              </a:lnSpc>
              <a:spcBef>
                <a:spcPts val="1000"/>
              </a:spcBef>
              <a:spcAft>
                <a:spcPts val="0"/>
              </a:spcAft>
              <a:buSzPts val="2800"/>
              <a:buNone/>
              <a:defRPr sz="2800"/>
            </a:lvl8pPr>
            <a:lvl9pPr lvl="8" algn="ctr">
              <a:lnSpc>
                <a:spcPct val="100000"/>
              </a:lnSpc>
              <a:spcBef>
                <a:spcPts val="1000"/>
              </a:spcBef>
              <a:spcAft>
                <a:spcPts val="0"/>
              </a:spcAft>
              <a:buSzPts val="2800"/>
              <a:buNone/>
              <a:defRPr sz="2800"/>
            </a:lvl9pPr>
          </a:lstStyle>
          <a:p>
            <a:endParaRPr/>
          </a:p>
        </p:txBody>
      </p:sp>
      <p:sp>
        <p:nvSpPr>
          <p:cNvPr id="133" name="Google Shape;133;p19"/>
          <p:cNvSpPr txBox="1">
            <a:spLocks noGrp="1"/>
          </p:cNvSpPr>
          <p:nvPr>
            <p:ph type="sldNum" idx="12"/>
          </p:nvPr>
        </p:nvSpPr>
        <p:spPr>
          <a:xfrm>
            <a:off x="8472458" y="4663217"/>
            <a:ext cx="548700" cy="393600"/>
          </a:xfrm>
          <a:prstGeom prst="rect">
            <a:avLst/>
          </a:prstGeom>
        </p:spPr>
        <p:txBody>
          <a:bodyPr wrap="square" lIns="91425" tIns="91425" rIns="91425" bIns="91425" anchor="ctr" anchorCtr="0"/>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pPr>
            <a:fld id="{D4459C9B-5603-4723-93D1-B5E993B619DA}" type="slidenum">
              <a:rPr lang="en" altLang="en"/>
              <a:t>‹#›</a:t>
            </a:fld>
            <a:endParaRPr/>
          </a:p>
        </p:txBody>
      </p:sp>
    </p:spTree>
    <p:extLst>
      <p:ext uri="{BB962C8B-B14F-4D97-AF65-F5344CB8AC3E}">
        <p14:creationId xmlns:p14="http://schemas.microsoft.com/office/powerpoint/2010/main" val="3652308174"/>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Closing Slide">
    <p:bg>
      <p:bgPr>
        <a:solidFill>
          <a:srgbClr val="125284"/>
        </a:solidFill>
        <a:effectLst/>
      </p:bgPr>
    </p:bg>
    <p:spTree>
      <p:nvGrpSpPr>
        <p:cNvPr id="1" name="Shape 118"/>
        <p:cNvGrpSpPr/>
        <p:nvPr/>
      </p:nvGrpSpPr>
      <p:grpSpPr>
        <a:xfrm>
          <a:off x="0" y="0"/>
          <a:ext cx="0" cy="0"/>
          <a:chOff x="0" y="0"/>
          <a:chExt cx="0" cy="0"/>
        </a:xfrm>
      </p:grpSpPr>
      <p:sp>
        <p:nvSpPr>
          <p:cNvPr id="119" name="Google Shape;119;p17"/>
          <p:cNvSpPr txBox="1"/>
          <p:nvPr/>
        </p:nvSpPr>
        <p:spPr>
          <a:xfrm>
            <a:off x="5378350" y="2647475"/>
            <a:ext cx="3218400" cy="2472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1600">
                <a:solidFill>
                  <a:srgbClr val="FFFFFF"/>
                </a:solidFill>
                <a:latin typeface="Rubik"/>
                <a:ea typeface="Rubik"/>
              </a:rPr>
              <a:t>For more information, contact us.</a:t>
            </a:r>
            <a:endParaRPr sz="1600">
              <a:solidFill>
                <a:srgbClr val="FFFFFF"/>
              </a:solidFill>
              <a:latin typeface="Rubik"/>
              <a:ea typeface="Rubik"/>
            </a:endParaRPr>
          </a:p>
        </p:txBody>
      </p:sp>
      <p:sp>
        <p:nvSpPr>
          <p:cNvPr id="120" name="Google Shape;120;p17"/>
          <p:cNvSpPr txBox="1"/>
          <p:nvPr/>
        </p:nvSpPr>
        <p:spPr>
          <a:xfrm>
            <a:off x="170025" y="230325"/>
            <a:ext cx="4329600" cy="7785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2800">
                <a:solidFill>
                  <a:srgbClr val="FFFFFF"/>
                </a:solidFill>
                <a:latin typeface="Rubik"/>
                <a:ea typeface="Rubik"/>
              </a:rPr>
              <a:t>THANK YOU</a:t>
            </a:r>
            <a:endParaRPr sz="2800">
              <a:solidFill>
                <a:srgbClr val="FFFFFF"/>
              </a:solidFill>
              <a:latin typeface="Rubik"/>
              <a:ea typeface="Rubik"/>
            </a:endParaRPr>
          </a:p>
          <a:p>
            <a:pPr marL="0" lvl="0" indent="0" algn="l">
              <a:spcBef>
                <a:spcPts val="0"/>
              </a:spcBef>
              <a:spcAft>
                <a:spcPts val="0"/>
              </a:spcAft>
              <a:buNone/>
            </a:pPr>
            <a:r>
              <a:rPr lang="en-GB" altLang="en-GB" sz="2400">
                <a:solidFill>
                  <a:srgbClr val="FB394D"/>
                </a:solidFill>
                <a:latin typeface="Rubik"/>
                <a:ea typeface="Rubik"/>
              </a:rPr>
              <a:t>–</a:t>
            </a:r>
            <a:endParaRPr sz="2400">
              <a:solidFill>
                <a:srgbClr val="FB394D"/>
              </a:solidFill>
              <a:latin typeface="Rubik"/>
              <a:ea typeface="Rubik"/>
            </a:endParaRPr>
          </a:p>
        </p:txBody>
      </p:sp>
      <p:sp>
        <p:nvSpPr>
          <p:cNvPr id="121" name="Google Shape;121;p17"/>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600">
                <a:solidFill>
                  <a:srgbClr val="7197B5"/>
                </a:solidFill>
                <a:latin typeface="Rubik Medium"/>
                <a:ea typeface="Rubik Medium"/>
              </a:rPr>
              <a:t>EMPACT.SG</a:t>
            </a:r>
            <a:endParaRPr sz="600">
              <a:solidFill>
                <a:srgbClr val="7197B5"/>
              </a:solidFill>
              <a:latin typeface="Rubik Medium"/>
              <a:ea typeface="Rubik Medium"/>
            </a:endParaRPr>
          </a:p>
        </p:txBody>
      </p:sp>
      <p:sp>
        <p:nvSpPr>
          <p:cNvPr id="122" name="Google Shape;122;p17"/>
          <p:cNvSpPr txBox="1">
            <a:spLocks noGrp="1"/>
          </p:cNvSpPr>
          <p:nvPr>
            <p:ph type="subTitle" idx="1"/>
          </p:nvPr>
        </p:nvSpPr>
        <p:spPr>
          <a:xfrm>
            <a:off x="5302150" y="2960400"/>
            <a:ext cx="3652500" cy="714300"/>
          </a:xfrm>
          <a:prstGeom prst="rect">
            <a:avLst/>
          </a:prstGeom>
        </p:spPr>
        <p:txBody>
          <a:bodyPr wrap="square" lIns="91425" tIns="91425" rIns="91425" bIns="91425" anchor="t" anchorCtr="0"/>
          <a:lstStyle>
            <a:lvl1pPr lvl="0">
              <a:lnSpc>
                <a:spcPct val="100000"/>
              </a:lnSpc>
              <a:spcBef>
                <a:spcPts val="0"/>
              </a:spcBef>
              <a:spcAft>
                <a:spcPts val="0"/>
              </a:spcAft>
              <a:buNone/>
              <a:defRPr>
                <a:solidFill>
                  <a:srgbClr val="A0BACE"/>
                </a:solidFill>
                <a:latin typeface="Rubik"/>
                <a:ea typeface="Rubik"/>
              </a:defRPr>
            </a:lvl1pPr>
            <a:lvl2pPr lvl="1">
              <a:lnSpc>
                <a:spcPct val="100000"/>
              </a:lnSpc>
              <a:spcBef>
                <a:spcPts val="0"/>
              </a:spcBef>
              <a:spcAft>
                <a:spcPts val="0"/>
              </a:spcAft>
              <a:buNone/>
              <a:defRPr>
                <a:solidFill>
                  <a:srgbClr val="A0BACE"/>
                </a:solidFill>
                <a:latin typeface="Rubik"/>
                <a:ea typeface="Rubik"/>
              </a:defRPr>
            </a:lvl2pPr>
            <a:lvl3pPr lvl="2">
              <a:lnSpc>
                <a:spcPct val="100000"/>
              </a:lnSpc>
              <a:spcBef>
                <a:spcPts val="0"/>
              </a:spcBef>
              <a:spcAft>
                <a:spcPts val="0"/>
              </a:spcAft>
              <a:buNone/>
              <a:defRPr>
                <a:solidFill>
                  <a:srgbClr val="A0BACE"/>
                </a:solidFill>
                <a:latin typeface="Rubik"/>
                <a:ea typeface="Rubik"/>
              </a:defRPr>
            </a:lvl3pPr>
            <a:lvl4pPr lvl="3">
              <a:lnSpc>
                <a:spcPct val="100000"/>
              </a:lnSpc>
              <a:spcBef>
                <a:spcPts val="0"/>
              </a:spcBef>
              <a:spcAft>
                <a:spcPts val="0"/>
              </a:spcAft>
              <a:buNone/>
              <a:defRPr>
                <a:solidFill>
                  <a:srgbClr val="A0BACE"/>
                </a:solidFill>
                <a:latin typeface="Rubik"/>
                <a:ea typeface="Rubik"/>
              </a:defRPr>
            </a:lvl4pPr>
            <a:lvl5pPr lvl="4">
              <a:lnSpc>
                <a:spcPct val="100000"/>
              </a:lnSpc>
              <a:spcBef>
                <a:spcPts val="0"/>
              </a:spcBef>
              <a:spcAft>
                <a:spcPts val="0"/>
              </a:spcAft>
              <a:buNone/>
              <a:defRPr>
                <a:solidFill>
                  <a:srgbClr val="A0BACE"/>
                </a:solidFill>
                <a:latin typeface="Rubik"/>
                <a:ea typeface="Rubik"/>
              </a:defRPr>
            </a:lvl5pPr>
            <a:lvl6pPr lvl="5">
              <a:lnSpc>
                <a:spcPct val="100000"/>
              </a:lnSpc>
              <a:spcBef>
                <a:spcPts val="0"/>
              </a:spcBef>
              <a:spcAft>
                <a:spcPts val="0"/>
              </a:spcAft>
              <a:buNone/>
              <a:defRPr>
                <a:solidFill>
                  <a:srgbClr val="A0BACE"/>
                </a:solidFill>
                <a:latin typeface="Rubik"/>
                <a:ea typeface="Rubik"/>
              </a:defRPr>
            </a:lvl6pPr>
            <a:lvl7pPr lvl="6">
              <a:lnSpc>
                <a:spcPct val="100000"/>
              </a:lnSpc>
              <a:spcBef>
                <a:spcPts val="0"/>
              </a:spcBef>
              <a:spcAft>
                <a:spcPts val="0"/>
              </a:spcAft>
              <a:buNone/>
              <a:defRPr>
                <a:solidFill>
                  <a:srgbClr val="A0BACE"/>
                </a:solidFill>
                <a:latin typeface="Rubik"/>
                <a:ea typeface="Rubik"/>
              </a:defRPr>
            </a:lvl7pPr>
            <a:lvl8pPr lvl="7">
              <a:lnSpc>
                <a:spcPct val="100000"/>
              </a:lnSpc>
              <a:spcBef>
                <a:spcPts val="0"/>
              </a:spcBef>
              <a:spcAft>
                <a:spcPts val="0"/>
              </a:spcAft>
              <a:buNone/>
              <a:defRPr>
                <a:solidFill>
                  <a:srgbClr val="A0BACE"/>
                </a:solidFill>
                <a:latin typeface="Rubik"/>
                <a:ea typeface="Rubik"/>
              </a:defRPr>
            </a:lvl8pPr>
            <a:lvl9pPr lvl="8">
              <a:lnSpc>
                <a:spcPct val="100000"/>
              </a:lnSpc>
              <a:spcBef>
                <a:spcPts val="0"/>
              </a:spcBef>
              <a:spcAft>
                <a:spcPts val="0"/>
              </a:spcAft>
              <a:buNone/>
              <a:defRPr>
                <a:solidFill>
                  <a:srgbClr val="A0BACE"/>
                </a:solidFill>
                <a:latin typeface="Rubik"/>
                <a:ea typeface="Rubik"/>
              </a:defRPr>
            </a:lvl9pPr>
          </a:lstStyle>
          <a:p>
            <a:endParaRPr/>
          </a:p>
        </p:txBody>
      </p:sp>
      <p:sp>
        <p:nvSpPr>
          <p:cNvPr id="123" name="Google Shape;123;p17"/>
          <p:cNvSpPr txBox="1">
            <a:spLocks noGrp="1"/>
          </p:cNvSpPr>
          <p:nvPr>
            <p:ph type="subTitle" idx="2"/>
          </p:nvPr>
        </p:nvSpPr>
        <p:spPr>
          <a:xfrm>
            <a:off x="5302150" y="3798600"/>
            <a:ext cx="3652500" cy="714300"/>
          </a:xfrm>
          <a:prstGeom prst="rect">
            <a:avLst/>
          </a:prstGeom>
        </p:spPr>
        <p:txBody>
          <a:bodyPr wrap="square" lIns="91425" tIns="91425" rIns="91425" bIns="91425" anchor="t" anchorCtr="0"/>
          <a:lstStyle>
            <a:lvl1pPr lvl="0">
              <a:lnSpc>
                <a:spcPct val="100000"/>
              </a:lnSpc>
              <a:spcBef>
                <a:spcPts val="0"/>
              </a:spcBef>
              <a:spcAft>
                <a:spcPts val="0"/>
              </a:spcAft>
              <a:buNone/>
              <a:defRPr>
                <a:solidFill>
                  <a:srgbClr val="A0BACE"/>
                </a:solidFill>
                <a:latin typeface="Rubik"/>
                <a:ea typeface="Rubik"/>
              </a:defRPr>
            </a:lvl1pPr>
            <a:lvl2pPr lvl="1">
              <a:lnSpc>
                <a:spcPct val="100000"/>
              </a:lnSpc>
              <a:spcBef>
                <a:spcPts val="0"/>
              </a:spcBef>
              <a:spcAft>
                <a:spcPts val="0"/>
              </a:spcAft>
              <a:buNone/>
              <a:defRPr>
                <a:solidFill>
                  <a:srgbClr val="A0BACE"/>
                </a:solidFill>
                <a:latin typeface="Rubik"/>
                <a:ea typeface="Rubik"/>
              </a:defRPr>
            </a:lvl2pPr>
            <a:lvl3pPr lvl="2">
              <a:lnSpc>
                <a:spcPct val="100000"/>
              </a:lnSpc>
              <a:spcBef>
                <a:spcPts val="0"/>
              </a:spcBef>
              <a:spcAft>
                <a:spcPts val="0"/>
              </a:spcAft>
              <a:buNone/>
              <a:defRPr>
                <a:solidFill>
                  <a:srgbClr val="A0BACE"/>
                </a:solidFill>
                <a:latin typeface="Rubik"/>
                <a:ea typeface="Rubik"/>
              </a:defRPr>
            </a:lvl3pPr>
            <a:lvl4pPr lvl="3">
              <a:lnSpc>
                <a:spcPct val="100000"/>
              </a:lnSpc>
              <a:spcBef>
                <a:spcPts val="0"/>
              </a:spcBef>
              <a:spcAft>
                <a:spcPts val="0"/>
              </a:spcAft>
              <a:buNone/>
              <a:defRPr>
                <a:solidFill>
                  <a:srgbClr val="A0BACE"/>
                </a:solidFill>
                <a:latin typeface="Rubik"/>
                <a:ea typeface="Rubik"/>
              </a:defRPr>
            </a:lvl4pPr>
            <a:lvl5pPr lvl="4">
              <a:lnSpc>
                <a:spcPct val="100000"/>
              </a:lnSpc>
              <a:spcBef>
                <a:spcPts val="0"/>
              </a:spcBef>
              <a:spcAft>
                <a:spcPts val="0"/>
              </a:spcAft>
              <a:buNone/>
              <a:defRPr>
                <a:solidFill>
                  <a:srgbClr val="A0BACE"/>
                </a:solidFill>
                <a:latin typeface="Rubik"/>
                <a:ea typeface="Rubik"/>
              </a:defRPr>
            </a:lvl5pPr>
            <a:lvl6pPr lvl="5">
              <a:lnSpc>
                <a:spcPct val="100000"/>
              </a:lnSpc>
              <a:spcBef>
                <a:spcPts val="0"/>
              </a:spcBef>
              <a:spcAft>
                <a:spcPts val="0"/>
              </a:spcAft>
              <a:buNone/>
              <a:defRPr>
                <a:solidFill>
                  <a:srgbClr val="A0BACE"/>
                </a:solidFill>
                <a:latin typeface="Rubik"/>
                <a:ea typeface="Rubik"/>
              </a:defRPr>
            </a:lvl6pPr>
            <a:lvl7pPr lvl="6">
              <a:lnSpc>
                <a:spcPct val="100000"/>
              </a:lnSpc>
              <a:spcBef>
                <a:spcPts val="0"/>
              </a:spcBef>
              <a:spcAft>
                <a:spcPts val="0"/>
              </a:spcAft>
              <a:buNone/>
              <a:defRPr>
                <a:solidFill>
                  <a:srgbClr val="A0BACE"/>
                </a:solidFill>
                <a:latin typeface="Rubik"/>
                <a:ea typeface="Rubik"/>
              </a:defRPr>
            </a:lvl7pPr>
            <a:lvl8pPr lvl="7">
              <a:lnSpc>
                <a:spcPct val="100000"/>
              </a:lnSpc>
              <a:spcBef>
                <a:spcPts val="0"/>
              </a:spcBef>
              <a:spcAft>
                <a:spcPts val="0"/>
              </a:spcAft>
              <a:buNone/>
              <a:defRPr>
                <a:solidFill>
                  <a:srgbClr val="A0BACE"/>
                </a:solidFill>
                <a:latin typeface="Rubik"/>
                <a:ea typeface="Rubik"/>
              </a:defRPr>
            </a:lvl8pPr>
            <a:lvl9pPr lvl="8">
              <a:lnSpc>
                <a:spcPct val="100000"/>
              </a:lnSpc>
              <a:spcBef>
                <a:spcPts val="0"/>
              </a:spcBef>
              <a:spcAft>
                <a:spcPts val="0"/>
              </a:spcAft>
              <a:buNone/>
              <a:defRPr>
                <a:solidFill>
                  <a:srgbClr val="A0BACE"/>
                </a:solidFill>
                <a:latin typeface="Rubik"/>
                <a:ea typeface="Rubik"/>
              </a:defRPr>
            </a:lvl9pPr>
          </a:lstStyle>
          <a:p>
            <a:endParaRPr/>
          </a:p>
        </p:txBody>
      </p:sp>
      <p:sp>
        <p:nvSpPr>
          <p:cNvPr id="124" name="Google Shape;124;p17"/>
          <p:cNvSpPr txBox="1">
            <a:spLocks noGrp="1"/>
          </p:cNvSpPr>
          <p:nvPr>
            <p:ph type="sldNum" idx="12"/>
          </p:nvPr>
        </p:nvSpPr>
        <p:spPr>
          <a:xfrm>
            <a:off x="8556784" y="4749851"/>
            <a:ext cx="548700" cy="393600"/>
          </a:xfrm>
          <a:prstGeom prst="rect">
            <a:avLst/>
          </a:prstGeom>
        </p:spPr>
        <p:txBody>
          <a:bodyPr wrap="square" lIns="91425" tIns="91425" rIns="91425" bIns="91425" anchor="t" anchorCtr="0"/>
          <a:lstStyle>
            <a:lvl1pPr lvl="0">
              <a:buNone/>
              <a:defRPr sz="1300">
                <a:solidFill>
                  <a:srgbClr val="125284"/>
                </a:solidFill>
                <a:latin typeface="Nunito Sans"/>
                <a:ea typeface="Nunito Sans"/>
              </a:defRPr>
            </a:lvl1pPr>
            <a:lvl2pPr lvl="1">
              <a:buNone/>
              <a:defRPr sz="1300">
                <a:solidFill>
                  <a:srgbClr val="125284"/>
                </a:solidFill>
                <a:latin typeface="Nunito Sans"/>
                <a:ea typeface="Nunito Sans"/>
              </a:defRPr>
            </a:lvl2pPr>
            <a:lvl3pPr lvl="2">
              <a:buNone/>
              <a:defRPr sz="1300">
                <a:solidFill>
                  <a:srgbClr val="125284"/>
                </a:solidFill>
                <a:latin typeface="Nunito Sans"/>
                <a:ea typeface="Nunito Sans"/>
              </a:defRPr>
            </a:lvl3pPr>
            <a:lvl4pPr lvl="3">
              <a:buNone/>
              <a:defRPr sz="1300">
                <a:solidFill>
                  <a:srgbClr val="125284"/>
                </a:solidFill>
                <a:latin typeface="Nunito Sans"/>
                <a:ea typeface="Nunito Sans"/>
              </a:defRPr>
            </a:lvl4pPr>
            <a:lvl5pPr lvl="4">
              <a:buNone/>
              <a:defRPr sz="1300">
                <a:solidFill>
                  <a:srgbClr val="125284"/>
                </a:solidFill>
                <a:latin typeface="Nunito Sans"/>
                <a:ea typeface="Nunito Sans"/>
              </a:defRPr>
            </a:lvl5pPr>
            <a:lvl6pPr lvl="5">
              <a:buNone/>
              <a:defRPr sz="1300">
                <a:solidFill>
                  <a:srgbClr val="125284"/>
                </a:solidFill>
                <a:latin typeface="Nunito Sans"/>
                <a:ea typeface="Nunito Sans"/>
              </a:defRPr>
            </a:lvl6pPr>
            <a:lvl7pPr lvl="6">
              <a:buNone/>
              <a:defRPr sz="1300">
                <a:solidFill>
                  <a:srgbClr val="125284"/>
                </a:solidFill>
                <a:latin typeface="Nunito Sans"/>
                <a:ea typeface="Nunito Sans"/>
              </a:defRPr>
            </a:lvl7pPr>
            <a:lvl8pPr lvl="7">
              <a:buNone/>
              <a:defRPr sz="1300">
                <a:solidFill>
                  <a:srgbClr val="125284"/>
                </a:solidFill>
                <a:latin typeface="Nunito Sans"/>
                <a:ea typeface="Nunito Sans"/>
              </a:defRPr>
            </a:lvl8pPr>
            <a:lvl9pPr lvl="8">
              <a:buNone/>
              <a:defRPr sz="1300">
                <a:solidFill>
                  <a:srgbClr val="125284"/>
                </a:solidFill>
                <a:latin typeface="Nunito Sans"/>
                <a:ea typeface="Nunito Sans"/>
              </a:defRPr>
            </a:lvl9pPr>
          </a:lstStyle>
          <a:p>
            <a:pPr marL="0" lvl="0" indent="0" algn="r">
              <a:spcBef>
                <a:spcPts val="0"/>
              </a:spcBef>
              <a:spcAft>
                <a:spcPts val="0"/>
              </a:spcAft>
              <a:buNone/>
            </a:pPr>
            <a:fld id="{AEBD7E59-DF1C-407A-987C-BDFA097417EA}" type="slidenum">
              <a:rPr lang="en-GB" altLang="en-GB"/>
              <a:t>‹#›</a:t>
            </a:fld>
            <a:endParaRPr lang="en-GB" altLang="en-GB"/>
          </a:p>
        </p:txBody>
      </p:sp>
      <p:pic>
        <p:nvPicPr>
          <p:cNvPr id="125" name="Google Shape;125;p17"/>
          <p:cNvPicPr preferRelativeResize="0">
            <a:picLocks/>
          </p:cNvPicPr>
          <p:nvPr/>
        </p:nvPicPr>
        <p:blipFill>
          <a:blip r:embed="rId2"/>
          <a:stretch>
            <a:fillRect/>
          </a:stretch>
        </p:blipFill>
        <p:spPr>
          <a:xfrm>
            <a:off x="8071550" y="4645400"/>
            <a:ext cx="929251" cy="309750"/>
          </a:xfrm>
          <a:prstGeom prst="rect">
            <a:avLst/>
          </a:prstGeom>
          <a:noFill/>
          <a:ln>
            <a:noFill/>
          </a:ln>
        </p:spPr>
      </p:pic>
    </p:spTree>
    <p:extLst>
      <p:ext uri="{BB962C8B-B14F-4D97-AF65-F5344CB8AC3E}">
        <p14:creationId xmlns:p14="http://schemas.microsoft.com/office/powerpoint/2010/main" val="3375550380"/>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Slide - Design 1">
    <p:bg>
      <p:bgPr>
        <a:solidFill>
          <a:srgbClr val="125284"/>
        </a:solidFill>
        <a:effectLst/>
      </p:bgPr>
    </p:bg>
    <p:spTree>
      <p:nvGrpSpPr>
        <p:cNvPr id="1" name="Shape 12"/>
        <p:cNvGrpSpPr/>
        <p:nvPr/>
      </p:nvGrpSpPr>
      <p:grpSpPr>
        <a:xfrm>
          <a:off x="0" y="0"/>
          <a:ext cx="0" cy="0"/>
          <a:chOff x="0" y="0"/>
          <a:chExt cx="0" cy="0"/>
        </a:xfrm>
      </p:grpSpPr>
      <p:pic>
        <p:nvPicPr>
          <p:cNvPr id="13" name="Google Shape;13;p2"/>
          <p:cNvPicPr preferRelativeResize="0">
            <a:picLocks/>
          </p:cNvPicPr>
          <p:nvPr/>
        </p:nvPicPr>
        <p:blipFill>
          <a:blip r:embed="rId2">
            <a:alphaModFix/>
          </a:blip>
          <a:stretch>
            <a:fillRect/>
          </a:stretch>
        </p:blipFill>
        <p:spPr>
          <a:xfrm>
            <a:off x="7007175" y="2077825"/>
            <a:ext cx="1766250" cy="588750"/>
          </a:xfrm>
          <a:prstGeom prst="rect">
            <a:avLst/>
          </a:prstGeom>
          <a:noFill/>
          <a:ln>
            <a:noFill/>
          </a:ln>
        </p:spPr>
      </p:pic>
      <p:sp>
        <p:nvSpPr>
          <p:cNvPr id="14" name="Google Shape;14;p2"/>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sp>
        <p:nvSpPr>
          <p:cNvPr id="15" name="Google Shape;15;p2"/>
          <p:cNvSpPr txBox="1">
            <a:spLocks noGrp="1"/>
          </p:cNvSpPr>
          <p:nvPr>
            <p:ph type="title"/>
          </p:nvPr>
        </p:nvSpPr>
        <p:spPr>
          <a:xfrm>
            <a:off x="109875" y="1925500"/>
            <a:ext cx="4862100" cy="741000"/>
          </a:xfrm>
          <a:prstGeom prst="rect">
            <a:avLst/>
          </a:prstGeom>
        </p:spPr>
        <p:txBody>
          <a:bodyPr wrap="square" lIns="91425" tIns="91425" rIns="91425" bIns="91425" anchor="b" anchorCtr="0"/>
          <a:lstStyle>
            <a:lvl1pPr lvl="0">
              <a:spcBef>
                <a:spcPts val="0"/>
              </a:spcBef>
              <a:spcAft>
                <a:spcPts val="0"/>
              </a:spcAft>
              <a:buNone/>
              <a:defRPr sz="2200">
                <a:solidFill>
                  <a:srgbClr val="FFFFFF"/>
                </a:solidFill>
                <a:latin typeface="Poppins"/>
                <a:ea typeface="Poppins"/>
              </a:defRPr>
            </a:lvl1pPr>
            <a:lvl2pPr lvl="1">
              <a:spcBef>
                <a:spcPts val="0"/>
              </a:spcBef>
              <a:spcAft>
                <a:spcPts val="0"/>
              </a:spcAft>
              <a:buNone/>
              <a:defRPr sz="2200">
                <a:solidFill>
                  <a:srgbClr val="FFFFFF"/>
                </a:solidFill>
                <a:latin typeface="Poppins"/>
                <a:ea typeface="Poppins"/>
              </a:defRPr>
            </a:lvl2pPr>
            <a:lvl3pPr lvl="2">
              <a:spcBef>
                <a:spcPts val="0"/>
              </a:spcBef>
              <a:spcAft>
                <a:spcPts val="0"/>
              </a:spcAft>
              <a:buNone/>
              <a:defRPr sz="2200">
                <a:solidFill>
                  <a:srgbClr val="FFFFFF"/>
                </a:solidFill>
                <a:latin typeface="Poppins"/>
                <a:ea typeface="Poppins"/>
              </a:defRPr>
            </a:lvl3pPr>
            <a:lvl4pPr lvl="3">
              <a:spcBef>
                <a:spcPts val="0"/>
              </a:spcBef>
              <a:spcAft>
                <a:spcPts val="0"/>
              </a:spcAft>
              <a:buNone/>
              <a:defRPr sz="2200">
                <a:solidFill>
                  <a:srgbClr val="FFFFFF"/>
                </a:solidFill>
                <a:latin typeface="Poppins"/>
                <a:ea typeface="Poppins"/>
              </a:defRPr>
            </a:lvl4pPr>
            <a:lvl5pPr lvl="4">
              <a:spcBef>
                <a:spcPts val="0"/>
              </a:spcBef>
              <a:spcAft>
                <a:spcPts val="0"/>
              </a:spcAft>
              <a:buNone/>
              <a:defRPr sz="2200">
                <a:solidFill>
                  <a:srgbClr val="FFFFFF"/>
                </a:solidFill>
                <a:latin typeface="Poppins"/>
                <a:ea typeface="Poppins"/>
              </a:defRPr>
            </a:lvl5pPr>
            <a:lvl6pPr lvl="5">
              <a:spcBef>
                <a:spcPts val="0"/>
              </a:spcBef>
              <a:spcAft>
                <a:spcPts val="0"/>
              </a:spcAft>
              <a:buNone/>
              <a:defRPr sz="2200">
                <a:solidFill>
                  <a:srgbClr val="FFFFFF"/>
                </a:solidFill>
                <a:latin typeface="Poppins"/>
                <a:ea typeface="Poppins"/>
              </a:defRPr>
            </a:lvl6pPr>
            <a:lvl7pPr lvl="6">
              <a:spcBef>
                <a:spcPts val="0"/>
              </a:spcBef>
              <a:spcAft>
                <a:spcPts val="0"/>
              </a:spcAft>
              <a:buNone/>
              <a:defRPr sz="2200">
                <a:solidFill>
                  <a:srgbClr val="FFFFFF"/>
                </a:solidFill>
                <a:latin typeface="Poppins"/>
                <a:ea typeface="Poppins"/>
              </a:defRPr>
            </a:lvl7pPr>
            <a:lvl8pPr lvl="7">
              <a:spcBef>
                <a:spcPts val="0"/>
              </a:spcBef>
              <a:spcAft>
                <a:spcPts val="0"/>
              </a:spcAft>
              <a:buNone/>
              <a:defRPr sz="2200">
                <a:solidFill>
                  <a:srgbClr val="FFFFFF"/>
                </a:solidFill>
                <a:latin typeface="Poppins"/>
                <a:ea typeface="Poppins"/>
              </a:defRPr>
            </a:lvl8pPr>
            <a:lvl9pPr lvl="8">
              <a:spcBef>
                <a:spcPts val="0"/>
              </a:spcBef>
              <a:spcAft>
                <a:spcPts val="0"/>
              </a:spcAft>
              <a:buNone/>
              <a:defRPr sz="2200">
                <a:solidFill>
                  <a:srgbClr val="FFFFFF"/>
                </a:solidFill>
                <a:latin typeface="Poppins"/>
                <a:ea typeface="Poppins"/>
              </a:defRPr>
            </a:lvl9pPr>
          </a:lstStyle>
          <a:p>
            <a:endParaRPr/>
          </a:p>
        </p:txBody>
      </p:sp>
      <p:sp>
        <p:nvSpPr>
          <p:cNvPr id="16" name="Google Shape;16;p2"/>
          <p:cNvSpPr txBox="1">
            <a:spLocks noGrp="1"/>
          </p:cNvSpPr>
          <p:nvPr>
            <p:ph type="subTitle" idx="1"/>
          </p:nvPr>
        </p:nvSpPr>
        <p:spPr>
          <a:xfrm>
            <a:off x="117525" y="2563925"/>
            <a:ext cx="3317100" cy="432900"/>
          </a:xfrm>
          <a:prstGeom prst="rect">
            <a:avLst/>
          </a:prstGeom>
        </p:spPr>
        <p:txBody>
          <a:bodyPr wrap="square" lIns="91425" tIns="91425" rIns="91425" bIns="91425" anchor="t" anchorCtr="0"/>
          <a:lstStyle>
            <a:lvl1pPr lvl="0">
              <a:spcBef>
                <a:spcPts val="0"/>
              </a:spcBef>
              <a:spcAft>
                <a:spcPts val="0"/>
              </a:spcAft>
              <a:buNone/>
              <a:defRPr i="1">
                <a:solidFill>
                  <a:schemeClr val="accent1"/>
                </a:solidFill>
                <a:latin typeface="Rubik Light"/>
                <a:ea typeface="Rubik Light"/>
              </a:defRPr>
            </a:lvl1pPr>
            <a:lvl2pPr lvl="1">
              <a:spcBef>
                <a:spcPts val="0"/>
              </a:spcBef>
              <a:spcAft>
                <a:spcPts val="0"/>
              </a:spcAft>
              <a:buNone/>
              <a:defRPr sz="600" i="1">
                <a:solidFill>
                  <a:schemeClr val="accent1"/>
                </a:solidFill>
              </a:defRPr>
            </a:lvl2pPr>
            <a:lvl3pPr lvl="2">
              <a:spcBef>
                <a:spcPts val="0"/>
              </a:spcBef>
              <a:spcAft>
                <a:spcPts val="0"/>
              </a:spcAft>
              <a:buNone/>
              <a:defRPr sz="600" i="1">
                <a:solidFill>
                  <a:schemeClr val="accent1"/>
                </a:solidFill>
              </a:defRPr>
            </a:lvl3pPr>
            <a:lvl4pPr lvl="3">
              <a:spcBef>
                <a:spcPts val="0"/>
              </a:spcBef>
              <a:spcAft>
                <a:spcPts val="0"/>
              </a:spcAft>
              <a:buNone/>
              <a:defRPr sz="600" i="1">
                <a:solidFill>
                  <a:schemeClr val="accent1"/>
                </a:solidFill>
              </a:defRPr>
            </a:lvl4pPr>
            <a:lvl5pPr lvl="4">
              <a:spcBef>
                <a:spcPts val="0"/>
              </a:spcBef>
              <a:spcAft>
                <a:spcPts val="0"/>
              </a:spcAft>
              <a:buNone/>
              <a:defRPr sz="600" i="1">
                <a:solidFill>
                  <a:schemeClr val="accent1"/>
                </a:solidFill>
              </a:defRPr>
            </a:lvl5pPr>
            <a:lvl6pPr lvl="5">
              <a:spcBef>
                <a:spcPts val="0"/>
              </a:spcBef>
              <a:spcAft>
                <a:spcPts val="0"/>
              </a:spcAft>
              <a:buNone/>
              <a:defRPr sz="600" i="1">
                <a:solidFill>
                  <a:schemeClr val="accent1"/>
                </a:solidFill>
              </a:defRPr>
            </a:lvl6pPr>
            <a:lvl7pPr lvl="6">
              <a:spcBef>
                <a:spcPts val="0"/>
              </a:spcBef>
              <a:spcAft>
                <a:spcPts val="0"/>
              </a:spcAft>
              <a:buNone/>
              <a:defRPr sz="600" i="1">
                <a:solidFill>
                  <a:schemeClr val="accent1"/>
                </a:solidFill>
              </a:defRPr>
            </a:lvl7pPr>
            <a:lvl8pPr lvl="7">
              <a:spcBef>
                <a:spcPts val="0"/>
              </a:spcBef>
              <a:spcAft>
                <a:spcPts val="0"/>
              </a:spcAft>
              <a:buNone/>
              <a:defRPr sz="600" i="1">
                <a:solidFill>
                  <a:schemeClr val="accent1"/>
                </a:solidFill>
              </a:defRPr>
            </a:lvl8pPr>
            <a:lvl9pPr lvl="8">
              <a:spcBef>
                <a:spcPts val="0"/>
              </a:spcBef>
              <a:spcAft>
                <a:spcPts val="0"/>
              </a:spcAft>
              <a:buNone/>
              <a:defRPr sz="600" i="1">
                <a:solidFill>
                  <a:schemeClr val="accent1"/>
                </a:solidFill>
              </a:defRPr>
            </a:lvl9pPr>
          </a:lstStyle>
          <a:p>
            <a:endParaRPr/>
          </a:p>
        </p:txBody>
      </p:sp>
    </p:spTree>
    <p:extLst>
      <p:ext uri="{BB962C8B-B14F-4D97-AF65-F5344CB8AC3E}">
        <p14:creationId xmlns:p14="http://schemas.microsoft.com/office/powerpoint/2010/main" val="1232615644"/>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Cover Slide - Design 2 (Light)">
    <p:bg>
      <p:bgPr>
        <a:solidFill>
          <a:srgbClr val="FAFAFA"/>
        </a:solidFill>
        <a:effectLst/>
      </p:bgPr>
    </p:bg>
    <p:spTree>
      <p:nvGrpSpPr>
        <p:cNvPr id="1" name="Shape 17"/>
        <p:cNvGrpSpPr/>
        <p:nvPr/>
      </p:nvGrpSpPr>
      <p:grpSpPr>
        <a:xfrm>
          <a:off x="0" y="0"/>
          <a:ext cx="0" cy="0"/>
          <a:chOff x="0" y="0"/>
          <a:chExt cx="0" cy="0"/>
        </a:xfrm>
      </p:grpSpPr>
      <p:sp>
        <p:nvSpPr>
          <p:cNvPr id="18" name="Google Shape;18;p3"/>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9" name="Google Shape;19;p3"/>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20" name="Google Shape;20;p3"/>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cxnSp>
        <p:nvCxnSpPr>
          <p:cNvPr id="21" name="Google Shape;21;p3"/>
          <p:cNvCxnSpPr/>
          <p:nvPr/>
        </p:nvCxnSpPr>
        <p:spPr>
          <a:xfrm>
            <a:off x="216950" y="2757425"/>
            <a:ext cx="262200" cy="0"/>
          </a:xfrm>
          <a:prstGeom prst="straightConnector1">
            <a:avLst/>
          </a:prstGeom>
          <a:noFill/>
          <a:ln w="19050" cap="flat" cmpd="sng">
            <a:solidFill>
              <a:srgbClr val="FB394D"/>
            </a:solidFill>
            <a:prstDash val="solid"/>
            <a:round/>
            <a:headEnd type="none" w="med" len="med"/>
            <a:tailEnd type="none" w="med" len="med"/>
          </a:ln>
        </p:spPr>
      </p:cxnSp>
      <p:pic>
        <p:nvPicPr>
          <p:cNvPr id="22" name="Google Shape;22;p3"/>
          <p:cNvPicPr preferRelativeResize="0">
            <a:picLocks/>
          </p:cNvPicPr>
          <p:nvPr/>
        </p:nvPicPr>
        <p:blipFill>
          <a:blip r:embed="rId3">
            <a:alphaModFix/>
          </a:blip>
          <a:stretch>
            <a:fillRect/>
          </a:stretch>
        </p:blipFill>
        <p:spPr>
          <a:xfrm>
            <a:off x="4774300" y="514250"/>
            <a:ext cx="3252801" cy="3252801"/>
          </a:xfrm>
          <a:prstGeom prst="rect">
            <a:avLst/>
          </a:prstGeom>
          <a:noFill/>
          <a:ln>
            <a:noFill/>
          </a:ln>
        </p:spPr>
      </p:pic>
      <p:sp>
        <p:nvSpPr>
          <p:cNvPr id="23" name="Google Shape;23;p3"/>
          <p:cNvSpPr txBox="1">
            <a:spLocks noGrp="1"/>
          </p:cNvSpPr>
          <p:nvPr>
            <p:ph type="title"/>
          </p:nvPr>
        </p:nvSpPr>
        <p:spPr>
          <a:xfrm>
            <a:off x="93825" y="875725"/>
            <a:ext cx="4680600" cy="1899600"/>
          </a:xfrm>
          <a:prstGeom prst="rect">
            <a:avLst/>
          </a:prstGeom>
        </p:spPr>
        <p:txBody>
          <a:bodyPr wrap="square" lIns="91425" tIns="91425" rIns="91425" bIns="91425" anchor="b" anchorCtr="0"/>
          <a:lstStyle>
            <a:lvl1pPr lvl="0">
              <a:spcBef>
                <a:spcPts val="0"/>
              </a:spcBef>
              <a:spcAft>
                <a:spcPts val="0"/>
              </a:spcAft>
              <a:buNone/>
              <a:defRPr sz="3600"/>
            </a:lvl1pPr>
            <a:lvl2pPr lvl="1">
              <a:spcBef>
                <a:spcPts val="0"/>
              </a:spcBef>
              <a:spcAft>
                <a:spcPts val="0"/>
              </a:spcAft>
              <a:buNone/>
              <a:defRPr>
                <a:latin typeface="Nunito Sans"/>
                <a:ea typeface="Nunito Sans"/>
              </a:defRPr>
            </a:lvl2pPr>
            <a:lvl3pPr lvl="2">
              <a:spcBef>
                <a:spcPts val="0"/>
              </a:spcBef>
              <a:spcAft>
                <a:spcPts val="0"/>
              </a:spcAft>
              <a:buNone/>
              <a:defRPr>
                <a:latin typeface="Nunito Sans"/>
                <a:ea typeface="Nunito Sans"/>
              </a:defRPr>
            </a:lvl3pPr>
            <a:lvl4pPr lvl="3">
              <a:spcBef>
                <a:spcPts val="0"/>
              </a:spcBef>
              <a:spcAft>
                <a:spcPts val="0"/>
              </a:spcAft>
              <a:buNone/>
              <a:defRPr>
                <a:latin typeface="Nunito Sans"/>
                <a:ea typeface="Nunito Sans"/>
              </a:defRPr>
            </a:lvl4pPr>
            <a:lvl5pPr lvl="4">
              <a:spcBef>
                <a:spcPts val="0"/>
              </a:spcBef>
              <a:spcAft>
                <a:spcPts val="0"/>
              </a:spcAft>
              <a:buNone/>
              <a:defRPr>
                <a:latin typeface="Nunito Sans"/>
                <a:ea typeface="Nunito Sans"/>
              </a:defRPr>
            </a:lvl5pPr>
            <a:lvl6pPr lvl="5">
              <a:spcBef>
                <a:spcPts val="0"/>
              </a:spcBef>
              <a:spcAft>
                <a:spcPts val="0"/>
              </a:spcAft>
              <a:buNone/>
              <a:defRPr>
                <a:latin typeface="Nunito Sans"/>
                <a:ea typeface="Nunito Sans"/>
              </a:defRPr>
            </a:lvl6pPr>
            <a:lvl7pPr lvl="6">
              <a:spcBef>
                <a:spcPts val="0"/>
              </a:spcBef>
              <a:spcAft>
                <a:spcPts val="0"/>
              </a:spcAft>
              <a:buNone/>
              <a:defRPr>
                <a:latin typeface="Nunito Sans"/>
                <a:ea typeface="Nunito Sans"/>
              </a:defRPr>
            </a:lvl7pPr>
            <a:lvl8pPr lvl="7">
              <a:spcBef>
                <a:spcPts val="0"/>
              </a:spcBef>
              <a:spcAft>
                <a:spcPts val="0"/>
              </a:spcAft>
              <a:buNone/>
              <a:defRPr>
                <a:latin typeface="Nunito Sans"/>
                <a:ea typeface="Nunito Sans"/>
              </a:defRPr>
            </a:lvl8pPr>
            <a:lvl9pPr lvl="8">
              <a:spcBef>
                <a:spcPts val="0"/>
              </a:spcBef>
              <a:spcAft>
                <a:spcPts val="0"/>
              </a:spcAft>
              <a:buNone/>
              <a:defRPr>
                <a:latin typeface="Nunito Sans"/>
                <a:ea typeface="Nunito Sans"/>
              </a:defRPr>
            </a:lvl9pPr>
          </a:lstStyle>
          <a:p>
            <a:endParaRPr/>
          </a:p>
        </p:txBody>
      </p:sp>
      <p:sp>
        <p:nvSpPr>
          <p:cNvPr id="24" name="Google Shape;24;p3"/>
          <p:cNvSpPr txBox="1">
            <a:spLocks noGrp="1"/>
          </p:cNvSpPr>
          <p:nvPr>
            <p:ph type="subTitle" idx="1"/>
          </p:nvPr>
        </p:nvSpPr>
        <p:spPr>
          <a:xfrm>
            <a:off x="93825" y="2847025"/>
            <a:ext cx="4761000" cy="820500"/>
          </a:xfrm>
          <a:prstGeom prst="rect">
            <a:avLst/>
          </a:prstGeom>
        </p:spPr>
        <p:txBody>
          <a:bodyPr wrap="square" lIns="91425" tIns="91425" rIns="91425" bIns="91425" anchor="t" anchorCtr="0"/>
          <a:lstStyle>
            <a:lvl1pPr lvl="0">
              <a:spcBef>
                <a:spcPts val="0"/>
              </a:spcBef>
              <a:spcAft>
                <a:spcPts val="0"/>
              </a:spcAft>
              <a:buNone/>
              <a:defRPr sz="1600">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25" name="Google Shape;25;p3"/>
          <p:cNvSpPr txBox="1">
            <a:spLocks noGrp="1"/>
          </p:cNvSpPr>
          <p:nvPr>
            <p:ph type="subTitle" idx="2"/>
          </p:nvPr>
        </p:nvSpPr>
        <p:spPr>
          <a:xfrm>
            <a:off x="116825" y="3667525"/>
            <a:ext cx="3546300" cy="693900"/>
          </a:xfrm>
          <a:prstGeom prst="rect">
            <a:avLst/>
          </a:prstGeom>
        </p:spPr>
        <p:txBody>
          <a:bodyPr wrap="square" lIns="91425" tIns="91425" rIns="91425" bIns="91425" anchor="t" anchorCtr="0"/>
          <a:lstStyle>
            <a:lvl1pPr lvl="0">
              <a:spcBef>
                <a:spcPts val="0"/>
              </a:spcBef>
              <a:spcAft>
                <a:spcPts val="0"/>
              </a:spcAft>
              <a:buNone/>
              <a:defRPr sz="1100" i="1">
                <a:solidFill>
                  <a:srgbClr val="7197B5"/>
                </a:solidFill>
                <a:latin typeface="Rubik Light"/>
                <a:ea typeface="Rubik Light"/>
              </a:defRPr>
            </a:lvl1pPr>
            <a:lvl2pPr lvl="1">
              <a:spcBef>
                <a:spcPts val="0"/>
              </a:spcBef>
              <a:spcAft>
                <a:spcPts val="0"/>
              </a:spcAft>
              <a:buNone/>
              <a:defRPr sz="1100" i="1">
                <a:latin typeface="Rubik"/>
                <a:ea typeface="Rubik"/>
              </a:defRPr>
            </a:lvl2pPr>
            <a:lvl3pPr lvl="2">
              <a:spcBef>
                <a:spcPts val="0"/>
              </a:spcBef>
              <a:spcAft>
                <a:spcPts val="0"/>
              </a:spcAft>
              <a:buNone/>
              <a:defRPr sz="1100" i="1">
                <a:latin typeface="Rubik"/>
                <a:ea typeface="Rubik"/>
              </a:defRPr>
            </a:lvl3pPr>
            <a:lvl4pPr lvl="3">
              <a:spcBef>
                <a:spcPts val="0"/>
              </a:spcBef>
              <a:spcAft>
                <a:spcPts val="0"/>
              </a:spcAft>
              <a:buNone/>
              <a:defRPr sz="1100" i="1">
                <a:latin typeface="Rubik"/>
                <a:ea typeface="Rubik"/>
              </a:defRPr>
            </a:lvl4pPr>
            <a:lvl5pPr lvl="4">
              <a:spcBef>
                <a:spcPts val="0"/>
              </a:spcBef>
              <a:spcAft>
                <a:spcPts val="0"/>
              </a:spcAft>
              <a:buNone/>
              <a:defRPr sz="1100" i="1">
                <a:latin typeface="Rubik"/>
                <a:ea typeface="Rubik"/>
              </a:defRPr>
            </a:lvl5pPr>
            <a:lvl6pPr lvl="5">
              <a:spcBef>
                <a:spcPts val="0"/>
              </a:spcBef>
              <a:spcAft>
                <a:spcPts val="0"/>
              </a:spcAft>
              <a:buNone/>
              <a:defRPr sz="1100" i="1">
                <a:latin typeface="Rubik"/>
                <a:ea typeface="Rubik"/>
              </a:defRPr>
            </a:lvl6pPr>
            <a:lvl7pPr lvl="6">
              <a:spcBef>
                <a:spcPts val="0"/>
              </a:spcBef>
              <a:spcAft>
                <a:spcPts val="0"/>
              </a:spcAft>
              <a:buNone/>
              <a:defRPr sz="1100" i="1">
                <a:latin typeface="Rubik"/>
                <a:ea typeface="Rubik"/>
              </a:defRPr>
            </a:lvl7pPr>
            <a:lvl8pPr lvl="7">
              <a:spcBef>
                <a:spcPts val="0"/>
              </a:spcBef>
              <a:spcAft>
                <a:spcPts val="0"/>
              </a:spcAft>
              <a:buNone/>
              <a:defRPr sz="1100" i="1">
                <a:latin typeface="Rubik"/>
                <a:ea typeface="Rubik"/>
              </a:defRPr>
            </a:lvl8pPr>
            <a:lvl9pPr lvl="8">
              <a:spcBef>
                <a:spcPts val="0"/>
              </a:spcBef>
              <a:spcAft>
                <a:spcPts val="0"/>
              </a:spcAft>
              <a:buNone/>
              <a:defRPr sz="1100" i="1">
                <a:latin typeface="Rubik"/>
                <a:ea typeface="Rubik"/>
              </a:defRPr>
            </a:lvl9pPr>
          </a:lstStyle>
          <a:p>
            <a:endParaRPr/>
          </a:p>
        </p:txBody>
      </p:sp>
    </p:spTree>
    <p:extLst>
      <p:ext uri="{BB962C8B-B14F-4D97-AF65-F5344CB8AC3E}">
        <p14:creationId xmlns:p14="http://schemas.microsoft.com/office/powerpoint/2010/main" val="2375225541"/>
      </p:ext>
    </p:extLst>
  </p:cSld>
  <p:clrMapOvr>
    <a:masterClrMapping/>
  </p:clrMapOvr>
  <p:extLst>
    <p:ext uri="{DCECCB84-F9BA-43D5-87BE-67443E8EF086}">
      <p15:sldGuideLst xmlns:p15="http://schemas.microsoft.com/office/powerpoint/2012/main">
        <p15:guide id="0" orient="horz" pos="1620">
          <p15:clr>
            <a:srgbClr val="FA7B17"/>
          </p15:clr>
        </p15:guide>
        <p15:guide id="1" pos="137">
          <p15:clr>
            <a:srgbClr val="FA7B17"/>
          </p15:clr>
        </p15:guide>
        <p15:guide id="2" pos="3024">
          <p15:clr>
            <a:srgbClr val="FA7B17"/>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Agenda / Contents Slide">
    <p:bg>
      <p:bgPr>
        <a:solidFill>
          <a:srgbClr val="125284"/>
        </a:solidFill>
        <a:effectLst/>
      </p:bgPr>
    </p:bg>
    <p:spTree>
      <p:nvGrpSpPr>
        <p:cNvPr id="1" name="Shape 26"/>
        <p:cNvGrpSpPr/>
        <p:nvPr/>
      </p:nvGrpSpPr>
      <p:grpSpPr>
        <a:xfrm>
          <a:off x="0" y="0"/>
          <a:ext cx="0" cy="0"/>
          <a:chOff x="0" y="0"/>
          <a:chExt cx="0" cy="0"/>
        </a:xfrm>
      </p:grpSpPr>
      <p:sp>
        <p:nvSpPr>
          <p:cNvPr id="27" name="Google Shape;27;p4"/>
          <p:cNvSpPr txBox="1"/>
          <p:nvPr/>
        </p:nvSpPr>
        <p:spPr>
          <a:xfrm>
            <a:off x="170025" y="230325"/>
            <a:ext cx="4329600" cy="4329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1800">
                <a:solidFill>
                  <a:schemeClr val="accent1"/>
                </a:solidFill>
                <a:latin typeface="Poppins"/>
                <a:ea typeface="Poppins"/>
              </a:rPr>
              <a:t>contents</a:t>
            </a:r>
            <a:endParaRPr sz="1800">
              <a:solidFill>
                <a:schemeClr val="accent1"/>
              </a:solidFill>
              <a:latin typeface="Poppins"/>
              <a:ea typeface="Poppins"/>
            </a:endParaRPr>
          </a:p>
          <a:p>
            <a:pPr marL="0" lvl="0" indent="0" algn="l">
              <a:spcBef>
                <a:spcPts val="0"/>
              </a:spcBef>
              <a:spcAft>
                <a:spcPts val="0"/>
              </a:spcAft>
              <a:buNone/>
            </a:pPr>
            <a:r>
              <a:rPr lang="en" altLang="en" sz="1600">
                <a:solidFill>
                  <a:srgbClr val="FB394D"/>
                </a:solidFill>
                <a:latin typeface="Rubik"/>
                <a:ea typeface="Rubik"/>
              </a:rPr>
              <a:t>–</a:t>
            </a:r>
            <a:endParaRPr sz="1600">
              <a:solidFill>
                <a:srgbClr val="FB394D"/>
              </a:solidFill>
              <a:latin typeface="Rubik"/>
              <a:ea typeface="Rubik"/>
            </a:endParaRPr>
          </a:p>
        </p:txBody>
      </p:sp>
      <p:sp>
        <p:nvSpPr>
          <p:cNvPr id="28" name="Google Shape;28;p4"/>
          <p:cNvSpPr txBox="1"/>
          <p:nvPr/>
        </p:nvSpPr>
        <p:spPr>
          <a:xfrm>
            <a:off x="4754025" y="230325"/>
            <a:ext cx="4180800" cy="3017400"/>
          </a:xfrm>
          <a:prstGeom prst="rect">
            <a:avLst/>
          </a:prstGeom>
          <a:noFill/>
          <a:ln>
            <a:noFill/>
          </a:ln>
        </p:spPr>
        <p:txBody>
          <a:bodyPr wrap="square" lIns="0" tIns="0" rIns="0" bIns="0" anchor="t" anchorCtr="0"/>
          <a:lstStyle/>
          <a:p>
            <a:pPr marL="0" lvl="0" indent="0" algn="l">
              <a:lnSpc>
                <a:spcPct val="150000"/>
              </a:lnSpc>
              <a:spcBef>
                <a:spcPts val="0"/>
              </a:spcBef>
              <a:spcAft>
                <a:spcPts val="0"/>
              </a:spcAft>
              <a:buClr>
                <a:srgbClr val="000000"/>
              </a:buClr>
              <a:buSzPts val="1100"/>
              <a:buFont typeface="Arial"/>
              <a:buNone/>
            </a:pPr>
            <a:r>
              <a:rPr lang="en" altLang="en">
                <a:solidFill>
                  <a:srgbClr val="FB394D"/>
                </a:solidFill>
                <a:latin typeface="Poppins"/>
                <a:ea typeface="Poppins"/>
              </a:rPr>
              <a:t>01</a:t>
            </a:r>
            <a:r>
              <a:rPr lang="en" altLang="en">
                <a:solidFill>
                  <a:srgbClr val="7197B5"/>
                </a:solidFill>
                <a:latin typeface="Poppins"/>
                <a:ea typeface="Poppins"/>
              </a:rPr>
              <a:t> </a:t>
            </a:r>
            <a:r>
              <a:rPr lang="en" altLang="en">
                <a:solidFill>
                  <a:srgbClr val="FFFFFF"/>
                </a:solidFill>
                <a:latin typeface="Poppins"/>
                <a:ea typeface="Poppins"/>
              </a:rPr>
              <a:t>	</a:t>
            </a:r>
            <a:endParaRPr>
              <a:solidFill>
                <a:srgbClr val="FFFFFF"/>
              </a:solidFill>
              <a:latin typeface="Poppins"/>
              <a:ea typeface="Poppins"/>
            </a:endParaRPr>
          </a:p>
          <a:p>
            <a:pPr marL="0" lvl="0" indent="0" algn="l">
              <a:lnSpc>
                <a:spcPct val="150000"/>
              </a:lnSpc>
              <a:spcBef>
                <a:spcPts val="0"/>
              </a:spcBef>
              <a:spcAft>
                <a:spcPts val="0"/>
              </a:spcAft>
              <a:buClr>
                <a:srgbClr val="000000"/>
              </a:buClr>
              <a:buSzPts val="1100"/>
              <a:buFont typeface="Arial"/>
              <a:buNone/>
            </a:pPr>
            <a:r>
              <a:rPr lang="en" altLang="en">
                <a:solidFill>
                  <a:srgbClr val="FB394D"/>
                </a:solidFill>
                <a:latin typeface="Poppins"/>
                <a:ea typeface="Poppins"/>
              </a:rPr>
              <a:t>02</a:t>
            </a:r>
            <a:r>
              <a:rPr lang="en" altLang="en">
                <a:solidFill>
                  <a:srgbClr val="FFFFFF"/>
                </a:solidFill>
                <a:latin typeface="Poppins"/>
                <a:ea typeface="Poppins"/>
              </a:rPr>
              <a:t> 	</a:t>
            </a:r>
            <a:endParaRPr>
              <a:solidFill>
                <a:srgbClr val="FFFFFF"/>
              </a:solidFill>
              <a:latin typeface="Poppins"/>
              <a:ea typeface="Poppins"/>
            </a:endParaRPr>
          </a:p>
          <a:p>
            <a:pPr marL="0" lvl="0" indent="0" algn="l">
              <a:lnSpc>
                <a:spcPct val="150000"/>
              </a:lnSpc>
              <a:spcBef>
                <a:spcPts val="0"/>
              </a:spcBef>
              <a:spcAft>
                <a:spcPts val="0"/>
              </a:spcAft>
              <a:buClr>
                <a:srgbClr val="000000"/>
              </a:buClr>
              <a:buSzPts val="1100"/>
              <a:buFont typeface="Arial"/>
              <a:buNone/>
            </a:pPr>
            <a:r>
              <a:rPr lang="en" altLang="en">
                <a:solidFill>
                  <a:srgbClr val="FB394D"/>
                </a:solidFill>
                <a:latin typeface="Poppins"/>
                <a:ea typeface="Poppins"/>
              </a:rPr>
              <a:t>03</a:t>
            </a:r>
            <a:r>
              <a:rPr lang="en" altLang="en">
                <a:solidFill>
                  <a:srgbClr val="FFFFFF"/>
                </a:solidFill>
                <a:latin typeface="Poppins"/>
                <a:ea typeface="Poppins"/>
              </a:rPr>
              <a:t> 	</a:t>
            </a:r>
            <a:endParaRPr>
              <a:solidFill>
                <a:srgbClr val="FFFFFF"/>
              </a:solidFill>
              <a:latin typeface="Poppins"/>
              <a:ea typeface="Poppins"/>
            </a:endParaRPr>
          </a:p>
          <a:p>
            <a:pPr marL="0" lvl="0" indent="0" algn="l">
              <a:lnSpc>
                <a:spcPct val="150000"/>
              </a:lnSpc>
              <a:spcBef>
                <a:spcPts val="0"/>
              </a:spcBef>
              <a:spcAft>
                <a:spcPts val="0"/>
              </a:spcAft>
              <a:buClr>
                <a:srgbClr val="000000"/>
              </a:buClr>
              <a:buSzPts val="1100"/>
              <a:buFont typeface="Arial"/>
              <a:buNone/>
            </a:pPr>
            <a:r>
              <a:rPr lang="en" altLang="en">
                <a:solidFill>
                  <a:srgbClr val="FB394D"/>
                </a:solidFill>
                <a:latin typeface="Poppins"/>
                <a:ea typeface="Poppins"/>
              </a:rPr>
              <a:t>04</a:t>
            </a:r>
            <a:r>
              <a:rPr lang="en" altLang="en">
                <a:solidFill>
                  <a:srgbClr val="FFFFFF"/>
                </a:solidFill>
                <a:latin typeface="Poppins"/>
                <a:ea typeface="Poppins"/>
              </a:rPr>
              <a:t> 	</a:t>
            </a:r>
            <a:endParaRPr>
              <a:solidFill>
                <a:srgbClr val="FFFFFF"/>
              </a:solidFill>
              <a:latin typeface="Poppins"/>
              <a:ea typeface="Poppins"/>
            </a:endParaRPr>
          </a:p>
          <a:p>
            <a:pPr marL="0" lvl="0" indent="0" algn="l">
              <a:lnSpc>
                <a:spcPct val="150000"/>
              </a:lnSpc>
              <a:spcBef>
                <a:spcPts val="0"/>
              </a:spcBef>
              <a:spcAft>
                <a:spcPts val="0"/>
              </a:spcAft>
              <a:buClr>
                <a:srgbClr val="000000"/>
              </a:buClr>
              <a:buSzPts val="1100"/>
              <a:buFont typeface="Arial"/>
              <a:buNone/>
            </a:pPr>
            <a:r>
              <a:rPr lang="en" altLang="en">
                <a:solidFill>
                  <a:srgbClr val="FB394D"/>
                </a:solidFill>
                <a:latin typeface="Poppins"/>
                <a:ea typeface="Poppins"/>
              </a:rPr>
              <a:t>05</a:t>
            </a:r>
            <a:r>
              <a:rPr lang="en" altLang="en">
                <a:solidFill>
                  <a:srgbClr val="FFFFFF"/>
                </a:solidFill>
                <a:latin typeface="Poppins"/>
                <a:ea typeface="Poppins"/>
              </a:rPr>
              <a:t> 	</a:t>
            </a:r>
            <a:endParaRPr>
              <a:solidFill>
                <a:srgbClr val="FFFFFF"/>
              </a:solidFill>
              <a:latin typeface="Poppins"/>
              <a:ea typeface="Poppins"/>
            </a:endParaRPr>
          </a:p>
        </p:txBody>
      </p:sp>
      <p:sp>
        <p:nvSpPr>
          <p:cNvPr id="29" name="Google Shape;29;p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sp>
        <p:nvSpPr>
          <p:cNvPr id="30" name="Google Shape;30;p4"/>
          <p:cNvSpPr txBox="1">
            <a:spLocks noGrp="1"/>
          </p:cNvSpPr>
          <p:nvPr>
            <p:ph type="subTitle" idx="1"/>
          </p:nvPr>
        </p:nvSpPr>
        <p:spPr>
          <a:xfrm>
            <a:off x="5136100" y="163775"/>
            <a:ext cx="3048000" cy="287700"/>
          </a:xfrm>
          <a:prstGeom prst="rect">
            <a:avLst/>
          </a:prstGeom>
        </p:spPr>
        <p:txBody>
          <a:bodyPr wrap="square" lIns="91425" tIns="91425" rIns="91425" bIns="91425" anchor="t" anchorCtr="0"/>
          <a:lstStyle>
            <a:lvl1pPr lvl="0">
              <a:spcBef>
                <a:spcPts val="0"/>
              </a:spcBef>
              <a:spcAft>
                <a:spcPts val="0"/>
              </a:spcAft>
              <a:buNone/>
              <a:defRPr>
                <a:solidFill>
                  <a:srgbClr val="FFFFFF"/>
                </a:solidFill>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31" name="Google Shape;31;p4"/>
          <p:cNvSpPr txBox="1">
            <a:spLocks noGrp="1"/>
          </p:cNvSpPr>
          <p:nvPr>
            <p:ph type="subTitle" idx="2"/>
          </p:nvPr>
        </p:nvSpPr>
        <p:spPr>
          <a:xfrm>
            <a:off x="5136100" y="468575"/>
            <a:ext cx="3048000" cy="287700"/>
          </a:xfrm>
          <a:prstGeom prst="rect">
            <a:avLst/>
          </a:prstGeom>
        </p:spPr>
        <p:txBody>
          <a:bodyPr wrap="square" lIns="91425" tIns="91425" rIns="91425" bIns="91425" anchor="t" anchorCtr="0"/>
          <a:lstStyle>
            <a:lvl1pPr lvl="0">
              <a:spcBef>
                <a:spcPts val="0"/>
              </a:spcBef>
              <a:spcAft>
                <a:spcPts val="0"/>
              </a:spcAft>
              <a:buNone/>
              <a:defRPr>
                <a:solidFill>
                  <a:srgbClr val="FFFFFF"/>
                </a:solidFill>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32" name="Google Shape;32;p4"/>
          <p:cNvSpPr txBox="1">
            <a:spLocks noGrp="1"/>
          </p:cNvSpPr>
          <p:nvPr>
            <p:ph type="subTitle" idx="3"/>
          </p:nvPr>
        </p:nvSpPr>
        <p:spPr>
          <a:xfrm>
            <a:off x="5136100" y="773375"/>
            <a:ext cx="3048000" cy="287700"/>
          </a:xfrm>
          <a:prstGeom prst="rect">
            <a:avLst/>
          </a:prstGeom>
        </p:spPr>
        <p:txBody>
          <a:bodyPr wrap="square" lIns="91425" tIns="91425" rIns="91425" bIns="91425" anchor="t" anchorCtr="0"/>
          <a:lstStyle>
            <a:lvl1pPr lvl="0">
              <a:spcBef>
                <a:spcPts val="0"/>
              </a:spcBef>
              <a:spcAft>
                <a:spcPts val="0"/>
              </a:spcAft>
              <a:buNone/>
              <a:defRPr>
                <a:solidFill>
                  <a:srgbClr val="FFFFFF"/>
                </a:solidFill>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33" name="Google Shape;33;p4"/>
          <p:cNvSpPr txBox="1">
            <a:spLocks noGrp="1"/>
          </p:cNvSpPr>
          <p:nvPr>
            <p:ph type="subTitle" idx="4"/>
          </p:nvPr>
        </p:nvSpPr>
        <p:spPr>
          <a:xfrm>
            <a:off x="5136100" y="1078175"/>
            <a:ext cx="3048000" cy="287700"/>
          </a:xfrm>
          <a:prstGeom prst="rect">
            <a:avLst/>
          </a:prstGeom>
        </p:spPr>
        <p:txBody>
          <a:bodyPr wrap="square" lIns="91425" tIns="91425" rIns="91425" bIns="91425" anchor="t" anchorCtr="0"/>
          <a:lstStyle>
            <a:lvl1pPr lvl="0">
              <a:spcBef>
                <a:spcPts val="0"/>
              </a:spcBef>
              <a:spcAft>
                <a:spcPts val="0"/>
              </a:spcAft>
              <a:buNone/>
              <a:defRPr>
                <a:solidFill>
                  <a:srgbClr val="FFFFFF"/>
                </a:solidFill>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34" name="Google Shape;34;p4"/>
          <p:cNvSpPr txBox="1">
            <a:spLocks noGrp="1"/>
          </p:cNvSpPr>
          <p:nvPr>
            <p:ph type="subTitle" idx="5"/>
          </p:nvPr>
        </p:nvSpPr>
        <p:spPr>
          <a:xfrm>
            <a:off x="5136100" y="1382975"/>
            <a:ext cx="3048000" cy="287700"/>
          </a:xfrm>
          <a:prstGeom prst="rect">
            <a:avLst/>
          </a:prstGeom>
        </p:spPr>
        <p:txBody>
          <a:bodyPr wrap="square" lIns="91425" tIns="91425" rIns="91425" bIns="91425" anchor="t" anchorCtr="0"/>
          <a:lstStyle>
            <a:lvl1pPr lvl="0">
              <a:spcBef>
                <a:spcPts val="0"/>
              </a:spcBef>
              <a:spcAft>
                <a:spcPts val="0"/>
              </a:spcAft>
              <a:buNone/>
              <a:defRPr>
                <a:solidFill>
                  <a:srgbClr val="FFFFFF"/>
                </a:solidFill>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pic>
        <p:nvPicPr>
          <p:cNvPr id="35" name="Google Shape;35;p4"/>
          <p:cNvPicPr preferRelativeResize="0">
            <a:picLocks/>
          </p:cNvPicPr>
          <p:nvPr/>
        </p:nvPicPr>
        <p:blipFill>
          <a:blip r:embed="rId2">
            <a:alphaModFix/>
          </a:blip>
          <a:stretch>
            <a:fillRect/>
          </a:stretch>
        </p:blipFill>
        <p:spPr>
          <a:xfrm>
            <a:off x="8071550" y="4645400"/>
            <a:ext cx="929251" cy="309750"/>
          </a:xfrm>
          <a:prstGeom prst="rect">
            <a:avLst/>
          </a:prstGeom>
          <a:noFill/>
          <a:ln>
            <a:noFill/>
          </a:ln>
        </p:spPr>
      </p:pic>
    </p:spTree>
    <p:extLst>
      <p:ext uri="{BB962C8B-B14F-4D97-AF65-F5344CB8AC3E}">
        <p14:creationId xmlns:p14="http://schemas.microsoft.com/office/powerpoint/2010/main" val="3835536032"/>
      </p:ext>
    </p:extLst>
  </p:cSld>
  <p:clrMapOvr>
    <a:masterClrMapping/>
  </p:clrMapOvr>
  <p:extLst>
    <p:ext uri="{DCECCB84-F9BA-43D5-87BE-67443E8EF086}">
      <p15:sldGuideLst xmlns:p15="http://schemas.microsoft.com/office/powerpoint/2012/main">
        <p15:guide id="0" pos="3281">
          <p15:clr>
            <a:srgbClr val="FA7B17"/>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ection header / Divider (Dark)">
    <p:bg>
      <p:bgPr>
        <a:solidFill>
          <a:srgbClr val="125284"/>
        </a:solidFill>
        <a:effectLst/>
      </p:bgPr>
    </p:bg>
    <p:spTree>
      <p:nvGrpSpPr>
        <p:cNvPr id="1" name="Shape 36"/>
        <p:cNvGrpSpPr/>
        <p:nvPr/>
      </p:nvGrpSpPr>
      <p:grpSpPr>
        <a:xfrm>
          <a:off x="0" y="0"/>
          <a:ext cx="0" cy="0"/>
          <a:chOff x="0" y="0"/>
          <a:chExt cx="0" cy="0"/>
        </a:xfrm>
      </p:grpSpPr>
      <p:sp>
        <p:nvSpPr>
          <p:cNvPr id="37" name="Google Shape;37;p5"/>
          <p:cNvSpPr txBox="1"/>
          <p:nvPr/>
        </p:nvSpPr>
        <p:spPr>
          <a:xfrm>
            <a:off x="170025" y="230325"/>
            <a:ext cx="4329600" cy="778500"/>
          </a:xfrm>
          <a:prstGeom prst="rect">
            <a:avLst/>
          </a:prstGeom>
          <a:noFill/>
          <a:ln>
            <a:noFill/>
          </a:ln>
        </p:spPr>
        <p:txBody>
          <a:bodyPr wrap="square" lIns="0" tIns="0" rIns="0" bIns="0" anchor="t" anchorCtr="0"/>
          <a:lstStyle/>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r>
              <a:rPr lang="en" altLang="en" sz="2400">
                <a:solidFill>
                  <a:srgbClr val="FB394D"/>
                </a:solidFill>
                <a:latin typeface="Rubik"/>
                <a:ea typeface="Rubik"/>
              </a:rPr>
              <a:t>–</a:t>
            </a:r>
            <a:endParaRPr sz="2400">
              <a:solidFill>
                <a:srgbClr val="FB394D"/>
              </a:solidFill>
              <a:latin typeface="Rubik"/>
              <a:ea typeface="Rubik"/>
            </a:endParaRPr>
          </a:p>
        </p:txBody>
      </p:sp>
      <p:sp>
        <p:nvSpPr>
          <p:cNvPr id="38" name="Google Shape;38;p5"/>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sp>
        <p:nvSpPr>
          <p:cNvPr id="39" name="Google Shape;39;p5"/>
          <p:cNvSpPr txBox="1">
            <a:spLocks noGrp="1"/>
          </p:cNvSpPr>
          <p:nvPr>
            <p:ph type="title"/>
          </p:nvPr>
        </p:nvSpPr>
        <p:spPr>
          <a:xfrm>
            <a:off x="93825" y="171625"/>
            <a:ext cx="6302700" cy="593400"/>
          </a:xfrm>
          <a:prstGeom prst="rect">
            <a:avLst/>
          </a:prstGeom>
        </p:spPr>
        <p:txBody>
          <a:bodyPr wrap="square" lIns="91425" tIns="91425" rIns="91425" bIns="91425" anchor="t" anchorCtr="0"/>
          <a:lstStyle>
            <a:lvl1pPr lvl="0">
              <a:spcBef>
                <a:spcPts val="0"/>
              </a:spcBef>
              <a:spcAft>
                <a:spcPts val="0"/>
              </a:spcAft>
              <a:buNone/>
              <a:defRPr sz="2800">
                <a:solidFill>
                  <a:srgbClr val="FFFFFF"/>
                </a:solidFill>
                <a:latin typeface="Rubik"/>
                <a:ea typeface="Rubi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pic>
        <p:nvPicPr>
          <p:cNvPr id="40" name="Google Shape;40;p5"/>
          <p:cNvPicPr preferRelativeResize="0">
            <a:picLocks/>
          </p:cNvPicPr>
          <p:nvPr/>
        </p:nvPicPr>
        <p:blipFill>
          <a:blip r:embed="rId2">
            <a:alphaModFix/>
          </a:blip>
          <a:stretch>
            <a:fillRect/>
          </a:stretch>
        </p:blipFill>
        <p:spPr>
          <a:xfrm>
            <a:off x="8071550" y="4645400"/>
            <a:ext cx="929251" cy="309750"/>
          </a:xfrm>
          <a:prstGeom prst="rect">
            <a:avLst/>
          </a:prstGeom>
          <a:noFill/>
          <a:ln>
            <a:noFill/>
          </a:ln>
        </p:spPr>
      </p:pic>
    </p:spTree>
    <p:extLst>
      <p:ext uri="{BB962C8B-B14F-4D97-AF65-F5344CB8AC3E}">
        <p14:creationId xmlns:p14="http://schemas.microsoft.com/office/powerpoint/2010/main" val="2660180168"/>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and body">
    <p:spTree>
      <p:nvGrpSpPr>
        <p:cNvPr id="1" name="Shape 41"/>
        <p:cNvGrpSpPr/>
        <p:nvPr/>
      </p:nvGrpSpPr>
      <p:grpSpPr>
        <a:xfrm>
          <a:off x="0" y="0"/>
          <a:ext cx="0" cy="0"/>
          <a:chOff x="0" y="0"/>
          <a:chExt cx="0" cy="0"/>
        </a:xfrm>
      </p:grpSpPr>
      <p:sp>
        <p:nvSpPr>
          <p:cNvPr id="42" name="Google Shape;42;p6"/>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43" name="Google Shape;43;p6"/>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44" name="Google Shape;44;p6"/>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45" name="Google Shape;45;p6"/>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46" name="Google Shape;46;p6"/>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47" name="Google Shape;47;p6"/>
          <p:cNvSpPr txBox="1">
            <a:spLocks noGrp="1"/>
          </p:cNvSpPr>
          <p:nvPr>
            <p:ph type="body" idx="1"/>
          </p:nvPr>
        </p:nvSpPr>
        <p:spPr>
          <a:xfrm>
            <a:off x="170025" y="920925"/>
            <a:ext cx="79014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Tree>
    <p:extLst>
      <p:ext uri="{BB962C8B-B14F-4D97-AF65-F5344CB8AC3E}">
        <p14:creationId xmlns:p14="http://schemas.microsoft.com/office/powerpoint/2010/main" val="3663062704"/>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Title with one column - for image / graph">
    <p:spTree>
      <p:nvGrpSpPr>
        <p:cNvPr id="1" name="Shape 48"/>
        <p:cNvGrpSpPr/>
        <p:nvPr/>
      </p:nvGrpSpPr>
      <p:grpSpPr>
        <a:xfrm>
          <a:off x="0" y="0"/>
          <a:ext cx="0" cy="0"/>
          <a:chOff x="0" y="0"/>
          <a:chExt cx="0" cy="0"/>
        </a:xfrm>
      </p:grpSpPr>
      <p:sp>
        <p:nvSpPr>
          <p:cNvPr id="49" name="Google Shape;49;p7"/>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50" name="Google Shape;50;p7"/>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51" name="Google Shape;51;p7"/>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52" name="Google Shape;52;p7"/>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53" name="Google Shape;53;p7"/>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54" name="Google Shape;54;p7"/>
          <p:cNvSpPr txBox="1">
            <a:spLocks noGrp="1"/>
          </p:cNvSpPr>
          <p:nvPr>
            <p:ph type="body" idx="1"/>
          </p:nvPr>
        </p:nvSpPr>
        <p:spPr>
          <a:xfrm>
            <a:off x="4700925" y="1216625"/>
            <a:ext cx="3859800" cy="31074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0"/>
              </a:spcAft>
              <a:buClr>
                <a:srgbClr val="125284"/>
              </a:buClr>
              <a:buSzPts val="1400"/>
              <a:buFont typeface="Nunito"/>
              <a:buChar char="■"/>
              <a:defRPr>
                <a:solidFill>
                  <a:srgbClr val="125284"/>
                </a:solidFill>
                <a:latin typeface="Nunito"/>
                <a:ea typeface="Nunito"/>
              </a:defRPr>
            </a:lvl9pPr>
          </a:lstStyle>
          <a:p>
            <a:endParaRPr/>
          </a:p>
        </p:txBody>
      </p:sp>
      <p:sp>
        <p:nvSpPr>
          <p:cNvPr id="55" name="Google Shape;55;p7"/>
          <p:cNvSpPr txBox="1">
            <a:spLocks noGrp="1"/>
          </p:cNvSpPr>
          <p:nvPr>
            <p:ph type="subTitle" idx="2"/>
          </p:nvPr>
        </p:nvSpPr>
        <p:spPr>
          <a:xfrm>
            <a:off x="4700925" y="822275"/>
            <a:ext cx="3480300" cy="309600"/>
          </a:xfrm>
          <a:prstGeom prst="rect">
            <a:avLst/>
          </a:prstGeom>
        </p:spPr>
        <p:txBody>
          <a:bodyPr wrap="square" lIns="91425" tIns="91425" rIns="91425" bIns="91425" anchor="t" anchorCtr="0"/>
          <a:lstStyle>
            <a:lvl1pPr lvl="0">
              <a:spcBef>
                <a:spcPts val="0"/>
              </a:spcBef>
              <a:spcAft>
                <a:spcPts val="0"/>
              </a:spcAft>
              <a:buNone/>
              <a:defRPr sz="1600" b="1">
                <a:solidFill>
                  <a:srgbClr val="FB394D"/>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Tree>
    <p:extLst>
      <p:ext uri="{BB962C8B-B14F-4D97-AF65-F5344CB8AC3E}">
        <p14:creationId xmlns:p14="http://schemas.microsoft.com/office/powerpoint/2010/main" val="2126523554"/>
      </p:ext>
    </p:extLst>
  </p:cSld>
  <p:clrMapOvr>
    <a:masterClrMapping/>
  </p:clrMapOvr>
  <p:extLst>
    <p:ext uri="{DCECCB84-F9BA-43D5-87BE-67443E8EF086}">
      <p15:sldGuideLst xmlns:p15="http://schemas.microsoft.com/office/powerpoint/2012/main">
        <p15:guide id="0" orient="horz" pos="1620">
          <p15:clr>
            <a:srgbClr val="FA7B17"/>
          </p15:clr>
        </p15:guide>
        <p15:guide id="1" pos="2961">
          <p15:clr>
            <a:srgbClr val="FA7B17"/>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Title and three columns">
    <p:spTree>
      <p:nvGrpSpPr>
        <p:cNvPr id="1" name="Shape 56"/>
        <p:cNvGrpSpPr/>
        <p:nvPr/>
      </p:nvGrpSpPr>
      <p:grpSpPr>
        <a:xfrm>
          <a:off x="0" y="0"/>
          <a:ext cx="0" cy="0"/>
          <a:chOff x="0" y="0"/>
          <a:chExt cx="0" cy="0"/>
        </a:xfrm>
      </p:grpSpPr>
      <p:sp>
        <p:nvSpPr>
          <p:cNvPr id="57" name="Google Shape;57;p8"/>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58" name="Google Shape;58;p8"/>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59" name="Google Shape;59;p8"/>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60" name="Google Shape;60;p8"/>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61" name="Google Shape;61;p8"/>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62" name="Google Shape;62;p8"/>
          <p:cNvSpPr txBox="1">
            <a:spLocks noGrp="1"/>
          </p:cNvSpPr>
          <p:nvPr>
            <p:ph type="body" idx="1"/>
          </p:nvPr>
        </p:nvSpPr>
        <p:spPr>
          <a:xfrm>
            <a:off x="170025" y="920925"/>
            <a:ext cx="27153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
        <p:nvSpPr>
          <p:cNvPr id="63" name="Google Shape;63;p8"/>
          <p:cNvSpPr txBox="1">
            <a:spLocks noGrp="1"/>
          </p:cNvSpPr>
          <p:nvPr>
            <p:ph type="body" idx="2"/>
          </p:nvPr>
        </p:nvSpPr>
        <p:spPr>
          <a:xfrm>
            <a:off x="3065625" y="920925"/>
            <a:ext cx="27153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
        <p:nvSpPr>
          <p:cNvPr id="64" name="Google Shape;64;p8"/>
          <p:cNvSpPr txBox="1">
            <a:spLocks noGrp="1"/>
          </p:cNvSpPr>
          <p:nvPr>
            <p:ph type="body" idx="3"/>
          </p:nvPr>
        </p:nvSpPr>
        <p:spPr>
          <a:xfrm>
            <a:off x="5961225" y="920925"/>
            <a:ext cx="27153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Tree>
    <p:extLst>
      <p:ext uri="{BB962C8B-B14F-4D97-AF65-F5344CB8AC3E}">
        <p14:creationId xmlns:p14="http://schemas.microsoft.com/office/powerpoint/2010/main" val="105233326"/>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Cover Slide - Design 2 (Dark)">
    <p:bg>
      <p:bgPr>
        <a:solidFill>
          <a:srgbClr val="125284"/>
        </a:solidFill>
        <a:effectLst/>
      </p:bgPr>
    </p:bg>
    <p:spTree>
      <p:nvGrpSpPr>
        <p:cNvPr id="1" name="Shape 65"/>
        <p:cNvGrpSpPr/>
        <p:nvPr/>
      </p:nvGrpSpPr>
      <p:grpSpPr>
        <a:xfrm>
          <a:off x="0" y="0"/>
          <a:ext cx="0" cy="0"/>
          <a:chOff x="0" y="0"/>
          <a:chExt cx="0" cy="0"/>
        </a:xfrm>
      </p:grpSpPr>
      <p:sp>
        <p:nvSpPr>
          <p:cNvPr id="66" name="Google Shape;66;p9"/>
          <p:cNvSpPr/>
          <p:nvPr/>
        </p:nvSpPr>
        <p:spPr>
          <a:xfrm>
            <a:off x="0" y="0"/>
            <a:ext cx="9144000" cy="5143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cxnSp>
        <p:nvCxnSpPr>
          <p:cNvPr id="67" name="Google Shape;67;p9"/>
          <p:cNvCxnSpPr/>
          <p:nvPr/>
        </p:nvCxnSpPr>
        <p:spPr>
          <a:xfrm>
            <a:off x="216950" y="2757425"/>
            <a:ext cx="262200" cy="0"/>
          </a:xfrm>
          <a:prstGeom prst="straightConnector1">
            <a:avLst/>
          </a:prstGeom>
          <a:noFill/>
          <a:ln w="19050" cap="flat" cmpd="sng">
            <a:solidFill>
              <a:srgbClr val="FB394D"/>
            </a:solidFill>
            <a:prstDash val="solid"/>
            <a:round/>
            <a:headEnd type="none" w="med" len="med"/>
            <a:tailEnd type="none" w="med" len="med"/>
          </a:ln>
        </p:spPr>
      </p:cxnSp>
      <p:sp>
        <p:nvSpPr>
          <p:cNvPr id="68" name="Google Shape;68;p9"/>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pic>
        <p:nvPicPr>
          <p:cNvPr id="69" name="Google Shape;69;p9"/>
          <p:cNvPicPr preferRelativeResize="0">
            <a:picLocks/>
          </p:cNvPicPr>
          <p:nvPr/>
        </p:nvPicPr>
        <p:blipFill>
          <a:blip r:embed="rId2">
            <a:alphaModFix/>
          </a:blip>
          <a:stretch>
            <a:fillRect/>
          </a:stretch>
        </p:blipFill>
        <p:spPr>
          <a:xfrm>
            <a:off x="8071570" y="4645400"/>
            <a:ext cx="929229" cy="309750"/>
          </a:xfrm>
          <a:prstGeom prst="rect">
            <a:avLst/>
          </a:prstGeom>
          <a:noFill/>
          <a:ln>
            <a:noFill/>
          </a:ln>
        </p:spPr>
      </p:pic>
      <p:pic>
        <p:nvPicPr>
          <p:cNvPr id="70" name="Google Shape;70;p9"/>
          <p:cNvPicPr preferRelativeResize="0">
            <a:picLocks/>
          </p:cNvPicPr>
          <p:nvPr/>
        </p:nvPicPr>
        <p:blipFill>
          <a:blip r:embed="rId3">
            <a:alphaModFix/>
          </a:blip>
          <a:stretch>
            <a:fillRect/>
          </a:stretch>
        </p:blipFill>
        <p:spPr>
          <a:xfrm>
            <a:off x="4958900" y="698850"/>
            <a:ext cx="2883600" cy="2883600"/>
          </a:xfrm>
          <a:prstGeom prst="rect">
            <a:avLst/>
          </a:prstGeom>
          <a:noFill/>
          <a:ln>
            <a:noFill/>
          </a:ln>
        </p:spPr>
      </p:pic>
      <p:sp>
        <p:nvSpPr>
          <p:cNvPr id="71" name="Google Shape;71;p9"/>
          <p:cNvSpPr txBox="1">
            <a:spLocks noGrp="1"/>
          </p:cNvSpPr>
          <p:nvPr>
            <p:ph type="title"/>
          </p:nvPr>
        </p:nvSpPr>
        <p:spPr>
          <a:xfrm>
            <a:off x="93825" y="875725"/>
            <a:ext cx="4680600" cy="1899600"/>
          </a:xfrm>
          <a:prstGeom prst="rect">
            <a:avLst/>
          </a:prstGeom>
        </p:spPr>
        <p:txBody>
          <a:bodyPr wrap="square" lIns="91425" tIns="91425" rIns="91425" bIns="91425" anchor="b" anchorCtr="0"/>
          <a:lstStyle>
            <a:lvl1pPr lvl="0">
              <a:spcBef>
                <a:spcPts val="0"/>
              </a:spcBef>
              <a:spcAft>
                <a:spcPts val="0"/>
              </a:spcAft>
              <a:buNone/>
              <a:defRPr sz="3600">
                <a:solidFill>
                  <a:srgbClr val="FFFFFF"/>
                </a:solidFill>
              </a:defRPr>
            </a:lvl1pPr>
            <a:lvl2pPr lvl="1">
              <a:spcBef>
                <a:spcPts val="0"/>
              </a:spcBef>
              <a:spcAft>
                <a:spcPts val="0"/>
              </a:spcAft>
              <a:buNone/>
              <a:defRPr>
                <a:solidFill>
                  <a:srgbClr val="FFFFFF"/>
                </a:solidFill>
                <a:latin typeface="Nunito Sans"/>
                <a:ea typeface="Nunito Sans"/>
              </a:defRPr>
            </a:lvl2pPr>
            <a:lvl3pPr lvl="2">
              <a:spcBef>
                <a:spcPts val="0"/>
              </a:spcBef>
              <a:spcAft>
                <a:spcPts val="0"/>
              </a:spcAft>
              <a:buNone/>
              <a:defRPr>
                <a:solidFill>
                  <a:srgbClr val="FFFFFF"/>
                </a:solidFill>
                <a:latin typeface="Nunito Sans"/>
                <a:ea typeface="Nunito Sans"/>
              </a:defRPr>
            </a:lvl3pPr>
            <a:lvl4pPr lvl="3">
              <a:spcBef>
                <a:spcPts val="0"/>
              </a:spcBef>
              <a:spcAft>
                <a:spcPts val="0"/>
              </a:spcAft>
              <a:buNone/>
              <a:defRPr>
                <a:solidFill>
                  <a:srgbClr val="FFFFFF"/>
                </a:solidFill>
                <a:latin typeface="Nunito Sans"/>
                <a:ea typeface="Nunito Sans"/>
              </a:defRPr>
            </a:lvl4pPr>
            <a:lvl5pPr lvl="4">
              <a:spcBef>
                <a:spcPts val="0"/>
              </a:spcBef>
              <a:spcAft>
                <a:spcPts val="0"/>
              </a:spcAft>
              <a:buNone/>
              <a:defRPr>
                <a:solidFill>
                  <a:srgbClr val="FFFFFF"/>
                </a:solidFill>
                <a:latin typeface="Nunito Sans"/>
                <a:ea typeface="Nunito Sans"/>
              </a:defRPr>
            </a:lvl5pPr>
            <a:lvl6pPr lvl="5">
              <a:spcBef>
                <a:spcPts val="0"/>
              </a:spcBef>
              <a:spcAft>
                <a:spcPts val="0"/>
              </a:spcAft>
              <a:buNone/>
              <a:defRPr>
                <a:solidFill>
                  <a:srgbClr val="FFFFFF"/>
                </a:solidFill>
                <a:latin typeface="Nunito Sans"/>
                <a:ea typeface="Nunito Sans"/>
              </a:defRPr>
            </a:lvl6pPr>
            <a:lvl7pPr lvl="6">
              <a:spcBef>
                <a:spcPts val="0"/>
              </a:spcBef>
              <a:spcAft>
                <a:spcPts val="0"/>
              </a:spcAft>
              <a:buNone/>
              <a:defRPr>
                <a:solidFill>
                  <a:srgbClr val="FFFFFF"/>
                </a:solidFill>
                <a:latin typeface="Nunito Sans"/>
                <a:ea typeface="Nunito Sans"/>
              </a:defRPr>
            </a:lvl7pPr>
            <a:lvl8pPr lvl="7">
              <a:spcBef>
                <a:spcPts val="0"/>
              </a:spcBef>
              <a:spcAft>
                <a:spcPts val="0"/>
              </a:spcAft>
              <a:buNone/>
              <a:defRPr>
                <a:solidFill>
                  <a:srgbClr val="FFFFFF"/>
                </a:solidFill>
                <a:latin typeface="Nunito Sans"/>
                <a:ea typeface="Nunito Sans"/>
              </a:defRPr>
            </a:lvl8pPr>
            <a:lvl9pPr lvl="8">
              <a:spcBef>
                <a:spcPts val="0"/>
              </a:spcBef>
              <a:spcAft>
                <a:spcPts val="0"/>
              </a:spcAft>
              <a:buNone/>
              <a:defRPr>
                <a:solidFill>
                  <a:srgbClr val="FFFFFF"/>
                </a:solidFill>
                <a:latin typeface="Nunito Sans"/>
                <a:ea typeface="Nunito Sans"/>
              </a:defRPr>
            </a:lvl9pPr>
          </a:lstStyle>
          <a:p>
            <a:endParaRPr/>
          </a:p>
        </p:txBody>
      </p:sp>
      <p:sp>
        <p:nvSpPr>
          <p:cNvPr id="72" name="Google Shape;72;p9"/>
          <p:cNvSpPr txBox="1">
            <a:spLocks noGrp="1"/>
          </p:cNvSpPr>
          <p:nvPr>
            <p:ph type="subTitle" idx="1"/>
          </p:nvPr>
        </p:nvSpPr>
        <p:spPr>
          <a:xfrm>
            <a:off x="93825" y="2847025"/>
            <a:ext cx="4761000" cy="820500"/>
          </a:xfrm>
          <a:prstGeom prst="rect">
            <a:avLst/>
          </a:prstGeom>
        </p:spPr>
        <p:txBody>
          <a:bodyPr wrap="square" lIns="91425" tIns="91425" rIns="91425" bIns="91425" anchor="t" anchorCtr="0"/>
          <a:lstStyle>
            <a:lvl1pPr lvl="0">
              <a:spcBef>
                <a:spcPts val="0"/>
              </a:spcBef>
              <a:spcAft>
                <a:spcPts val="0"/>
              </a:spcAft>
              <a:buNone/>
              <a:defRPr sz="1600">
                <a:solidFill>
                  <a:srgbClr val="FFFFFF"/>
                </a:solidFill>
                <a:latin typeface="Poppins"/>
                <a:ea typeface="Poppins"/>
              </a:defRPr>
            </a:lvl1pPr>
            <a:lvl2pPr lvl="1">
              <a:spcBef>
                <a:spcPts val="0"/>
              </a:spcBef>
              <a:spcAft>
                <a:spcPts val="0"/>
              </a:spcAft>
              <a:buNone/>
              <a:defRPr>
                <a:solidFill>
                  <a:srgbClr val="FFFFFF"/>
                </a:solidFill>
              </a:defRPr>
            </a:lvl2pPr>
            <a:lvl3pPr lvl="2">
              <a:spcBef>
                <a:spcPts val="0"/>
              </a:spcBef>
              <a:spcAft>
                <a:spcPts val="0"/>
              </a:spcAft>
              <a:buNone/>
              <a:defRPr>
                <a:solidFill>
                  <a:srgbClr val="FFFFFF"/>
                </a:solidFill>
              </a:defRPr>
            </a:lvl3pPr>
            <a:lvl4pPr lvl="3">
              <a:spcBef>
                <a:spcPts val="0"/>
              </a:spcBef>
              <a:spcAft>
                <a:spcPts val="0"/>
              </a:spcAft>
              <a:buNone/>
              <a:defRPr>
                <a:solidFill>
                  <a:srgbClr val="FFFFFF"/>
                </a:solidFill>
              </a:defRPr>
            </a:lvl4pPr>
            <a:lvl5pPr lvl="4">
              <a:spcBef>
                <a:spcPts val="0"/>
              </a:spcBef>
              <a:spcAft>
                <a:spcPts val="0"/>
              </a:spcAft>
              <a:buNone/>
              <a:defRPr>
                <a:solidFill>
                  <a:srgbClr val="FFFFFF"/>
                </a:solidFill>
              </a:defRPr>
            </a:lvl5pPr>
            <a:lvl6pPr lvl="5">
              <a:spcBef>
                <a:spcPts val="0"/>
              </a:spcBef>
              <a:spcAft>
                <a:spcPts val="0"/>
              </a:spcAft>
              <a:buNone/>
              <a:defRPr>
                <a:solidFill>
                  <a:srgbClr val="FFFFFF"/>
                </a:solidFill>
              </a:defRPr>
            </a:lvl6pPr>
            <a:lvl7pPr lvl="6">
              <a:spcBef>
                <a:spcPts val="0"/>
              </a:spcBef>
              <a:spcAft>
                <a:spcPts val="0"/>
              </a:spcAft>
              <a:buNone/>
              <a:defRPr>
                <a:solidFill>
                  <a:srgbClr val="FFFFFF"/>
                </a:solidFill>
              </a:defRPr>
            </a:lvl7pPr>
            <a:lvl8pPr lvl="7">
              <a:spcBef>
                <a:spcPts val="0"/>
              </a:spcBef>
              <a:spcAft>
                <a:spcPts val="0"/>
              </a:spcAft>
              <a:buNone/>
              <a:defRPr>
                <a:solidFill>
                  <a:srgbClr val="FFFFFF"/>
                </a:solidFill>
              </a:defRPr>
            </a:lvl8pPr>
            <a:lvl9pPr lvl="8">
              <a:spcBef>
                <a:spcPts val="0"/>
              </a:spcBef>
              <a:spcAft>
                <a:spcPts val="0"/>
              </a:spcAft>
              <a:buNone/>
              <a:defRPr>
                <a:solidFill>
                  <a:srgbClr val="FFFFFF"/>
                </a:solidFill>
              </a:defRPr>
            </a:lvl9pPr>
          </a:lstStyle>
          <a:p>
            <a:endParaRPr/>
          </a:p>
        </p:txBody>
      </p:sp>
      <p:sp>
        <p:nvSpPr>
          <p:cNvPr id="73" name="Google Shape;73;p9"/>
          <p:cNvSpPr txBox="1">
            <a:spLocks noGrp="1"/>
          </p:cNvSpPr>
          <p:nvPr>
            <p:ph type="subTitle" idx="2"/>
          </p:nvPr>
        </p:nvSpPr>
        <p:spPr>
          <a:xfrm>
            <a:off x="116825" y="3667525"/>
            <a:ext cx="3546300" cy="693900"/>
          </a:xfrm>
          <a:prstGeom prst="rect">
            <a:avLst/>
          </a:prstGeom>
        </p:spPr>
        <p:txBody>
          <a:bodyPr wrap="square" lIns="91425" tIns="91425" rIns="91425" bIns="91425" anchor="t" anchorCtr="0"/>
          <a:lstStyle>
            <a:lvl1pPr lvl="0">
              <a:spcBef>
                <a:spcPts val="0"/>
              </a:spcBef>
              <a:spcAft>
                <a:spcPts val="0"/>
              </a:spcAft>
              <a:buNone/>
              <a:defRPr sz="1100" i="1">
                <a:solidFill>
                  <a:srgbClr val="FFFFFF"/>
                </a:solidFill>
                <a:latin typeface="Rubik Light"/>
                <a:ea typeface="Rubik Light"/>
              </a:defRPr>
            </a:lvl1pPr>
            <a:lvl2pPr lvl="1">
              <a:spcBef>
                <a:spcPts val="0"/>
              </a:spcBef>
              <a:spcAft>
                <a:spcPts val="0"/>
              </a:spcAft>
              <a:buNone/>
              <a:defRPr sz="1100" i="1">
                <a:solidFill>
                  <a:srgbClr val="FFFFFF"/>
                </a:solidFill>
                <a:latin typeface="Rubik"/>
                <a:ea typeface="Rubik"/>
              </a:defRPr>
            </a:lvl2pPr>
            <a:lvl3pPr lvl="2">
              <a:spcBef>
                <a:spcPts val="0"/>
              </a:spcBef>
              <a:spcAft>
                <a:spcPts val="0"/>
              </a:spcAft>
              <a:buNone/>
              <a:defRPr sz="1100" i="1">
                <a:solidFill>
                  <a:srgbClr val="FFFFFF"/>
                </a:solidFill>
                <a:latin typeface="Rubik"/>
                <a:ea typeface="Rubik"/>
              </a:defRPr>
            </a:lvl3pPr>
            <a:lvl4pPr lvl="3">
              <a:spcBef>
                <a:spcPts val="0"/>
              </a:spcBef>
              <a:spcAft>
                <a:spcPts val="0"/>
              </a:spcAft>
              <a:buNone/>
              <a:defRPr sz="1100" i="1">
                <a:solidFill>
                  <a:srgbClr val="FFFFFF"/>
                </a:solidFill>
                <a:latin typeface="Rubik"/>
                <a:ea typeface="Rubik"/>
              </a:defRPr>
            </a:lvl4pPr>
            <a:lvl5pPr lvl="4">
              <a:spcBef>
                <a:spcPts val="0"/>
              </a:spcBef>
              <a:spcAft>
                <a:spcPts val="0"/>
              </a:spcAft>
              <a:buNone/>
              <a:defRPr sz="1100" i="1">
                <a:solidFill>
                  <a:srgbClr val="FFFFFF"/>
                </a:solidFill>
                <a:latin typeface="Rubik"/>
                <a:ea typeface="Rubik"/>
              </a:defRPr>
            </a:lvl5pPr>
            <a:lvl6pPr lvl="5">
              <a:spcBef>
                <a:spcPts val="0"/>
              </a:spcBef>
              <a:spcAft>
                <a:spcPts val="0"/>
              </a:spcAft>
              <a:buNone/>
              <a:defRPr sz="1100" i="1">
                <a:solidFill>
                  <a:srgbClr val="FFFFFF"/>
                </a:solidFill>
                <a:latin typeface="Rubik"/>
                <a:ea typeface="Rubik"/>
              </a:defRPr>
            </a:lvl6pPr>
            <a:lvl7pPr lvl="6">
              <a:spcBef>
                <a:spcPts val="0"/>
              </a:spcBef>
              <a:spcAft>
                <a:spcPts val="0"/>
              </a:spcAft>
              <a:buNone/>
              <a:defRPr sz="1100" i="1">
                <a:solidFill>
                  <a:srgbClr val="FFFFFF"/>
                </a:solidFill>
                <a:latin typeface="Rubik"/>
                <a:ea typeface="Rubik"/>
              </a:defRPr>
            </a:lvl7pPr>
            <a:lvl8pPr lvl="7">
              <a:spcBef>
                <a:spcPts val="0"/>
              </a:spcBef>
              <a:spcAft>
                <a:spcPts val="0"/>
              </a:spcAft>
              <a:buNone/>
              <a:defRPr sz="1100" i="1">
                <a:solidFill>
                  <a:srgbClr val="FFFFFF"/>
                </a:solidFill>
                <a:latin typeface="Rubik"/>
                <a:ea typeface="Rubik"/>
              </a:defRPr>
            </a:lvl8pPr>
            <a:lvl9pPr lvl="8">
              <a:spcBef>
                <a:spcPts val="0"/>
              </a:spcBef>
              <a:spcAft>
                <a:spcPts val="0"/>
              </a:spcAft>
              <a:buNone/>
              <a:defRPr sz="1100" i="1">
                <a:solidFill>
                  <a:srgbClr val="FFFFFF"/>
                </a:solidFill>
                <a:latin typeface="Rubik"/>
                <a:ea typeface="Rubik"/>
              </a:defRPr>
            </a:lvl9pPr>
          </a:lstStyle>
          <a:p>
            <a:endParaRPr/>
          </a:p>
        </p:txBody>
      </p:sp>
    </p:spTree>
    <p:extLst>
      <p:ext uri="{BB962C8B-B14F-4D97-AF65-F5344CB8AC3E}">
        <p14:creationId xmlns:p14="http://schemas.microsoft.com/office/powerpoint/2010/main" val="629497040"/>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Section header / Divider - Alternative 1">
    <p:bg>
      <p:bgPr>
        <a:solidFill>
          <a:srgbClr val="2CB3B9"/>
        </a:solidFill>
        <a:effectLst/>
      </p:bgPr>
    </p:bg>
    <p:spTree>
      <p:nvGrpSpPr>
        <p:cNvPr id="1" name="Shape 74"/>
        <p:cNvGrpSpPr/>
        <p:nvPr/>
      </p:nvGrpSpPr>
      <p:grpSpPr>
        <a:xfrm>
          <a:off x="0" y="0"/>
          <a:ext cx="0" cy="0"/>
          <a:chOff x="0" y="0"/>
          <a:chExt cx="0" cy="0"/>
        </a:xfrm>
      </p:grpSpPr>
      <p:sp>
        <p:nvSpPr>
          <p:cNvPr id="75" name="Google Shape;75;p10"/>
          <p:cNvSpPr txBox="1"/>
          <p:nvPr/>
        </p:nvSpPr>
        <p:spPr>
          <a:xfrm>
            <a:off x="170025" y="230325"/>
            <a:ext cx="4329600" cy="778500"/>
          </a:xfrm>
          <a:prstGeom prst="rect">
            <a:avLst/>
          </a:prstGeom>
          <a:noFill/>
          <a:ln>
            <a:noFill/>
          </a:ln>
        </p:spPr>
        <p:txBody>
          <a:bodyPr wrap="square" lIns="0" tIns="0" rIns="0" bIns="0" anchor="t" anchorCtr="0"/>
          <a:lstStyle/>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r>
              <a:rPr lang="en" altLang="en" sz="2400">
                <a:solidFill>
                  <a:srgbClr val="FFFFFF"/>
                </a:solidFill>
                <a:latin typeface="Rubik"/>
                <a:ea typeface="Rubik"/>
              </a:rPr>
              <a:t>–</a:t>
            </a:r>
            <a:endParaRPr sz="2400">
              <a:solidFill>
                <a:srgbClr val="FFFFFF"/>
              </a:solidFill>
              <a:latin typeface="Rubik"/>
              <a:ea typeface="Rubik"/>
            </a:endParaRPr>
          </a:p>
        </p:txBody>
      </p:sp>
      <p:sp>
        <p:nvSpPr>
          <p:cNvPr id="76" name="Google Shape;76;p10"/>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FFFFFF"/>
                </a:solidFill>
                <a:latin typeface="Rubik Medium"/>
                <a:ea typeface="Rubik Medium"/>
              </a:rPr>
              <a:t>EMPACT.SG</a:t>
            </a:r>
            <a:endParaRPr sz="600">
              <a:solidFill>
                <a:srgbClr val="FFFFFF"/>
              </a:solidFill>
              <a:latin typeface="Rubik Medium"/>
              <a:ea typeface="Rubik Medium"/>
            </a:endParaRPr>
          </a:p>
        </p:txBody>
      </p:sp>
      <p:pic>
        <p:nvPicPr>
          <p:cNvPr id="77" name="Google Shape;77;p10"/>
          <p:cNvPicPr preferRelativeResize="0">
            <a:picLocks/>
          </p:cNvPicPr>
          <p:nvPr/>
        </p:nvPicPr>
        <p:blipFill>
          <a:blip r:embed="rId2">
            <a:alphaModFix/>
          </a:blip>
          <a:stretch>
            <a:fillRect/>
          </a:stretch>
        </p:blipFill>
        <p:spPr>
          <a:xfrm>
            <a:off x="8071550" y="4645400"/>
            <a:ext cx="929251" cy="309750"/>
          </a:xfrm>
          <a:prstGeom prst="rect">
            <a:avLst/>
          </a:prstGeom>
          <a:noFill/>
          <a:ln>
            <a:noFill/>
          </a:ln>
        </p:spPr>
      </p:pic>
      <p:sp>
        <p:nvSpPr>
          <p:cNvPr id="78" name="Google Shape;78;p10"/>
          <p:cNvSpPr txBox="1">
            <a:spLocks noGrp="1"/>
          </p:cNvSpPr>
          <p:nvPr>
            <p:ph type="title"/>
          </p:nvPr>
        </p:nvSpPr>
        <p:spPr>
          <a:xfrm>
            <a:off x="62550" y="225200"/>
            <a:ext cx="5859000" cy="920100"/>
          </a:xfrm>
          <a:prstGeom prst="rect">
            <a:avLst/>
          </a:prstGeom>
        </p:spPr>
        <p:txBody>
          <a:bodyPr wrap="square" lIns="91425" tIns="91425" rIns="91425" bIns="91425" anchor="b" anchorCtr="0"/>
          <a:lstStyle>
            <a:lvl1pPr lvl="0">
              <a:spcBef>
                <a:spcPts val="0"/>
              </a:spcBef>
              <a:spcAft>
                <a:spcPts val="0"/>
              </a:spcAft>
              <a:buNone/>
              <a:defRPr sz="2800">
                <a:solidFill>
                  <a:srgbClr val="FFFFFF"/>
                </a:solidFill>
                <a:latin typeface="Rubik"/>
                <a:ea typeface="Rubik"/>
              </a:defRPr>
            </a:lvl1pPr>
            <a:lvl2pPr lvl="1">
              <a:spcBef>
                <a:spcPts val="0"/>
              </a:spcBef>
              <a:spcAft>
                <a:spcPts val="0"/>
              </a:spcAft>
              <a:buNone/>
              <a:defRPr>
                <a:latin typeface="Nunito Sans"/>
                <a:ea typeface="Nunito Sans"/>
              </a:defRPr>
            </a:lvl2pPr>
            <a:lvl3pPr lvl="2">
              <a:spcBef>
                <a:spcPts val="0"/>
              </a:spcBef>
              <a:spcAft>
                <a:spcPts val="0"/>
              </a:spcAft>
              <a:buNone/>
              <a:defRPr>
                <a:latin typeface="Nunito Sans"/>
                <a:ea typeface="Nunito Sans"/>
              </a:defRPr>
            </a:lvl3pPr>
            <a:lvl4pPr lvl="3">
              <a:spcBef>
                <a:spcPts val="0"/>
              </a:spcBef>
              <a:spcAft>
                <a:spcPts val="0"/>
              </a:spcAft>
              <a:buNone/>
              <a:defRPr>
                <a:latin typeface="Nunito Sans"/>
                <a:ea typeface="Nunito Sans"/>
              </a:defRPr>
            </a:lvl4pPr>
            <a:lvl5pPr lvl="4">
              <a:spcBef>
                <a:spcPts val="0"/>
              </a:spcBef>
              <a:spcAft>
                <a:spcPts val="0"/>
              </a:spcAft>
              <a:buNone/>
              <a:defRPr>
                <a:latin typeface="Nunito Sans"/>
                <a:ea typeface="Nunito Sans"/>
              </a:defRPr>
            </a:lvl5pPr>
            <a:lvl6pPr lvl="5">
              <a:spcBef>
                <a:spcPts val="0"/>
              </a:spcBef>
              <a:spcAft>
                <a:spcPts val="0"/>
              </a:spcAft>
              <a:buNone/>
              <a:defRPr>
                <a:latin typeface="Nunito Sans"/>
                <a:ea typeface="Nunito Sans"/>
              </a:defRPr>
            </a:lvl6pPr>
            <a:lvl7pPr lvl="6">
              <a:spcBef>
                <a:spcPts val="0"/>
              </a:spcBef>
              <a:spcAft>
                <a:spcPts val="0"/>
              </a:spcAft>
              <a:buNone/>
              <a:defRPr>
                <a:latin typeface="Nunito Sans"/>
                <a:ea typeface="Nunito Sans"/>
              </a:defRPr>
            </a:lvl7pPr>
            <a:lvl8pPr lvl="7">
              <a:spcBef>
                <a:spcPts val="0"/>
              </a:spcBef>
              <a:spcAft>
                <a:spcPts val="0"/>
              </a:spcAft>
              <a:buNone/>
              <a:defRPr>
                <a:latin typeface="Nunito Sans"/>
                <a:ea typeface="Nunito Sans"/>
              </a:defRPr>
            </a:lvl8pPr>
            <a:lvl9pPr lvl="8">
              <a:spcBef>
                <a:spcPts val="0"/>
              </a:spcBef>
              <a:spcAft>
                <a:spcPts val="0"/>
              </a:spcAft>
              <a:buNone/>
              <a:defRPr>
                <a:latin typeface="Nunito Sans"/>
                <a:ea typeface="Nunito Sans"/>
              </a:defRPr>
            </a:lvl9pPr>
          </a:lstStyle>
          <a:p>
            <a:endParaRPr/>
          </a:p>
        </p:txBody>
      </p:sp>
    </p:spTree>
    <p:extLst>
      <p:ext uri="{BB962C8B-B14F-4D97-AF65-F5344CB8AC3E}">
        <p14:creationId xmlns:p14="http://schemas.microsoft.com/office/powerpoint/2010/main" val="2238817582"/>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ection header / Divider - Alternative 2">
    <p:bg>
      <p:bgPr>
        <a:solidFill>
          <a:srgbClr val="8D64A3"/>
        </a:solidFill>
        <a:effectLst/>
      </p:bgPr>
    </p:bg>
    <p:spTree>
      <p:nvGrpSpPr>
        <p:cNvPr id="1" name="Shape 79"/>
        <p:cNvGrpSpPr/>
        <p:nvPr/>
      </p:nvGrpSpPr>
      <p:grpSpPr>
        <a:xfrm>
          <a:off x="0" y="0"/>
          <a:ext cx="0" cy="0"/>
          <a:chOff x="0" y="0"/>
          <a:chExt cx="0" cy="0"/>
        </a:xfrm>
      </p:grpSpPr>
      <p:sp>
        <p:nvSpPr>
          <p:cNvPr id="80" name="Google Shape;80;p11"/>
          <p:cNvSpPr txBox="1"/>
          <p:nvPr/>
        </p:nvSpPr>
        <p:spPr>
          <a:xfrm>
            <a:off x="170025" y="230325"/>
            <a:ext cx="4329600" cy="778500"/>
          </a:xfrm>
          <a:prstGeom prst="rect">
            <a:avLst/>
          </a:prstGeom>
          <a:noFill/>
          <a:ln>
            <a:noFill/>
          </a:ln>
        </p:spPr>
        <p:txBody>
          <a:bodyPr wrap="square" lIns="0" tIns="0" rIns="0" bIns="0" anchor="t" anchorCtr="0"/>
          <a:lstStyle/>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r>
              <a:rPr lang="en" altLang="en" sz="2400">
                <a:solidFill>
                  <a:srgbClr val="FFFFFF"/>
                </a:solidFill>
                <a:latin typeface="Rubik"/>
                <a:ea typeface="Rubik"/>
              </a:rPr>
              <a:t>–</a:t>
            </a:r>
            <a:endParaRPr sz="2400">
              <a:solidFill>
                <a:srgbClr val="FFFFFF"/>
              </a:solidFill>
              <a:latin typeface="Rubik"/>
              <a:ea typeface="Rubik"/>
            </a:endParaRPr>
          </a:p>
        </p:txBody>
      </p:sp>
      <p:sp>
        <p:nvSpPr>
          <p:cNvPr id="81" name="Google Shape;81;p11"/>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FFFFFF"/>
                </a:solidFill>
                <a:latin typeface="Rubik Medium"/>
                <a:ea typeface="Rubik Medium"/>
              </a:rPr>
              <a:t>EMPACT.SG</a:t>
            </a:r>
            <a:endParaRPr sz="600">
              <a:solidFill>
                <a:srgbClr val="FFFFFF"/>
              </a:solidFill>
              <a:latin typeface="Rubik Medium"/>
              <a:ea typeface="Rubik Medium"/>
            </a:endParaRPr>
          </a:p>
        </p:txBody>
      </p:sp>
      <p:pic>
        <p:nvPicPr>
          <p:cNvPr id="82" name="Google Shape;82;p11"/>
          <p:cNvPicPr preferRelativeResize="0">
            <a:picLocks/>
          </p:cNvPicPr>
          <p:nvPr/>
        </p:nvPicPr>
        <p:blipFill>
          <a:blip r:embed="rId2">
            <a:alphaModFix/>
          </a:blip>
          <a:stretch>
            <a:fillRect/>
          </a:stretch>
        </p:blipFill>
        <p:spPr>
          <a:xfrm>
            <a:off x="8071550" y="4645400"/>
            <a:ext cx="929251" cy="309750"/>
          </a:xfrm>
          <a:prstGeom prst="rect">
            <a:avLst/>
          </a:prstGeom>
          <a:noFill/>
          <a:ln>
            <a:noFill/>
          </a:ln>
        </p:spPr>
      </p:pic>
      <p:sp>
        <p:nvSpPr>
          <p:cNvPr id="83" name="Google Shape;83;p11"/>
          <p:cNvSpPr txBox="1">
            <a:spLocks noGrp="1"/>
          </p:cNvSpPr>
          <p:nvPr>
            <p:ph type="title"/>
          </p:nvPr>
        </p:nvSpPr>
        <p:spPr>
          <a:xfrm>
            <a:off x="62550" y="225200"/>
            <a:ext cx="5993400" cy="920100"/>
          </a:xfrm>
          <a:prstGeom prst="rect">
            <a:avLst/>
          </a:prstGeom>
        </p:spPr>
        <p:txBody>
          <a:bodyPr wrap="square" lIns="91425" tIns="91425" rIns="91425" bIns="91425" anchor="b" anchorCtr="0"/>
          <a:lstStyle>
            <a:lvl1pPr lvl="0">
              <a:spcBef>
                <a:spcPts val="0"/>
              </a:spcBef>
              <a:spcAft>
                <a:spcPts val="0"/>
              </a:spcAft>
              <a:buNone/>
              <a:defRPr sz="2800">
                <a:solidFill>
                  <a:srgbClr val="FFFFFF"/>
                </a:solidFill>
                <a:latin typeface="Rubik"/>
                <a:ea typeface="Rubik"/>
              </a:defRPr>
            </a:lvl1pPr>
            <a:lvl2pPr lvl="1">
              <a:spcBef>
                <a:spcPts val="0"/>
              </a:spcBef>
              <a:spcAft>
                <a:spcPts val="0"/>
              </a:spcAft>
              <a:buNone/>
              <a:defRPr>
                <a:latin typeface="Nunito Sans"/>
                <a:ea typeface="Nunito Sans"/>
              </a:defRPr>
            </a:lvl2pPr>
            <a:lvl3pPr lvl="2">
              <a:spcBef>
                <a:spcPts val="0"/>
              </a:spcBef>
              <a:spcAft>
                <a:spcPts val="0"/>
              </a:spcAft>
              <a:buNone/>
              <a:defRPr>
                <a:latin typeface="Nunito Sans"/>
                <a:ea typeface="Nunito Sans"/>
              </a:defRPr>
            </a:lvl3pPr>
            <a:lvl4pPr lvl="3">
              <a:spcBef>
                <a:spcPts val="0"/>
              </a:spcBef>
              <a:spcAft>
                <a:spcPts val="0"/>
              </a:spcAft>
              <a:buNone/>
              <a:defRPr>
                <a:latin typeface="Nunito Sans"/>
                <a:ea typeface="Nunito Sans"/>
              </a:defRPr>
            </a:lvl4pPr>
            <a:lvl5pPr lvl="4">
              <a:spcBef>
                <a:spcPts val="0"/>
              </a:spcBef>
              <a:spcAft>
                <a:spcPts val="0"/>
              </a:spcAft>
              <a:buNone/>
              <a:defRPr>
                <a:latin typeface="Nunito Sans"/>
                <a:ea typeface="Nunito Sans"/>
              </a:defRPr>
            </a:lvl5pPr>
            <a:lvl6pPr lvl="5">
              <a:spcBef>
                <a:spcPts val="0"/>
              </a:spcBef>
              <a:spcAft>
                <a:spcPts val="0"/>
              </a:spcAft>
              <a:buNone/>
              <a:defRPr>
                <a:latin typeface="Nunito Sans"/>
                <a:ea typeface="Nunito Sans"/>
              </a:defRPr>
            </a:lvl6pPr>
            <a:lvl7pPr lvl="6">
              <a:spcBef>
                <a:spcPts val="0"/>
              </a:spcBef>
              <a:spcAft>
                <a:spcPts val="0"/>
              </a:spcAft>
              <a:buNone/>
              <a:defRPr>
                <a:latin typeface="Nunito Sans"/>
                <a:ea typeface="Nunito Sans"/>
              </a:defRPr>
            </a:lvl7pPr>
            <a:lvl8pPr lvl="7">
              <a:spcBef>
                <a:spcPts val="0"/>
              </a:spcBef>
              <a:spcAft>
                <a:spcPts val="0"/>
              </a:spcAft>
              <a:buNone/>
              <a:defRPr>
                <a:latin typeface="Nunito Sans"/>
                <a:ea typeface="Nunito Sans"/>
              </a:defRPr>
            </a:lvl8pPr>
            <a:lvl9pPr lvl="8">
              <a:spcBef>
                <a:spcPts val="0"/>
              </a:spcBef>
              <a:spcAft>
                <a:spcPts val="0"/>
              </a:spcAft>
              <a:buNone/>
              <a:defRPr>
                <a:latin typeface="Nunito Sans"/>
                <a:ea typeface="Nunito Sans"/>
              </a:defRPr>
            </a:lvl9pPr>
          </a:lstStyle>
          <a:p>
            <a:endParaRPr/>
          </a:p>
        </p:txBody>
      </p:sp>
    </p:spTree>
    <p:extLst>
      <p:ext uri="{BB962C8B-B14F-4D97-AF65-F5344CB8AC3E}">
        <p14:creationId xmlns:p14="http://schemas.microsoft.com/office/powerpoint/2010/main" val="3587971504"/>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Section header / Divider - Alternative 3">
    <p:bg>
      <p:bgPr>
        <a:solidFill>
          <a:srgbClr val="FB6171"/>
        </a:solidFill>
        <a:effectLst/>
      </p:bgPr>
    </p:bg>
    <p:spTree>
      <p:nvGrpSpPr>
        <p:cNvPr id="1" name="Shape 84"/>
        <p:cNvGrpSpPr/>
        <p:nvPr/>
      </p:nvGrpSpPr>
      <p:grpSpPr>
        <a:xfrm>
          <a:off x="0" y="0"/>
          <a:ext cx="0" cy="0"/>
          <a:chOff x="0" y="0"/>
          <a:chExt cx="0" cy="0"/>
        </a:xfrm>
      </p:grpSpPr>
      <p:sp>
        <p:nvSpPr>
          <p:cNvPr id="85" name="Google Shape;85;p12"/>
          <p:cNvSpPr txBox="1"/>
          <p:nvPr/>
        </p:nvSpPr>
        <p:spPr>
          <a:xfrm>
            <a:off x="170025" y="230325"/>
            <a:ext cx="4329600" cy="778500"/>
          </a:xfrm>
          <a:prstGeom prst="rect">
            <a:avLst/>
          </a:prstGeom>
          <a:noFill/>
          <a:ln>
            <a:noFill/>
          </a:ln>
        </p:spPr>
        <p:txBody>
          <a:bodyPr wrap="square" lIns="0" tIns="0" rIns="0" bIns="0" anchor="t" anchorCtr="0"/>
          <a:lstStyle/>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r>
              <a:rPr lang="en" altLang="en" sz="2400">
                <a:solidFill>
                  <a:srgbClr val="FFFFFF"/>
                </a:solidFill>
                <a:latin typeface="Rubik"/>
                <a:ea typeface="Rubik"/>
              </a:rPr>
              <a:t>–</a:t>
            </a:r>
            <a:endParaRPr sz="2400">
              <a:solidFill>
                <a:srgbClr val="FFFFFF"/>
              </a:solidFill>
              <a:latin typeface="Rubik"/>
              <a:ea typeface="Rubik"/>
            </a:endParaRPr>
          </a:p>
        </p:txBody>
      </p:sp>
      <p:sp>
        <p:nvSpPr>
          <p:cNvPr id="86" name="Google Shape;86;p12"/>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FFFFFF"/>
                </a:solidFill>
                <a:latin typeface="Rubik Medium"/>
                <a:ea typeface="Rubik Medium"/>
              </a:rPr>
              <a:t>EMPACT.SG</a:t>
            </a:r>
            <a:endParaRPr sz="600">
              <a:solidFill>
                <a:srgbClr val="FFFFFF"/>
              </a:solidFill>
              <a:latin typeface="Rubik Medium"/>
              <a:ea typeface="Rubik Medium"/>
            </a:endParaRPr>
          </a:p>
        </p:txBody>
      </p:sp>
      <p:pic>
        <p:nvPicPr>
          <p:cNvPr id="87" name="Google Shape;87;p12"/>
          <p:cNvPicPr preferRelativeResize="0">
            <a:picLocks/>
          </p:cNvPicPr>
          <p:nvPr/>
        </p:nvPicPr>
        <p:blipFill>
          <a:blip r:embed="rId2">
            <a:alphaModFix/>
          </a:blip>
          <a:stretch>
            <a:fillRect/>
          </a:stretch>
        </p:blipFill>
        <p:spPr>
          <a:xfrm>
            <a:off x="8071550" y="4645400"/>
            <a:ext cx="929251" cy="309750"/>
          </a:xfrm>
          <a:prstGeom prst="rect">
            <a:avLst/>
          </a:prstGeom>
          <a:noFill/>
          <a:ln>
            <a:noFill/>
          </a:ln>
        </p:spPr>
      </p:pic>
      <p:sp>
        <p:nvSpPr>
          <p:cNvPr id="88" name="Google Shape;88;p12"/>
          <p:cNvSpPr txBox="1">
            <a:spLocks noGrp="1"/>
          </p:cNvSpPr>
          <p:nvPr>
            <p:ph type="title"/>
          </p:nvPr>
        </p:nvSpPr>
        <p:spPr>
          <a:xfrm>
            <a:off x="62550" y="225200"/>
            <a:ext cx="7011300" cy="920100"/>
          </a:xfrm>
          <a:prstGeom prst="rect">
            <a:avLst/>
          </a:prstGeom>
        </p:spPr>
        <p:txBody>
          <a:bodyPr wrap="square" lIns="91425" tIns="91425" rIns="91425" bIns="91425" anchor="b" anchorCtr="0"/>
          <a:lstStyle>
            <a:lvl1pPr lvl="0">
              <a:spcBef>
                <a:spcPts val="0"/>
              </a:spcBef>
              <a:spcAft>
                <a:spcPts val="0"/>
              </a:spcAft>
              <a:buNone/>
              <a:defRPr sz="2800">
                <a:solidFill>
                  <a:srgbClr val="FFFFFF"/>
                </a:solidFill>
                <a:latin typeface="Rubik"/>
                <a:ea typeface="Rubik"/>
              </a:defRPr>
            </a:lvl1pPr>
            <a:lvl2pPr lvl="1">
              <a:spcBef>
                <a:spcPts val="0"/>
              </a:spcBef>
              <a:spcAft>
                <a:spcPts val="0"/>
              </a:spcAft>
              <a:buNone/>
              <a:defRPr>
                <a:latin typeface="Nunito Sans"/>
                <a:ea typeface="Nunito Sans"/>
              </a:defRPr>
            </a:lvl2pPr>
            <a:lvl3pPr lvl="2">
              <a:spcBef>
                <a:spcPts val="0"/>
              </a:spcBef>
              <a:spcAft>
                <a:spcPts val="0"/>
              </a:spcAft>
              <a:buNone/>
              <a:defRPr>
                <a:latin typeface="Nunito Sans"/>
                <a:ea typeface="Nunito Sans"/>
              </a:defRPr>
            </a:lvl3pPr>
            <a:lvl4pPr lvl="3">
              <a:spcBef>
                <a:spcPts val="0"/>
              </a:spcBef>
              <a:spcAft>
                <a:spcPts val="0"/>
              </a:spcAft>
              <a:buNone/>
              <a:defRPr>
                <a:latin typeface="Nunito Sans"/>
                <a:ea typeface="Nunito Sans"/>
              </a:defRPr>
            </a:lvl4pPr>
            <a:lvl5pPr lvl="4">
              <a:spcBef>
                <a:spcPts val="0"/>
              </a:spcBef>
              <a:spcAft>
                <a:spcPts val="0"/>
              </a:spcAft>
              <a:buNone/>
              <a:defRPr>
                <a:latin typeface="Nunito Sans"/>
                <a:ea typeface="Nunito Sans"/>
              </a:defRPr>
            </a:lvl5pPr>
            <a:lvl6pPr lvl="5">
              <a:spcBef>
                <a:spcPts val="0"/>
              </a:spcBef>
              <a:spcAft>
                <a:spcPts val="0"/>
              </a:spcAft>
              <a:buNone/>
              <a:defRPr>
                <a:latin typeface="Nunito Sans"/>
                <a:ea typeface="Nunito Sans"/>
              </a:defRPr>
            </a:lvl6pPr>
            <a:lvl7pPr lvl="6">
              <a:spcBef>
                <a:spcPts val="0"/>
              </a:spcBef>
              <a:spcAft>
                <a:spcPts val="0"/>
              </a:spcAft>
              <a:buNone/>
              <a:defRPr>
                <a:latin typeface="Nunito Sans"/>
                <a:ea typeface="Nunito Sans"/>
              </a:defRPr>
            </a:lvl7pPr>
            <a:lvl8pPr lvl="7">
              <a:spcBef>
                <a:spcPts val="0"/>
              </a:spcBef>
              <a:spcAft>
                <a:spcPts val="0"/>
              </a:spcAft>
              <a:buNone/>
              <a:defRPr>
                <a:latin typeface="Nunito Sans"/>
                <a:ea typeface="Nunito Sans"/>
              </a:defRPr>
            </a:lvl8pPr>
            <a:lvl9pPr lvl="8">
              <a:spcBef>
                <a:spcPts val="0"/>
              </a:spcBef>
              <a:spcAft>
                <a:spcPts val="0"/>
              </a:spcAft>
              <a:buNone/>
              <a:defRPr>
                <a:latin typeface="Nunito Sans"/>
                <a:ea typeface="Nunito Sans"/>
              </a:defRPr>
            </a:lvl9pPr>
          </a:lstStyle>
          <a:p>
            <a:endParaRPr/>
          </a:p>
        </p:txBody>
      </p:sp>
    </p:spTree>
    <p:extLst>
      <p:ext uri="{BB962C8B-B14F-4D97-AF65-F5344CB8AC3E}">
        <p14:creationId xmlns:p14="http://schemas.microsoft.com/office/powerpoint/2010/main" val="2038169175"/>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Title and two columns">
    <p:spTree>
      <p:nvGrpSpPr>
        <p:cNvPr id="1" name="Shape 89"/>
        <p:cNvGrpSpPr/>
        <p:nvPr/>
      </p:nvGrpSpPr>
      <p:grpSpPr>
        <a:xfrm>
          <a:off x="0" y="0"/>
          <a:ext cx="0" cy="0"/>
          <a:chOff x="0" y="0"/>
          <a:chExt cx="0" cy="0"/>
        </a:xfrm>
      </p:grpSpPr>
      <p:sp>
        <p:nvSpPr>
          <p:cNvPr id="90" name="Google Shape;90;p13"/>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1" name="Google Shape;91;p13"/>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92" name="Google Shape;92;p13"/>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93" name="Google Shape;93;p13"/>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94" name="Google Shape;94;p13"/>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95" name="Google Shape;95;p13"/>
          <p:cNvSpPr txBox="1">
            <a:spLocks noGrp="1"/>
          </p:cNvSpPr>
          <p:nvPr>
            <p:ph type="body" idx="1"/>
          </p:nvPr>
        </p:nvSpPr>
        <p:spPr>
          <a:xfrm>
            <a:off x="170025" y="920925"/>
            <a:ext cx="38598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
        <p:nvSpPr>
          <p:cNvPr id="96" name="Google Shape;96;p13"/>
          <p:cNvSpPr txBox="1">
            <a:spLocks noGrp="1"/>
          </p:cNvSpPr>
          <p:nvPr>
            <p:ph type="body" idx="2"/>
          </p:nvPr>
        </p:nvSpPr>
        <p:spPr>
          <a:xfrm>
            <a:off x="4437225" y="920925"/>
            <a:ext cx="38598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Tree>
    <p:extLst>
      <p:ext uri="{BB962C8B-B14F-4D97-AF65-F5344CB8AC3E}">
        <p14:creationId xmlns:p14="http://schemas.microsoft.com/office/powerpoint/2010/main" val="298464520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Title only">
    <p:spTree>
      <p:nvGrpSpPr>
        <p:cNvPr id="1" name="Shape 97"/>
        <p:cNvGrpSpPr/>
        <p:nvPr/>
      </p:nvGrpSpPr>
      <p:grpSpPr>
        <a:xfrm>
          <a:off x="0" y="0"/>
          <a:ext cx="0" cy="0"/>
          <a:chOff x="0" y="0"/>
          <a:chExt cx="0" cy="0"/>
        </a:xfrm>
      </p:grpSpPr>
      <p:sp>
        <p:nvSpPr>
          <p:cNvPr id="98" name="Google Shape;98;p14"/>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9" name="Google Shape;99;p1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0" name="Google Shape;100;p14"/>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101" name="Google Shape;101;p14"/>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102" name="Google Shape;102;p14"/>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Tree>
    <p:extLst>
      <p:ext uri="{BB962C8B-B14F-4D97-AF65-F5344CB8AC3E}">
        <p14:creationId xmlns:p14="http://schemas.microsoft.com/office/powerpoint/2010/main" val="876239302"/>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Main point (centralised)">
    <p:spTree>
      <p:nvGrpSpPr>
        <p:cNvPr id="1" name="Shape 103"/>
        <p:cNvGrpSpPr/>
        <p:nvPr/>
      </p:nvGrpSpPr>
      <p:grpSpPr>
        <a:xfrm>
          <a:off x="0" y="0"/>
          <a:ext cx="0" cy="0"/>
          <a:chOff x="0" y="0"/>
          <a:chExt cx="0" cy="0"/>
        </a:xfrm>
      </p:grpSpPr>
      <p:sp>
        <p:nvSpPr>
          <p:cNvPr id="104" name="Google Shape;104;p15"/>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5" name="Google Shape;105;p15"/>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106" name="Google Shape;106;p15"/>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107" name="Google Shape;107;p15"/>
          <p:cNvSpPr txBox="1">
            <a:spLocks noGrp="1"/>
          </p:cNvSpPr>
          <p:nvPr>
            <p:ph type="subTitle" idx="1"/>
          </p:nvPr>
        </p:nvSpPr>
        <p:spPr>
          <a:xfrm>
            <a:off x="2366138" y="2353625"/>
            <a:ext cx="4411500" cy="1434300"/>
          </a:xfrm>
          <a:prstGeom prst="rect">
            <a:avLst/>
          </a:prstGeom>
        </p:spPr>
        <p:txBody>
          <a:bodyPr wrap="square" lIns="91425" tIns="91425" rIns="91425" bIns="91425" anchor="t" anchorCtr="0"/>
          <a:lstStyle>
            <a:lvl1pPr lvl="0" algn="ctr">
              <a:spcBef>
                <a:spcPts val="0"/>
              </a:spcBef>
              <a:spcAft>
                <a:spcPts val="0"/>
              </a:spcAft>
              <a:buNone/>
              <a:defRPr sz="1400">
                <a:solidFill>
                  <a:srgbClr val="125284"/>
                </a:solidFill>
                <a:latin typeface="Nunito"/>
                <a:ea typeface="Nunito"/>
              </a:defRPr>
            </a:lvl1pPr>
            <a:lvl2pPr lvl="1" algn="ctr">
              <a:spcBef>
                <a:spcPts val="0"/>
              </a:spcBef>
              <a:spcAft>
                <a:spcPts val="0"/>
              </a:spcAft>
              <a:buNone/>
              <a:defRPr sz="1200">
                <a:latin typeface="Nunito"/>
                <a:ea typeface="Nunito"/>
              </a:defRPr>
            </a:lvl2pPr>
            <a:lvl3pPr lvl="2" algn="ctr">
              <a:spcBef>
                <a:spcPts val="0"/>
              </a:spcBef>
              <a:spcAft>
                <a:spcPts val="0"/>
              </a:spcAft>
              <a:buNone/>
              <a:defRPr sz="1200">
                <a:latin typeface="Nunito"/>
                <a:ea typeface="Nunito"/>
              </a:defRPr>
            </a:lvl3pPr>
            <a:lvl4pPr lvl="3" algn="ctr">
              <a:spcBef>
                <a:spcPts val="0"/>
              </a:spcBef>
              <a:spcAft>
                <a:spcPts val="0"/>
              </a:spcAft>
              <a:buNone/>
              <a:defRPr sz="1200">
                <a:latin typeface="Nunito"/>
                <a:ea typeface="Nunito"/>
              </a:defRPr>
            </a:lvl4pPr>
            <a:lvl5pPr lvl="4" algn="ctr">
              <a:spcBef>
                <a:spcPts val="0"/>
              </a:spcBef>
              <a:spcAft>
                <a:spcPts val="0"/>
              </a:spcAft>
              <a:buNone/>
              <a:defRPr sz="1200">
                <a:latin typeface="Nunito"/>
                <a:ea typeface="Nunito"/>
              </a:defRPr>
            </a:lvl5pPr>
            <a:lvl6pPr lvl="5" algn="ctr">
              <a:spcBef>
                <a:spcPts val="0"/>
              </a:spcBef>
              <a:spcAft>
                <a:spcPts val="0"/>
              </a:spcAft>
              <a:buNone/>
              <a:defRPr sz="1200">
                <a:latin typeface="Nunito"/>
                <a:ea typeface="Nunito"/>
              </a:defRPr>
            </a:lvl6pPr>
            <a:lvl7pPr lvl="6" algn="ctr">
              <a:spcBef>
                <a:spcPts val="0"/>
              </a:spcBef>
              <a:spcAft>
                <a:spcPts val="0"/>
              </a:spcAft>
              <a:buNone/>
              <a:defRPr sz="1200">
                <a:latin typeface="Nunito"/>
                <a:ea typeface="Nunito"/>
              </a:defRPr>
            </a:lvl7pPr>
            <a:lvl8pPr lvl="7" algn="ctr">
              <a:spcBef>
                <a:spcPts val="0"/>
              </a:spcBef>
              <a:spcAft>
                <a:spcPts val="0"/>
              </a:spcAft>
              <a:buNone/>
              <a:defRPr sz="1200">
                <a:latin typeface="Nunito"/>
                <a:ea typeface="Nunito"/>
              </a:defRPr>
            </a:lvl8pPr>
            <a:lvl9pPr lvl="8" algn="ctr">
              <a:spcBef>
                <a:spcPts val="0"/>
              </a:spcBef>
              <a:spcAft>
                <a:spcPts val="0"/>
              </a:spcAft>
              <a:buNone/>
              <a:defRPr sz="1200">
                <a:latin typeface="Nunito"/>
                <a:ea typeface="Nunito"/>
              </a:defRPr>
            </a:lvl9pPr>
          </a:lstStyle>
          <a:p>
            <a:endParaRPr/>
          </a:p>
        </p:txBody>
      </p:sp>
      <p:sp>
        <p:nvSpPr>
          <p:cNvPr id="108" name="Google Shape;108;p15"/>
          <p:cNvSpPr txBox="1">
            <a:spLocks noGrp="1"/>
          </p:cNvSpPr>
          <p:nvPr>
            <p:ph type="title"/>
          </p:nvPr>
        </p:nvSpPr>
        <p:spPr>
          <a:xfrm>
            <a:off x="2366363" y="1131900"/>
            <a:ext cx="4411500" cy="1018200"/>
          </a:xfrm>
          <a:prstGeom prst="rect">
            <a:avLst/>
          </a:prstGeom>
        </p:spPr>
        <p:txBody>
          <a:bodyPr wrap="square" lIns="91425" tIns="91425" rIns="91425" bIns="91425" anchor="b" anchorCtr="0"/>
          <a:lstStyle>
            <a:lvl1pPr lvl="0" algn="ctr">
              <a:spcBef>
                <a:spcPts val="0"/>
              </a:spcBef>
              <a:spcAft>
                <a:spcPts val="0"/>
              </a:spcAft>
              <a:buNone/>
              <a:defRPr sz="2400">
                <a:solidFill>
                  <a:srgbClr val="125284"/>
                </a:solidFill>
                <a:latin typeface="Poppins SemiBold"/>
                <a:ea typeface="Poppins SemiBold"/>
              </a:defRPr>
            </a:lvl1pPr>
            <a:lvl2pPr lvl="1" algn="ctr">
              <a:spcBef>
                <a:spcPts val="0"/>
              </a:spcBef>
              <a:spcAft>
                <a:spcPts val="0"/>
              </a:spcAft>
              <a:buNone/>
              <a:defRPr sz="1400">
                <a:solidFill>
                  <a:srgbClr val="125284"/>
                </a:solidFill>
                <a:latin typeface="Rubik"/>
                <a:ea typeface="Rubik"/>
              </a:defRPr>
            </a:lvl2pPr>
            <a:lvl3pPr lvl="2" algn="ctr">
              <a:spcBef>
                <a:spcPts val="0"/>
              </a:spcBef>
              <a:spcAft>
                <a:spcPts val="0"/>
              </a:spcAft>
              <a:buNone/>
              <a:defRPr sz="1400">
                <a:solidFill>
                  <a:srgbClr val="125284"/>
                </a:solidFill>
                <a:latin typeface="Rubik"/>
                <a:ea typeface="Rubik"/>
              </a:defRPr>
            </a:lvl3pPr>
            <a:lvl4pPr lvl="3" algn="ctr">
              <a:spcBef>
                <a:spcPts val="0"/>
              </a:spcBef>
              <a:spcAft>
                <a:spcPts val="0"/>
              </a:spcAft>
              <a:buNone/>
              <a:defRPr sz="1400">
                <a:solidFill>
                  <a:srgbClr val="125284"/>
                </a:solidFill>
                <a:latin typeface="Rubik"/>
                <a:ea typeface="Rubik"/>
              </a:defRPr>
            </a:lvl4pPr>
            <a:lvl5pPr lvl="4" algn="ctr">
              <a:spcBef>
                <a:spcPts val="0"/>
              </a:spcBef>
              <a:spcAft>
                <a:spcPts val="0"/>
              </a:spcAft>
              <a:buNone/>
              <a:defRPr sz="1400">
                <a:solidFill>
                  <a:srgbClr val="125284"/>
                </a:solidFill>
                <a:latin typeface="Rubik"/>
                <a:ea typeface="Rubik"/>
              </a:defRPr>
            </a:lvl5pPr>
            <a:lvl6pPr lvl="5" algn="ctr">
              <a:spcBef>
                <a:spcPts val="0"/>
              </a:spcBef>
              <a:spcAft>
                <a:spcPts val="0"/>
              </a:spcAft>
              <a:buNone/>
              <a:defRPr sz="1400">
                <a:solidFill>
                  <a:srgbClr val="125284"/>
                </a:solidFill>
                <a:latin typeface="Rubik"/>
                <a:ea typeface="Rubik"/>
              </a:defRPr>
            </a:lvl6pPr>
            <a:lvl7pPr lvl="6" algn="ctr">
              <a:spcBef>
                <a:spcPts val="0"/>
              </a:spcBef>
              <a:spcAft>
                <a:spcPts val="0"/>
              </a:spcAft>
              <a:buNone/>
              <a:defRPr sz="1400">
                <a:solidFill>
                  <a:srgbClr val="125284"/>
                </a:solidFill>
                <a:latin typeface="Rubik"/>
                <a:ea typeface="Rubik"/>
              </a:defRPr>
            </a:lvl7pPr>
            <a:lvl8pPr lvl="7" algn="ctr">
              <a:spcBef>
                <a:spcPts val="0"/>
              </a:spcBef>
              <a:spcAft>
                <a:spcPts val="0"/>
              </a:spcAft>
              <a:buNone/>
              <a:defRPr sz="1400">
                <a:solidFill>
                  <a:srgbClr val="125284"/>
                </a:solidFill>
                <a:latin typeface="Rubik"/>
                <a:ea typeface="Rubik"/>
              </a:defRPr>
            </a:lvl8pPr>
            <a:lvl9pPr lvl="8" algn="ctr">
              <a:spcBef>
                <a:spcPts val="0"/>
              </a:spcBef>
              <a:spcAft>
                <a:spcPts val="0"/>
              </a:spcAft>
              <a:buNone/>
              <a:defRPr sz="1400">
                <a:solidFill>
                  <a:srgbClr val="125284"/>
                </a:solidFill>
                <a:latin typeface="Rubik"/>
                <a:ea typeface="Rubik"/>
              </a:defRPr>
            </a:lvl9pPr>
          </a:lstStyle>
          <a:p>
            <a:endParaRPr/>
          </a:p>
        </p:txBody>
      </p:sp>
      <p:sp>
        <p:nvSpPr>
          <p:cNvPr id="109" name="Google Shape;109;p15"/>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110" name="Google Shape;110;p15"/>
          <p:cNvSpPr txBox="1">
            <a:spLocks noGrp="1"/>
          </p:cNvSpPr>
          <p:nvPr>
            <p:ph type="title" idx="2"/>
          </p:nvPr>
        </p:nvSpPr>
        <p:spPr>
          <a:xfrm>
            <a:off x="93825" y="230325"/>
            <a:ext cx="4759500" cy="309600"/>
          </a:xfrm>
          <a:prstGeom prst="rect">
            <a:avLst/>
          </a:prstGeom>
        </p:spPr>
        <p:txBody>
          <a:bodyPr wrap="square" lIns="91425" tIns="91425" rIns="91425" bIns="91425" anchor="t" anchorCtr="0"/>
          <a:lstStyle>
            <a:lvl1pPr lvl="0">
              <a:spcBef>
                <a:spcPts val="0"/>
              </a:spcBef>
              <a:spcAft>
                <a:spcPts val="0"/>
              </a:spcAft>
              <a:buNone/>
              <a:defRPr sz="1200">
                <a:solidFill>
                  <a:srgbClr val="125284"/>
                </a:solidFill>
                <a:latin typeface="Poppins"/>
                <a:ea typeface="Poppins"/>
              </a:defRPr>
            </a:lvl1pPr>
            <a:lvl2pPr lvl="1">
              <a:spcBef>
                <a:spcPts val="0"/>
              </a:spcBef>
              <a:spcAft>
                <a:spcPts val="0"/>
              </a:spcAft>
              <a:buNone/>
              <a:defRPr sz="1200">
                <a:solidFill>
                  <a:srgbClr val="125284"/>
                </a:solidFill>
                <a:latin typeface="Poppins"/>
                <a:ea typeface="Poppins"/>
              </a:defRPr>
            </a:lvl2pPr>
            <a:lvl3pPr lvl="2">
              <a:spcBef>
                <a:spcPts val="0"/>
              </a:spcBef>
              <a:spcAft>
                <a:spcPts val="0"/>
              </a:spcAft>
              <a:buNone/>
              <a:defRPr sz="1200">
                <a:solidFill>
                  <a:srgbClr val="125284"/>
                </a:solidFill>
                <a:latin typeface="Poppins"/>
                <a:ea typeface="Poppins"/>
              </a:defRPr>
            </a:lvl3pPr>
            <a:lvl4pPr lvl="3">
              <a:spcBef>
                <a:spcPts val="0"/>
              </a:spcBef>
              <a:spcAft>
                <a:spcPts val="0"/>
              </a:spcAft>
              <a:buNone/>
              <a:defRPr sz="1200">
                <a:solidFill>
                  <a:srgbClr val="125284"/>
                </a:solidFill>
                <a:latin typeface="Poppins"/>
                <a:ea typeface="Poppins"/>
              </a:defRPr>
            </a:lvl4pPr>
            <a:lvl5pPr lvl="4">
              <a:spcBef>
                <a:spcPts val="0"/>
              </a:spcBef>
              <a:spcAft>
                <a:spcPts val="0"/>
              </a:spcAft>
              <a:buNone/>
              <a:defRPr sz="1200">
                <a:solidFill>
                  <a:srgbClr val="125284"/>
                </a:solidFill>
                <a:latin typeface="Poppins"/>
                <a:ea typeface="Poppins"/>
              </a:defRPr>
            </a:lvl5pPr>
            <a:lvl6pPr lvl="5">
              <a:spcBef>
                <a:spcPts val="0"/>
              </a:spcBef>
              <a:spcAft>
                <a:spcPts val="0"/>
              </a:spcAft>
              <a:buNone/>
              <a:defRPr sz="1200">
                <a:solidFill>
                  <a:srgbClr val="125284"/>
                </a:solidFill>
                <a:latin typeface="Poppins"/>
                <a:ea typeface="Poppins"/>
              </a:defRPr>
            </a:lvl6pPr>
            <a:lvl7pPr lvl="6">
              <a:spcBef>
                <a:spcPts val="0"/>
              </a:spcBef>
              <a:spcAft>
                <a:spcPts val="0"/>
              </a:spcAft>
              <a:buNone/>
              <a:defRPr sz="1200">
                <a:solidFill>
                  <a:srgbClr val="125284"/>
                </a:solidFill>
                <a:latin typeface="Poppins"/>
                <a:ea typeface="Poppins"/>
              </a:defRPr>
            </a:lvl7pPr>
            <a:lvl8pPr lvl="7">
              <a:spcBef>
                <a:spcPts val="0"/>
              </a:spcBef>
              <a:spcAft>
                <a:spcPts val="0"/>
              </a:spcAft>
              <a:buNone/>
              <a:defRPr sz="1200">
                <a:solidFill>
                  <a:srgbClr val="125284"/>
                </a:solidFill>
                <a:latin typeface="Poppins"/>
                <a:ea typeface="Poppins"/>
              </a:defRPr>
            </a:lvl8pPr>
            <a:lvl9pPr lvl="8">
              <a:spcBef>
                <a:spcPts val="0"/>
              </a:spcBef>
              <a:spcAft>
                <a:spcPts val="0"/>
              </a:spcAft>
              <a:buNone/>
              <a:defRPr sz="1200">
                <a:solidFill>
                  <a:srgbClr val="125284"/>
                </a:solidFill>
                <a:latin typeface="Poppins"/>
                <a:ea typeface="Poppins"/>
              </a:defRPr>
            </a:lvl9pPr>
          </a:lstStyle>
          <a:p>
            <a:endParaRPr/>
          </a:p>
        </p:txBody>
      </p:sp>
    </p:spTree>
    <p:extLst>
      <p:ext uri="{BB962C8B-B14F-4D97-AF65-F5344CB8AC3E}">
        <p14:creationId xmlns:p14="http://schemas.microsoft.com/office/powerpoint/2010/main" val="3543218812"/>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guide id="2" pos="4320">
          <p15:clr>
            <a:srgbClr val="FA7B17"/>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Large images / graphs / tables with side caption">
    <p:spTree>
      <p:nvGrpSpPr>
        <p:cNvPr id="1" name="Shape 111"/>
        <p:cNvGrpSpPr/>
        <p:nvPr/>
      </p:nvGrpSpPr>
      <p:grpSpPr>
        <a:xfrm>
          <a:off x="0" y="0"/>
          <a:ext cx="0" cy="0"/>
          <a:chOff x="0" y="0"/>
          <a:chExt cx="0" cy="0"/>
        </a:xfrm>
      </p:grpSpPr>
      <p:sp>
        <p:nvSpPr>
          <p:cNvPr id="112" name="Google Shape;112;p16"/>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113" name="Google Shape;113;p16"/>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114" name="Google Shape;114;p16"/>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15" name="Google Shape;115;p16"/>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116" name="Google Shape;116;p16"/>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117" name="Google Shape;117;p16"/>
          <p:cNvSpPr txBox="1">
            <a:spLocks noGrp="1"/>
          </p:cNvSpPr>
          <p:nvPr>
            <p:ph type="subTitle" idx="1"/>
          </p:nvPr>
        </p:nvSpPr>
        <p:spPr>
          <a:xfrm>
            <a:off x="170025" y="827925"/>
            <a:ext cx="1562100" cy="1904100"/>
          </a:xfrm>
          <a:prstGeom prst="rect">
            <a:avLst/>
          </a:prstGeom>
        </p:spPr>
        <p:txBody>
          <a:bodyPr wrap="square" lIns="91425" tIns="91425" rIns="91425" bIns="91425" anchor="t" anchorCtr="0"/>
          <a:lstStyle>
            <a:lvl1pPr lvl="0">
              <a:spcBef>
                <a:spcPts val="0"/>
              </a:spcBef>
              <a:spcAft>
                <a:spcPts val="0"/>
              </a:spcAft>
              <a:buNone/>
              <a:defRPr sz="1200">
                <a:solidFill>
                  <a:srgbClr val="125284"/>
                </a:solidFill>
                <a:latin typeface="Nunito Sans"/>
                <a:ea typeface="Nunito Sa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Tree>
    <p:extLst>
      <p:ext uri="{BB962C8B-B14F-4D97-AF65-F5344CB8AC3E}">
        <p14:creationId xmlns:p14="http://schemas.microsoft.com/office/powerpoint/2010/main" val="84503836"/>
      </p:ext>
    </p:extLst>
  </p:cSld>
  <p:clrMapOvr>
    <a:masterClrMapping/>
  </p:clrMapOvr>
  <p:extLst>
    <p:ext uri="{DCECCB84-F9BA-43D5-87BE-67443E8EF086}">
      <p15:sldGuideLst xmlns:p15="http://schemas.microsoft.com/office/powerpoint/2012/main">
        <p15:guide id="0" pos="144">
          <p15:clr>
            <a:srgbClr val="FA7B17"/>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Blank">
    <p:spTree>
      <p:nvGrpSpPr>
        <p:cNvPr id="1" name="Shape 126"/>
        <p:cNvGrpSpPr/>
        <p:nvPr/>
      </p:nvGrpSpPr>
      <p:grpSpPr>
        <a:xfrm>
          <a:off x="0" y="0"/>
          <a:ext cx="0" cy="0"/>
          <a:chOff x="0" y="0"/>
          <a:chExt cx="0" cy="0"/>
        </a:xfrm>
      </p:grpSpPr>
      <p:sp>
        <p:nvSpPr>
          <p:cNvPr id="127" name="Google Shape;127;p18"/>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128" name="Google Shape;128;p18"/>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129" name="Google Shape;129;p18"/>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Tree>
    <p:extLst>
      <p:ext uri="{BB962C8B-B14F-4D97-AF65-F5344CB8AC3E}">
        <p14:creationId xmlns:p14="http://schemas.microsoft.com/office/powerpoint/2010/main" val="56220094"/>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TITLE_2">
    <p:spTree>
      <p:nvGrpSpPr>
        <p:cNvPr id="1" name="Shape 130"/>
        <p:cNvGrpSpPr/>
        <p:nvPr/>
      </p:nvGrpSpPr>
      <p:grpSpPr>
        <a:xfrm>
          <a:off x="0" y="0"/>
          <a:ext cx="0" cy="0"/>
          <a:chOff x="0" y="0"/>
          <a:chExt cx="0" cy="0"/>
        </a:xfrm>
      </p:grpSpPr>
      <p:sp>
        <p:nvSpPr>
          <p:cNvPr id="131" name="Google Shape;131;p19"/>
          <p:cNvSpPr txBox="1">
            <a:spLocks noGrp="1"/>
          </p:cNvSpPr>
          <p:nvPr>
            <p:ph type="ctrTitle"/>
          </p:nvPr>
        </p:nvSpPr>
        <p:spPr>
          <a:xfrm>
            <a:off x="311708" y="744575"/>
            <a:ext cx="8520600" cy="2052600"/>
          </a:xfrm>
          <a:prstGeom prst="rect">
            <a:avLst/>
          </a:prstGeom>
        </p:spPr>
        <p:txBody>
          <a:bodyPr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2" name="Google Shape;132;p19"/>
          <p:cNvSpPr txBox="1">
            <a:spLocks noGrp="1"/>
          </p:cNvSpPr>
          <p:nvPr>
            <p:ph type="subTitle" idx="1"/>
          </p:nvPr>
        </p:nvSpPr>
        <p:spPr>
          <a:xfrm>
            <a:off x="311700" y="2834125"/>
            <a:ext cx="8520600" cy="792600"/>
          </a:xfrm>
          <a:prstGeom prst="rect">
            <a:avLst/>
          </a:prstGeom>
        </p:spPr>
        <p:txBody>
          <a:bodyPr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1000"/>
              </a:spcBef>
              <a:spcAft>
                <a:spcPts val="0"/>
              </a:spcAft>
              <a:buSzPts val="2800"/>
              <a:buNone/>
              <a:defRPr sz="2800"/>
            </a:lvl2pPr>
            <a:lvl3pPr lvl="2" algn="ctr">
              <a:lnSpc>
                <a:spcPct val="100000"/>
              </a:lnSpc>
              <a:spcBef>
                <a:spcPts val="1000"/>
              </a:spcBef>
              <a:spcAft>
                <a:spcPts val="0"/>
              </a:spcAft>
              <a:buSzPts val="2800"/>
              <a:buNone/>
              <a:defRPr sz="2800"/>
            </a:lvl3pPr>
            <a:lvl4pPr lvl="3" algn="ctr">
              <a:lnSpc>
                <a:spcPct val="100000"/>
              </a:lnSpc>
              <a:spcBef>
                <a:spcPts val="1000"/>
              </a:spcBef>
              <a:spcAft>
                <a:spcPts val="0"/>
              </a:spcAft>
              <a:buSzPts val="2800"/>
              <a:buNone/>
              <a:defRPr sz="2800"/>
            </a:lvl4pPr>
            <a:lvl5pPr lvl="4" algn="ctr">
              <a:lnSpc>
                <a:spcPct val="100000"/>
              </a:lnSpc>
              <a:spcBef>
                <a:spcPts val="1000"/>
              </a:spcBef>
              <a:spcAft>
                <a:spcPts val="0"/>
              </a:spcAft>
              <a:buSzPts val="2800"/>
              <a:buNone/>
              <a:defRPr sz="2800"/>
            </a:lvl5pPr>
            <a:lvl6pPr lvl="5" algn="ctr">
              <a:lnSpc>
                <a:spcPct val="100000"/>
              </a:lnSpc>
              <a:spcBef>
                <a:spcPts val="1000"/>
              </a:spcBef>
              <a:spcAft>
                <a:spcPts val="0"/>
              </a:spcAft>
              <a:buSzPts val="2800"/>
              <a:buNone/>
              <a:defRPr sz="2800"/>
            </a:lvl6pPr>
            <a:lvl7pPr lvl="6" algn="ctr">
              <a:lnSpc>
                <a:spcPct val="100000"/>
              </a:lnSpc>
              <a:spcBef>
                <a:spcPts val="1000"/>
              </a:spcBef>
              <a:spcAft>
                <a:spcPts val="0"/>
              </a:spcAft>
              <a:buSzPts val="2800"/>
              <a:buNone/>
              <a:defRPr sz="2800"/>
            </a:lvl7pPr>
            <a:lvl8pPr lvl="7" algn="ctr">
              <a:lnSpc>
                <a:spcPct val="100000"/>
              </a:lnSpc>
              <a:spcBef>
                <a:spcPts val="1000"/>
              </a:spcBef>
              <a:spcAft>
                <a:spcPts val="0"/>
              </a:spcAft>
              <a:buSzPts val="2800"/>
              <a:buNone/>
              <a:defRPr sz="2800"/>
            </a:lvl8pPr>
            <a:lvl9pPr lvl="8" algn="ctr">
              <a:lnSpc>
                <a:spcPct val="100000"/>
              </a:lnSpc>
              <a:spcBef>
                <a:spcPts val="1000"/>
              </a:spcBef>
              <a:spcAft>
                <a:spcPts val="0"/>
              </a:spcAft>
              <a:buSzPts val="2800"/>
              <a:buNone/>
              <a:defRPr sz="2800"/>
            </a:lvl9pPr>
          </a:lstStyle>
          <a:p>
            <a:endParaRPr/>
          </a:p>
        </p:txBody>
      </p:sp>
      <p:sp>
        <p:nvSpPr>
          <p:cNvPr id="133" name="Google Shape;133;p19"/>
          <p:cNvSpPr txBox="1">
            <a:spLocks noGrp="1"/>
          </p:cNvSpPr>
          <p:nvPr>
            <p:ph type="sldNum" idx="12"/>
          </p:nvPr>
        </p:nvSpPr>
        <p:spPr>
          <a:xfrm>
            <a:off x="8472458" y="4663217"/>
            <a:ext cx="548700" cy="393600"/>
          </a:xfrm>
          <a:prstGeom prst="rect">
            <a:avLst/>
          </a:prstGeom>
        </p:spPr>
        <p:txBody>
          <a:bodyPr wrap="square" lIns="91425" tIns="91425" rIns="91425" bIns="91425" anchor="ctr" anchorCtr="0"/>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pPr>
            <a:fld id="{3AC802D9-B475-4543-AE27-F098A1C7E4CC}" type="slidenum">
              <a:rPr lang="en" altLang="en"/>
              <a:t>‹#›</a:t>
            </a:fld>
            <a:endParaRPr/>
          </a:p>
        </p:txBody>
      </p:sp>
    </p:spTree>
    <p:extLst>
      <p:ext uri="{BB962C8B-B14F-4D97-AF65-F5344CB8AC3E}">
        <p14:creationId xmlns:p14="http://schemas.microsoft.com/office/powerpoint/2010/main" val="3599485802"/>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TITLE_8">
    <p:spTree>
      <p:nvGrpSpPr>
        <p:cNvPr id="1" name="Shape 134"/>
        <p:cNvGrpSpPr/>
        <p:nvPr/>
      </p:nvGrpSpPr>
      <p:grpSpPr>
        <a:xfrm>
          <a:off x="0" y="0"/>
          <a:ext cx="0" cy="0"/>
          <a:chOff x="0" y="0"/>
          <a:chExt cx="0" cy="0"/>
        </a:xfrm>
      </p:grpSpPr>
      <p:sp>
        <p:nvSpPr>
          <p:cNvPr id="135" name="Google Shape;135;p20"/>
          <p:cNvSpPr txBox="1">
            <a:spLocks noGrp="1"/>
          </p:cNvSpPr>
          <p:nvPr>
            <p:ph type="ctrTitle"/>
          </p:nvPr>
        </p:nvSpPr>
        <p:spPr>
          <a:xfrm>
            <a:off x="311708" y="744575"/>
            <a:ext cx="8520600" cy="2052600"/>
          </a:xfrm>
          <a:prstGeom prst="rect">
            <a:avLst/>
          </a:prstGeom>
          <a:noFill/>
          <a:ln>
            <a:noFill/>
          </a:ln>
        </p:spPr>
        <p:txBody>
          <a:bodyPr wrap="square" lIns="91425" tIns="91425" rIns="91425" bIns="91425" anchor="b" anchorCtr="0"/>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36" name="Google Shape;136;p20"/>
          <p:cNvSpPr txBox="1">
            <a:spLocks noGrp="1"/>
          </p:cNvSpPr>
          <p:nvPr>
            <p:ph type="subTitle" idx="1"/>
          </p:nvPr>
        </p:nvSpPr>
        <p:spPr>
          <a:xfrm>
            <a:off x="311700" y="2834125"/>
            <a:ext cx="8520600" cy="792600"/>
          </a:xfrm>
          <a:prstGeom prst="rect">
            <a:avLst/>
          </a:prstGeom>
          <a:noFill/>
          <a:ln>
            <a:noFill/>
          </a:ln>
        </p:spPr>
        <p:txBody>
          <a:bodyPr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1000"/>
              </a:spcBef>
              <a:spcAft>
                <a:spcPts val="0"/>
              </a:spcAft>
              <a:buSzPts val="2800"/>
              <a:buNone/>
              <a:defRPr sz="2800"/>
            </a:lvl2pPr>
            <a:lvl3pPr lvl="2" algn="ctr">
              <a:lnSpc>
                <a:spcPct val="100000"/>
              </a:lnSpc>
              <a:spcBef>
                <a:spcPts val="1000"/>
              </a:spcBef>
              <a:spcAft>
                <a:spcPts val="0"/>
              </a:spcAft>
              <a:buSzPts val="2800"/>
              <a:buNone/>
              <a:defRPr sz="2800"/>
            </a:lvl3pPr>
            <a:lvl4pPr lvl="3" algn="ctr">
              <a:lnSpc>
                <a:spcPct val="100000"/>
              </a:lnSpc>
              <a:spcBef>
                <a:spcPts val="1000"/>
              </a:spcBef>
              <a:spcAft>
                <a:spcPts val="0"/>
              </a:spcAft>
              <a:buSzPts val="2800"/>
              <a:buNone/>
              <a:defRPr sz="2800"/>
            </a:lvl4pPr>
            <a:lvl5pPr lvl="4" algn="ctr">
              <a:lnSpc>
                <a:spcPct val="100000"/>
              </a:lnSpc>
              <a:spcBef>
                <a:spcPts val="1000"/>
              </a:spcBef>
              <a:spcAft>
                <a:spcPts val="0"/>
              </a:spcAft>
              <a:buSzPts val="2800"/>
              <a:buNone/>
              <a:defRPr sz="2800"/>
            </a:lvl5pPr>
            <a:lvl6pPr lvl="5" algn="ctr">
              <a:lnSpc>
                <a:spcPct val="100000"/>
              </a:lnSpc>
              <a:spcBef>
                <a:spcPts val="1000"/>
              </a:spcBef>
              <a:spcAft>
                <a:spcPts val="0"/>
              </a:spcAft>
              <a:buSzPts val="2800"/>
              <a:buNone/>
              <a:defRPr sz="2800"/>
            </a:lvl6pPr>
            <a:lvl7pPr lvl="6" algn="ctr">
              <a:lnSpc>
                <a:spcPct val="100000"/>
              </a:lnSpc>
              <a:spcBef>
                <a:spcPts val="1000"/>
              </a:spcBef>
              <a:spcAft>
                <a:spcPts val="0"/>
              </a:spcAft>
              <a:buSzPts val="2800"/>
              <a:buNone/>
              <a:defRPr sz="2800"/>
            </a:lvl7pPr>
            <a:lvl8pPr lvl="7" algn="ctr">
              <a:lnSpc>
                <a:spcPct val="100000"/>
              </a:lnSpc>
              <a:spcBef>
                <a:spcPts val="1000"/>
              </a:spcBef>
              <a:spcAft>
                <a:spcPts val="0"/>
              </a:spcAft>
              <a:buSzPts val="2800"/>
              <a:buNone/>
              <a:defRPr sz="2800"/>
            </a:lvl8pPr>
            <a:lvl9pPr lvl="8" algn="ctr">
              <a:lnSpc>
                <a:spcPct val="100000"/>
              </a:lnSpc>
              <a:spcBef>
                <a:spcPts val="1000"/>
              </a:spcBef>
              <a:spcAft>
                <a:spcPts val="0"/>
              </a:spcAft>
              <a:buSzPts val="2800"/>
              <a:buNone/>
              <a:defRPr sz="2800"/>
            </a:lvl9pPr>
          </a:lstStyle>
          <a:p>
            <a:endParaRPr/>
          </a:p>
        </p:txBody>
      </p:sp>
      <p:sp>
        <p:nvSpPr>
          <p:cNvPr id="137" name="Google Shape;137;p20"/>
          <p:cNvSpPr txBox="1">
            <a:spLocks noGrp="1"/>
          </p:cNvSpPr>
          <p:nvPr>
            <p:ph type="sldNum" idx="12"/>
          </p:nvPr>
        </p:nvSpPr>
        <p:spPr>
          <a:xfrm>
            <a:off x="8472458" y="4663217"/>
            <a:ext cx="548700" cy="393600"/>
          </a:xfrm>
          <a:prstGeom prst="rect">
            <a:avLst/>
          </a:prstGeom>
          <a:noFill/>
          <a:ln>
            <a:noFill/>
          </a:ln>
        </p:spPr>
        <p:txBody>
          <a:bodyPr wrap="square" lIns="91425" tIns="91425" rIns="91425" bIns="91425" anchor="ctr" anchorCtr="0"/>
          <a:lstStyle>
            <a:lvl1pPr marL="0" lvl="0"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1pPr>
            <a:lvl2pPr marL="0" lvl="1"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2pPr>
            <a:lvl3pPr marL="0" lvl="2"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3pPr>
            <a:lvl4pPr marL="0" lvl="3"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4pPr>
            <a:lvl5pPr marL="0" lvl="4"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5pPr>
            <a:lvl6pPr marL="0" lvl="5"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6pPr>
            <a:lvl7pPr marL="0" lvl="6"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7pPr>
            <a:lvl8pPr marL="0" lvl="7"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8pPr>
            <a:lvl9pPr marL="0" lvl="8"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9pPr>
          </a:lstStyle>
          <a:p>
            <a:pPr marL="0" lvl="0" indent="0" algn="r">
              <a:spcBef>
                <a:spcPts val="0"/>
              </a:spcBef>
              <a:spcAft>
                <a:spcPts val="0"/>
              </a:spcAft>
              <a:buNone/>
            </a:pPr>
            <a:fld id="{5AD0E421-0662-412A-834F-582F9FABCF53}" type="slidenum">
              <a:rPr lang="en" altLang="en"/>
              <a:t>‹#›</a:t>
            </a:fld>
            <a:endParaRPr/>
          </a:p>
        </p:txBody>
      </p:sp>
    </p:spTree>
    <p:extLst>
      <p:ext uri="{BB962C8B-B14F-4D97-AF65-F5344CB8AC3E}">
        <p14:creationId xmlns:p14="http://schemas.microsoft.com/office/powerpoint/2010/main" val="2651114489"/>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Blank 1">
    <p:spTree>
      <p:nvGrpSpPr>
        <p:cNvPr id="1" name="Shape 138"/>
        <p:cNvGrpSpPr/>
        <p:nvPr/>
      </p:nvGrpSpPr>
      <p:grpSpPr>
        <a:xfrm>
          <a:off x="0" y="0"/>
          <a:ext cx="0" cy="0"/>
          <a:chOff x="0" y="0"/>
          <a:chExt cx="0" cy="0"/>
        </a:xfrm>
      </p:grpSpPr>
      <p:sp>
        <p:nvSpPr>
          <p:cNvPr id="139" name="Google Shape;139;p21"/>
          <p:cNvSpPr txBox="1">
            <a:spLocks noGrp="1"/>
          </p:cNvSpPr>
          <p:nvPr>
            <p:ph type="sldNum" idx="12"/>
          </p:nvPr>
        </p:nvSpPr>
        <p:spPr>
          <a:xfrm>
            <a:off x="4500562" y="4905375"/>
            <a:ext cx="138300" cy="146100"/>
          </a:xfrm>
          <a:prstGeom prst="rect">
            <a:avLst/>
          </a:prstGeom>
          <a:noFill/>
          <a:ln>
            <a:noFill/>
          </a:ln>
        </p:spPr>
        <p:txBody>
          <a:bodyPr wrap="square" lIns="19050" tIns="19050" rIns="19050" bIns="19050" anchor="b" anchorCtr="0">
            <a:spAutoFit/>
          </a:bodyPr>
          <a:lstStyle>
            <a:lvl1pPr marL="0" lvl="0" indent="0" algn="ctr">
              <a:lnSpc>
                <a:spcPct val="100000"/>
              </a:lnSpc>
              <a:spcBef>
                <a:spcPts val="0"/>
              </a:spcBef>
              <a:spcAft>
                <a:spcPts val="0"/>
              </a:spcAft>
              <a:buClr>
                <a:srgbClr val="000000"/>
              </a:buClr>
              <a:buSzPts val="700"/>
              <a:buFont typeface="Helvetica Neue"/>
              <a:buNone/>
              <a:defRPr sz="700" b="0" i="0" u="none" strike="noStrike">
                <a:solidFill>
                  <a:srgbClr val="000000"/>
                </a:solidFill>
                <a:latin typeface="Helvetica Neue"/>
                <a:ea typeface="Helvetica Neue"/>
              </a:defRPr>
            </a:lvl1pPr>
            <a:lvl2pPr marL="0" lvl="1" indent="0" algn="ctr">
              <a:lnSpc>
                <a:spcPct val="100000"/>
              </a:lnSpc>
              <a:spcBef>
                <a:spcPts val="0"/>
              </a:spcBef>
              <a:spcAft>
                <a:spcPts val="0"/>
              </a:spcAft>
              <a:buClr>
                <a:srgbClr val="000000"/>
              </a:buClr>
              <a:buSzPts val="700"/>
              <a:buFont typeface="Helvetica Neue"/>
              <a:buNone/>
              <a:defRPr sz="700" b="0" i="0" u="none" strike="noStrike">
                <a:solidFill>
                  <a:srgbClr val="000000"/>
                </a:solidFill>
                <a:latin typeface="Helvetica Neue"/>
                <a:ea typeface="Helvetica Neue"/>
              </a:defRPr>
            </a:lvl2pPr>
            <a:lvl3pPr marL="0" lvl="2" indent="0" algn="ctr">
              <a:lnSpc>
                <a:spcPct val="100000"/>
              </a:lnSpc>
              <a:spcBef>
                <a:spcPts val="0"/>
              </a:spcBef>
              <a:spcAft>
                <a:spcPts val="0"/>
              </a:spcAft>
              <a:buClr>
                <a:srgbClr val="000000"/>
              </a:buClr>
              <a:buSzPts val="700"/>
              <a:buFont typeface="Helvetica Neue"/>
              <a:buNone/>
              <a:defRPr sz="700" b="0" i="0" u="none" strike="noStrike">
                <a:solidFill>
                  <a:srgbClr val="000000"/>
                </a:solidFill>
                <a:latin typeface="Helvetica Neue"/>
                <a:ea typeface="Helvetica Neue"/>
              </a:defRPr>
            </a:lvl3pPr>
            <a:lvl4pPr marL="0" lvl="3" indent="0" algn="ctr">
              <a:lnSpc>
                <a:spcPct val="100000"/>
              </a:lnSpc>
              <a:spcBef>
                <a:spcPts val="0"/>
              </a:spcBef>
              <a:spcAft>
                <a:spcPts val="0"/>
              </a:spcAft>
              <a:buClr>
                <a:srgbClr val="000000"/>
              </a:buClr>
              <a:buSzPts val="700"/>
              <a:buFont typeface="Helvetica Neue"/>
              <a:buNone/>
              <a:defRPr sz="700" b="0" i="0" u="none" strike="noStrike">
                <a:solidFill>
                  <a:srgbClr val="000000"/>
                </a:solidFill>
                <a:latin typeface="Helvetica Neue"/>
                <a:ea typeface="Helvetica Neue"/>
              </a:defRPr>
            </a:lvl4pPr>
            <a:lvl5pPr marL="0" lvl="4" indent="0" algn="ctr">
              <a:lnSpc>
                <a:spcPct val="100000"/>
              </a:lnSpc>
              <a:spcBef>
                <a:spcPts val="0"/>
              </a:spcBef>
              <a:spcAft>
                <a:spcPts val="0"/>
              </a:spcAft>
              <a:buClr>
                <a:srgbClr val="000000"/>
              </a:buClr>
              <a:buSzPts val="700"/>
              <a:buFont typeface="Helvetica Neue"/>
              <a:buNone/>
              <a:defRPr sz="700" b="0" i="0" u="none" strike="noStrike">
                <a:solidFill>
                  <a:srgbClr val="000000"/>
                </a:solidFill>
                <a:latin typeface="Helvetica Neue"/>
                <a:ea typeface="Helvetica Neue"/>
              </a:defRPr>
            </a:lvl5pPr>
            <a:lvl6pPr marL="0" lvl="5" indent="0" algn="ctr">
              <a:lnSpc>
                <a:spcPct val="100000"/>
              </a:lnSpc>
              <a:spcBef>
                <a:spcPts val="0"/>
              </a:spcBef>
              <a:spcAft>
                <a:spcPts val="0"/>
              </a:spcAft>
              <a:buClr>
                <a:srgbClr val="000000"/>
              </a:buClr>
              <a:buSzPts val="700"/>
              <a:buFont typeface="Helvetica Neue"/>
              <a:buNone/>
              <a:defRPr sz="700" b="0" i="0" u="none" strike="noStrike">
                <a:solidFill>
                  <a:srgbClr val="000000"/>
                </a:solidFill>
                <a:latin typeface="Helvetica Neue"/>
                <a:ea typeface="Helvetica Neue"/>
              </a:defRPr>
            </a:lvl6pPr>
            <a:lvl7pPr marL="0" lvl="6" indent="0" algn="ctr">
              <a:lnSpc>
                <a:spcPct val="100000"/>
              </a:lnSpc>
              <a:spcBef>
                <a:spcPts val="0"/>
              </a:spcBef>
              <a:spcAft>
                <a:spcPts val="0"/>
              </a:spcAft>
              <a:buClr>
                <a:srgbClr val="000000"/>
              </a:buClr>
              <a:buSzPts val="700"/>
              <a:buFont typeface="Helvetica Neue"/>
              <a:buNone/>
              <a:defRPr sz="700" b="0" i="0" u="none" strike="noStrike">
                <a:solidFill>
                  <a:srgbClr val="000000"/>
                </a:solidFill>
                <a:latin typeface="Helvetica Neue"/>
                <a:ea typeface="Helvetica Neue"/>
              </a:defRPr>
            </a:lvl7pPr>
            <a:lvl8pPr marL="0" lvl="7" indent="0" algn="ctr">
              <a:lnSpc>
                <a:spcPct val="100000"/>
              </a:lnSpc>
              <a:spcBef>
                <a:spcPts val="0"/>
              </a:spcBef>
              <a:spcAft>
                <a:spcPts val="0"/>
              </a:spcAft>
              <a:buClr>
                <a:srgbClr val="000000"/>
              </a:buClr>
              <a:buSzPts val="700"/>
              <a:buFont typeface="Helvetica Neue"/>
              <a:buNone/>
              <a:defRPr sz="700" b="0" i="0" u="none" strike="noStrike">
                <a:solidFill>
                  <a:srgbClr val="000000"/>
                </a:solidFill>
                <a:latin typeface="Helvetica Neue"/>
                <a:ea typeface="Helvetica Neue"/>
              </a:defRPr>
            </a:lvl8pPr>
            <a:lvl9pPr marL="0" lvl="8" indent="0" algn="ctr">
              <a:lnSpc>
                <a:spcPct val="100000"/>
              </a:lnSpc>
              <a:spcBef>
                <a:spcPts val="0"/>
              </a:spcBef>
              <a:spcAft>
                <a:spcPts val="0"/>
              </a:spcAft>
              <a:buClr>
                <a:srgbClr val="000000"/>
              </a:buClr>
              <a:buSzPts val="700"/>
              <a:buFont typeface="Helvetica Neue"/>
              <a:buNone/>
              <a:defRPr sz="700" b="0" i="0" u="none" strike="noStrike">
                <a:solidFill>
                  <a:srgbClr val="000000"/>
                </a:solidFill>
                <a:latin typeface="Helvetica Neue"/>
                <a:ea typeface="Helvetica Neue"/>
              </a:defRPr>
            </a:lvl9pPr>
          </a:lstStyle>
          <a:p>
            <a:pPr marL="0" lvl="0" indent="0" algn="ctr">
              <a:spcBef>
                <a:spcPts val="0"/>
              </a:spcBef>
              <a:spcAft>
                <a:spcPts val="0"/>
              </a:spcAft>
              <a:buNone/>
            </a:pPr>
            <a:fld id="{6616D7B6-743F-41FD-8287-340F4955555D}" type="slidenum">
              <a:rPr lang="en" altLang="en"/>
              <a:t>‹#›</a:t>
            </a:fld>
            <a:endParaRPr/>
          </a:p>
        </p:txBody>
      </p:sp>
    </p:spTree>
    <p:extLst>
      <p:ext uri="{BB962C8B-B14F-4D97-AF65-F5344CB8AC3E}">
        <p14:creationId xmlns:p14="http://schemas.microsoft.com/office/powerpoint/2010/main" val="1508731649"/>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Title and body 14">
    <p:spTree>
      <p:nvGrpSpPr>
        <p:cNvPr id="1" name="Shape 140"/>
        <p:cNvGrpSpPr/>
        <p:nvPr/>
      </p:nvGrpSpPr>
      <p:grpSpPr>
        <a:xfrm>
          <a:off x="0" y="0"/>
          <a:ext cx="0" cy="0"/>
          <a:chOff x="0" y="0"/>
          <a:chExt cx="0" cy="0"/>
        </a:xfrm>
      </p:grpSpPr>
      <p:sp>
        <p:nvSpPr>
          <p:cNvPr id="141" name="Google Shape;141;p22"/>
          <p:cNvSpPr txBox="1"/>
          <p:nvPr/>
        </p:nvSpPr>
        <p:spPr>
          <a:xfrm>
            <a:off x="170025" y="230325"/>
            <a:ext cx="3031800" cy="432900"/>
          </a:xfrm>
          <a:prstGeom prst="rect">
            <a:avLst/>
          </a:prstGeom>
          <a:noFill/>
          <a:ln>
            <a:noFill/>
          </a:ln>
        </p:spPr>
        <p:txBody>
          <a:bodyPr wrap="square" lIns="0" tIns="0" rIns="0" bIns="0" anchor="t" anchorCtr="0"/>
          <a:lstStyle/>
          <a:p>
            <a:pPr marL="0" lvl="0" indent="0" algn="l">
              <a:lnSpc>
                <a:spcPct val="100000"/>
              </a:lnSpc>
              <a:spcBef>
                <a:spcPts val="0"/>
              </a:spcBef>
              <a:spcAft>
                <a:spcPts val="0"/>
              </a:spcAft>
              <a:buClr>
                <a:srgbClr val="4285F4"/>
              </a:buClr>
              <a:buSzPts val="1100"/>
              <a:buFont typeface="Arial"/>
              <a:buNone/>
            </a:pPr>
            <a:endParaRPr sz="1800" b="0" i="0" u="none" strike="noStrike">
              <a:solidFill>
                <a:srgbClr val="125284"/>
              </a:solidFill>
              <a:latin typeface="Poppins"/>
              <a:ea typeface="Poppins"/>
            </a:endParaRPr>
          </a:p>
          <a:p>
            <a:pPr marL="0" lvl="0" indent="0" algn="l">
              <a:lnSpc>
                <a:spcPct val="100000"/>
              </a:lnSpc>
              <a:spcBef>
                <a:spcPts val="0"/>
              </a:spcBef>
              <a:spcAft>
                <a:spcPts val="0"/>
              </a:spcAft>
              <a:buClr>
                <a:srgbClr val="4285F4"/>
              </a:buClr>
              <a:buSzPts val="1100"/>
              <a:buFont typeface="Arial"/>
              <a:buNone/>
            </a:pPr>
            <a:r>
              <a:rPr lang="en" altLang="en" sz="1800" b="0" i="0" u="none" strike="noStrike">
                <a:solidFill>
                  <a:srgbClr val="FB394D"/>
                </a:solidFill>
                <a:latin typeface="Rubik"/>
                <a:ea typeface="Rubik"/>
              </a:rPr>
              <a:t>–</a:t>
            </a:r>
            <a:endParaRPr sz="1800" b="0" i="0" u="none" strike="noStrike">
              <a:solidFill>
                <a:srgbClr val="FB394D"/>
              </a:solidFill>
              <a:latin typeface="Rubik"/>
              <a:ea typeface="Rubik"/>
            </a:endParaRPr>
          </a:p>
          <a:p>
            <a:pPr marL="0" lvl="0" indent="0" algn="l">
              <a:lnSpc>
                <a:spcPct val="100000"/>
              </a:lnSpc>
              <a:spcBef>
                <a:spcPts val="0"/>
              </a:spcBef>
              <a:spcAft>
                <a:spcPts val="0"/>
              </a:spcAft>
              <a:buClr>
                <a:srgbClr val="000000"/>
              </a:buClr>
              <a:buSzPts val="1800"/>
              <a:buFont typeface="Arial"/>
              <a:buNone/>
            </a:pPr>
            <a:endParaRPr sz="1800" b="0" i="0" u="none" strike="noStrike">
              <a:solidFill>
                <a:srgbClr val="125284"/>
              </a:solidFill>
              <a:latin typeface="Rubik"/>
              <a:ea typeface="Rubik"/>
            </a:endParaRPr>
          </a:p>
        </p:txBody>
      </p:sp>
      <p:sp>
        <p:nvSpPr>
          <p:cNvPr id="142" name="Google Shape;142;p22"/>
          <p:cNvSpPr txBox="1"/>
          <p:nvPr/>
        </p:nvSpPr>
        <p:spPr>
          <a:xfrm>
            <a:off x="170025" y="4881400"/>
            <a:ext cx="666900" cy="109500"/>
          </a:xfrm>
          <a:prstGeom prst="rect">
            <a:avLst/>
          </a:prstGeom>
          <a:noFill/>
          <a:ln>
            <a:noFill/>
          </a:ln>
        </p:spPr>
        <p:txBody>
          <a:bodyPr wrap="square" lIns="0" tIns="0" rIns="0" bIns="0" anchor="t" anchorCtr="0"/>
          <a:lstStyle/>
          <a:p>
            <a:pPr marL="0" lvl="0" indent="0" algn="l">
              <a:lnSpc>
                <a:spcPct val="100000"/>
              </a:lnSpc>
              <a:spcBef>
                <a:spcPts val="0"/>
              </a:spcBef>
              <a:spcAft>
                <a:spcPts val="0"/>
              </a:spcAft>
              <a:buClr>
                <a:srgbClr val="000000"/>
              </a:buClr>
              <a:buSzPts val="600"/>
              <a:buFont typeface="Arial"/>
              <a:buNone/>
            </a:pPr>
            <a:r>
              <a:rPr lang="en" altLang="en" sz="600" b="0" i="0" u="none" strike="noStrike">
                <a:solidFill>
                  <a:srgbClr val="125284"/>
                </a:solidFill>
                <a:latin typeface="Rubik Medium"/>
                <a:ea typeface="Rubik Medium"/>
              </a:rPr>
              <a:t>EMPACT.SG</a:t>
            </a:r>
            <a:endParaRPr sz="600" b="0" i="0" u="none" strike="noStrike">
              <a:solidFill>
                <a:srgbClr val="125284"/>
              </a:solidFill>
              <a:latin typeface="Rubik Medium"/>
              <a:ea typeface="Rubik Medium"/>
            </a:endParaRPr>
          </a:p>
        </p:txBody>
      </p:sp>
      <p:sp>
        <p:nvSpPr>
          <p:cNvPr id="143" name="Google Shape;143;p22"/>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lnSpc>
                <a:spcPct val="100000"/>
              </a:lnSpc>
              <a:spcBef>
                <a:spcPts val="0"/>
              </a:spcBef>
              <a:spcAft>
                <a:spcPts val="0"/>
              </a:spcAft>
              <a:buClr>
                <a:srgbClr val="000000"/>
              </a:buClr>
              <a:buSzPts val="1400"/>
              <a:buFont typeface="Arial"/>
              <a:buNone/>
            </a:pPr>
            <a:endParaRPr sz="1400" b="0" i="0" u="none" strike="noStrike">
              <a:solidFill>
                <a:srgbClr val="000000"/>
              </a:solidFill>
              <a:latin typeface="Arial"/>
              <a:ea typeface="Arial"/>
            </a:endParaRPr>
          </a:p>
        </p:txBody>
      </p:sp>
      <p:pic>
        <p:nvPicPr>
          <p:cNvPr id="144" name="Google Shape;144;p22"/>
          <p:cNvPicPr preferRelativeResize="0">
            <a:picLocks/>
          </p:cNvPicPr>
          <p:nvPr/>
        </p:nvPicPr>
        <p:blipFill rotWithShape="1">
          <a:blip r:embed="rId2">
            <a:alphaModFix/>
          </a:blip>
          <a:srcRect/>
          <a:stretch/>
        </p:blipFill>
        <p:spPr>
          <a:xfrm>
            <a:off x="8071525" y="4645400"/>
            <a:ext cx="929275" cy="309750"/>
          </a:xfrm>
          <a:prstGeom prst="rect">
            <a:avLst/>
          </a:prstGeom>
          <a:noFill/>
          <a:ln>
            <a:noFill/>
          </a:ln>
        </p:spPr>
      </p:pic>
      <p:sp>
        <p:nvSpPr>
          <p:cNvPr id="145" name="Google Shape;145;p22"/>
          <p:cNvSpPr txBox="1">
            <a:spLocks noGrp="1"/>
          </p:cNvSpPr>
          <p:nvPr>
            <p:ph type="title"/>
          </p:nvPr>
        </p:nvSpPr>
        <p:spPr>
          <a:xfrm>
            <a:off x="93825" y="154125"/>
            <a:ext cx="4759500" cy="309600"/>
          </a:xfrm>
          <a:prstGeom prst="rect">
            <a:avLst/>
          </a:prstGeom>
          <a:noFill/>
          <a:ln>
            <a:noFill/>
          </a:ln>
        </p:spPr>
        <p:txBody>
          <a:bodyPr wrap="square" lIns="91425" tIns="91425" rIns="91425" bIns="91425" anchor="t" anchorCtr="0"/>
          <a:lstStyle>
            <a:lvl1pPr lvl="0" algn="l">
              <a:lnSpc>
                <a:spcPct val="100000"/>
              </a:lnSpc>
              <a:spcBef>
                <a:spcPts val="0"/>
              </a:spcBef>
              <a:spcAft>
                <a:spcPts val="0"/>
              </a:spcAft>
              <a:buSzPts val="1800"/>
              <a:buNone/>
              <a:defRPr sz="1800">
                <a:solidFill>
                  <a:srgbClr val="125284"/>
                </a:solidFill>
                <a:latin typeface="Poppins"/>
                <a:ea typeface="Poppins"/>
              </a:defRPr>
            </a:lvl1pPr>
            <a:lvl2pPr lvl="1" algn="l">
              <a:lnSpc>
                <a:spcPct val="100000"/>
              </a:lnSpc>
              <a:spcBef>
                <a:spcPts val="0"/>
              </a:spcBef>
              <a:spcAft>
                <a:spcPts val="0"/>
              </a:spcAft>
              <a:buSzPts val="1800"/>
              <a:buNone/>
              <a:defRPr sz="1800">
                <a:solidFill>
                  <a:srgbClr val="125284"/>
                </a:solidFill>
                <a:latin typeface="Poppins"/>
                <a:ea typeface="Poppins"/>
              </a:defRPr>
            </a:lvl2pPr>
            <a:lvl3pPr lvl="2" algn="l">
              <a:lnSpc>
                <a:spcPct val="100000"/>
              </a:lnSpc>
              <a:spcBef>
                <a:spcPts val="0"/>
              </a:spcBef>
              <a:spcAft>
                <a:spcPts val="0"/>
              </a:spcAft>
              <a:buSzPts val="1800"/>
              <a:buNone/>
              <a:defRPr sz="1800">
                <a:solidFill>
                  <a:srgbClr val="125284"/>
                </a:solidFill>
                <a:latin typeface="Poppins"/>
                <a:ea typeface="Poppins"/>
              </a:defRPr>
            </a:lvl3pPr>
            <a:lvl4pPr lvl="3" algn="l">
              <a:lnSpc>
                <a:spcPct val="100000"/>
              </a:lnSpc>
              <a:spcBef>
                <a:spcPts val="0"/>
              </a:spcBef>
              <a:spcAft>
                <a:spcPts val="0"/>
              </a:spcAft>
              <a:buSzPts val="1800"/>
              <a:buNone/>
              <a:defRPr sz="1800">
                <a:solidFill>
                  <a:srgbClr val="125284"/>
                </a:solidFill>
                <a:latin typeface="Poppins"/>
                <a:ea typeface="Poppins"/>
              </a:defRPr>
            </a:lvl4pPr>
            <a:lvl5pPr lvl="4" algn="l">
              <a:lnSpc>
                <a:spcPct val="100000"/>
              </a:lnSpc>
              <a:spcBef>
                <a:spcPts val="0"/>
              </a:spcBef>
              <a:spcAft>
                <a:spcPts val="0"/>
              </a:spcAft>
              <a:buSzPts val="1800"/>
              <a:buNone/>
              <a:defRPr sz="1800">
                <a:solidFill>
                  <a:srgbClr val="125284"/>
                </a:solidFill>
                <a:latin typeface="Poppins"/>
                <a:ea typeface="Poppins"/>
              </a:defRPr>
            </a:lvl5pPr>
            <a:lvl6pPr lvl="5" algn="l">
              <a:lnSpc>
                <a:spcPct val="100000"/>
              </a:lnSpc>
              <a:spcBef>
                <a:spcPts val="0"/>
              </a:spcBef>
              <a:spcAft>
                <a:spcPts val="0"/>
              </a:spcAft>
              <a:buSzPts val="1800"/>
              <a:buNone/>
              <a:defRPr sz="1800">
                <a:solidFill>
                  <a:srgbClr val="125284"/>
                </a:solidFill>
                <a:latin typeface="Poppins"/>
                <a:ea typeface="Poppins"/>
              </a:defRPr>
            </a:lvl6pPr>
            <a:lvl7pPr lvl="6" algn="l">
              <a:lnSpc>
                <a:spcPct val="100000"/>
              </a:lnSpc>
              <a:spcBef>
                <a:spcPts val="0"/>
              </a:spcBef>
              <a:spcAft>
                <a:spcPts val="0"/>
              </a:spcAft>
              <a:buSzPts val="1800"/>
              <a:buNone/>
              <a:defRPr sz="1800">
                <a:solidFill>
                  <a:srgbClr val="125284"/>
                </a:solidFill>
                <a:latin typeface="Poppins"/>
                <a:ea typeface="Poppins"/>
              </a:defRPr>
            </a:lvl7pPr>
            <a:lvl8pPr lvl="7" algn="l">
              <a:lnSpc>
                <a:spcPct val="100000"/>
              </a:lnSpc>
              <a:spcBef>
                <a:spcPts val="0"/>
              </a:spcBef>
              <a:spcAft>
                <a:spcPts val="0"/>
              </a:spcAft>
              <a:buSzPts val="1800"/>
              <a:buNone/>
              <a:defRPr sz="1800">
                <a:solidFill>
                  <a:srgbClr val="125284"/>
                </a:solidFill>
                <a:latin typeface="Poppins"/>
                <a:ea typeface="Poppins"/>
              </a:defRPr>
            </a:lvl8pPr>
            <a:lvl9pPr lvl="8" algn="l">
              <a:lnSpc>
                <a:spcPct val="100000"/>
              </a:lnSpc>
              <a:spcBef>
                <a:spcPts val="0"/>
              </a:spcBef>
              <a:spcAft>
                <a:spcPts val="0"/>
              </a:spcAft>
              <a:buSzPts val="1800"/>
              <a:buNone/>
              <a:defRPr sz="1800">
                <a:solidFill>
                  <a:srgbClr val="125284"/>
                </a:solidFill>
                <a:latin typeface="Poppins"/>
                <a:ea typeface="Poppins"/>
              </a:defRPr>
            </a:lvl9pPr>
          </a:lstStyle>
          <a:p>
            <a:endParaRPr/>
          </a:p>
        </p:txBody>
      </p:sp>
      <p:sp>
        <p:nvSpPr>
          <p:cNvPr id="146" name="Google Shape;146;p22"/>
          <p:cNvSpPr txBox="1">
            <a:spLocks noGrp="1"/>
          </p:cNvSpPr>
          <p:nvPr>
            <p:ph type="body" idx="1"/>
          </p:nvPr>
        </p:nvSpPr>
        <p:spPr>
          <a:xfrm>
            <a:off x="170025" y="920925"/>
            <a:ext cx="7901400" cy="2281500"/>
          </a:xfrm>
          <a:prstGeom prst="rect">
            <a:avLst/>
          </a:prstGeom>
          <a:noFill/>
          <a:ln>
            <a:noFill/>
          </a:ln>
        </p:spPr>
        <p:txBody>
          <a:bodyPr wrap="square" lIns="91425" tIns="91425" rIns="91425" bIns="91425" anchor="t" anchorCtr="0"/>
          <a:lstStyle>
            <a:lvl1pPr marL="457200" lvl="0" indent="-317500" algn="l">
              <a:lnSpc>
                <a:spcPct val="115000"/>
              </a:lnSpc>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lgn="l">
              <a:lnSpc>
                <a:spcPct val="115000"/>
              </a:lnSpc>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lgn="l">
              <a:lnSpc>
                <a:spcPct val="115000"/>
              </a:lnSpc>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lgn="l">
              <a:lnSpc>
                <a:spcPct val="115000"/>
              </a:lnSpc>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lgn="l">
              <a:lnSpc>
                <a:spcPct val="115000"/>
              </a:lnSpc>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lgn="l">
              <a:lnSpc>
                <a:spcPct val="115000"/>
              </a:lnSpc>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lgn="l">
              <a:lnSpc>
                <a:spcPct val="115000"/>
              </a:lnSpc>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lgn="l">
              <a:lnSpc>
                <a:spcPct val="115000"/>
              </a:lnSpc>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lgn="l">
              <a:lnSpc>
                <a:spcPct val="115000"/>
              </a:lnSpc>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Tree>
    <p:extLst>
      <p:ext uri="{BB962C8B-B14F-4D97-AF65-F5344CB8AC3E}">
        <p14:creationId xmlns:p14="http://schemas.microsoft.com/office/powerpoint/2010/main" val="1756040133"/>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TITLE_18">
    <p:spTree>
      <p:nvGrpSpPr>
        <p:cNvPr id="1" name="Shape 147"/>
        <p:cNvGrpSpPr/>
        <p:nvPr/>
      </p:nvGrpSpPr>
      <p:grpSpPr>
        <a:xfrm>
          <a:off x="0" y="0"/>
          <a:ext cx="0" cy="0"/>
          <a:chOff x="0" y="0"/>
          <a:chExt cx="0" cy="0"/>
        </a:xfrm>
      </p:grpSpPr>
      <p:sp>
        <p:nvSpPr>
          <p:cNvPr id="148" name="Google Shape;148;p23"/>
          <p:cNvSpPr txBox="1">
            <a:spLocks noGrp="1"/>
          </p:cNvSpPr>
          <p:nvPr>
            <p:ph type="ctrTitle"/>
          </p:nvPr>
        </p:nvSpPr>
        <p:spPr>
          <a:xfrm>
            <a:off x="311708" y="744575"/>
            <a:ext cx="8520600" cy="2052600"/>
          </a:xfrm>
          <a:prstGeom prst="rect">
            <a:avLst/>
          </a:prstGeom>
          <a:noFill/>
          <a:ln>
            <a:noFill/>
          </a:ln>
        </p:spPr>
        <p:txBody>
          <a:bodyPr wrap="square" lIns="91425" tIns="91425" rIns="91425" bIns="91425" anchor="b" anchorCtr="0"/>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49" name="Google Shape;149;p23"/>
          <p:cNvSpPr txBox="1">
            <a:spLocks noGrp="1"/>
          </p:cNvSpPr>
          <p:nvPr>
            <p:ph type="subTitle" idx="1"/>
          </p:nvPr>
        </p:nvSpPr>
        <p:spPr>
          <a:xfrm>
            <a:off x="311700" y="2834125"/>
            <a:ext cx="8520600" cy="792600"/>
          </a:xfrm>
          <a:prstGeom prst="rect">
            <a:avLst/>
          </a:prstGeom>
          <a:noFill/>
          <a:ln>
            <a:noFill/>
          </a:ln>
        </p:spPr>
        <p:txBody>
          <a:bodyPr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1000"/>
              </a:spcBef>
              <a:spcAft>
                <a:spcPts val="0"/>
              </a:spcAft>
              <a:buSzPts val="2800"/>
              <a:buNone/>
              <a:defRPr sz="2800"/>
            </a:lvl2pPr>
            <a:lvl3pPr lvl="2" algn="ctr">
              <a:lnSpc>
                <a:spcPct val="100000"/>
              </a:lnSpc>
              <a:spcBef>
                <a:spcPts val="1000"/>
              </a:spcBef>
              <a:spcAft>
                <a:spcPts val="0"/>
              </a:spcAft>
              <a:buSzPts val="2800"/>
              <a:buNone/>
              <a:defRPr sz="2800"/>
            </a:lvl3pPr>
            <a:lvl4pPr lvl="3" algn="ctr">
              <a:lnSpc>
                <a:spcPct val="100000"/>
              </a:lnSpc>
              <a:spcBef>
                <a:spcPts val="1000"/>
              </a:spcBef>
              <a:spcAft>
                <a:spcPts val="0"/>
              </a:spcAft>
              <a:buSzPts val="2800"/>
              <a:buNone/>
              <a:defRPr sz="2800"/>
            </a:lvl4pPr>
            <a:lvl5pPr lvl="4" algn="ctr">
              <a:lnSpc>
                <a:spcPct val="100000"/>
              </a:lnSpc>
              <a:spcBef>
                <a:spcPts val="1000"/>
              </a:spcBef>
              <a:spcAft>
                <a:spcPts val="0"/>
              </a:spcAft>
              <a:buSzPts val="2800"/>
              <a:buNone/>
              <a:defRPr sz="2800"/>
            </a:lvl5pPr>
            <a:lvl6pPr lvl="5" algn="ctr">
              <a:lnSpc>
                <a:spcPct val="100000"/>
              </a:lnSpc>
              <a:spcBef>
                <a:spcPts val="1000"/>
              </a:spcBef>
              <a:spcAft>
                <a:spcPts val="0"/>
              </a:spcAft>
              <a:buSzPts val="2800"/>
              <a:buNone/>
              <a:defRPr sz="2800"/>
            </a:lvl6pPr>
            <a:lvl7pPr lvl="6" algn="ctr">
              <a:lnSpc>
                <a:spcPct val="100000"/>
              </a:lnSpc>
              <a:spcBef>
                <a:spcPts val="1000"/>
              </a:spcBef>
              <a:spcAft>
                <a:spcPts val="0"/>
              </a:spcAft>
              <a:buSzPts val="2800"/>
              <a:buNone/>
              <a:defRPr sz="2800"/>
            </a:lvl7pPr>
            <a:lvl8pPr lvl="7" algn="ctr">
              <a:lnSpc>
                <a:spcPct val="100000"/>
              </a:lnSpc>
              <a:spcBef>
                <a:spcPts val="1000"/>
              </a:spcBef>
              <a:spcAft>
                <a:spcPts val="0"/>
              </a:spcAft>
              <a:buSzPts val="2800"/>
              <a:buNone/>
              <a:defRPr sz="2800"/>
            </a:lvl8pPr>
            <a:lvl9pPr lvl="8" algn="ctr">
              <a:lnSpc>
                <a:spcPct val="100000"/>
              </a:lnSpc>
              <a:spcBef>
                <a:spcPts val="1000"/>
              </a:spcBef>
              <a:spcAft>
                <a:spcPts val="0"/>
              </a:spcAft>
              <a:buSzPts val="2800"/>
              <a:buNone/>
              <a:defRPr sz="2800"/>
            </a:lvl9pPr>
          </a:lstStyle>
          <a:p>
            <a:endParaRPr/>
          </a:p>
        </p:txBody>
      </p:sp>
      <p:sp>
        <p:nvSpPr>
          <p:cNvPr id="150" name="Google Shape;150;p23"/>
          <p:cNvSpPr txBox="1">
            <a:spLocks noGrp="1"/>
          </p:cNvSpPr>
          <p:nvPr>
            <p:ph type="sldNum" idx="12"/>
          </p:nvPr>
        </p:nvSpPr>
        <p:spPr>
          <a:xfrm>
            <a:off x="8472458" y="4663217"/>
            <a:ext cx="548700" cy="393600"/>
          </a:xfrm>
          <a:prstGeom prst="rect">
            <a:avLst/>
          </a:prstGeom>
          <a:noFill/>
          <a:ln>
            <a:noFill/>
          </a:ln>
        </p:spPr>
        <p:txBody>
          <a:bodyPr wrap="square" lIns="91425" tIns="91425" rIns="91425" bIns="91425" anchor="ctr" anchorCtr="0"/>
          <a:lstStyle>
            <a:lvl1pPr marL="0" lvl="0"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1pPr>
            <a:lvl2pPr marL="0" lvl="1"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2pPr>
            <a:lvl3pPr marL="0" lvl="2"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3pPr>
            <a:lvl4pPr marL="0" lvl="3"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4pPr>
            <a:lvl5pPr marL="0" lvl="4"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5pPr>
            <a:lvl6pPr marL="0" lvl="5"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6pPr>
            <a:lvl7pPr marL="0" lvl="6"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7pPr>
            <a:lvl8pPr marL="0" lvl="7"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8pPr>
            <a:lvl9pPr marL="0" lvl="8"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9pPr>
          </a:lstStyle>
          <a:p>
            <a:pPr marL="0" lvl="0" indent="0" algn="r">
              <a:spcBef>
                <a:spcPts val="0"/>
              </a:spcBef>
              <a:spcAft>
                <a:spcPts val="0"/>
              </a:spcAft>
              <a:buNone/>
            </a:pPr>
            <a:fld id="{F0BC2CEB-A357-4A2E-9098-EB42ECA5D463}" type="slidenum">
              <a:rPr lang="en" altLang="en"/>
              <a:t>‹#›</a:t>
            </a:fld>
            <a:endParaRPr/>
          </a:p>
        </p:txBody>
      </p:sp>
    </p:spTree>
    <p:extLst>
      <p:ext uri="{BB962C8B-B14F-4D97-AF65-F5344CB8AC3E}">
        <p14:creationId xmlns:p14="http://schemas.microsoft.com/office/powerpoint/2010/main" val="3693788889"/>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Title and body 6 1">
    <p:spTree>
      <p:nvGrpSpPr>
        <p:cNvPr id="1" name="Shape 151"/>
        <p:cNvGrpSpPr/>
        <p:nvPr/>
      </p:nvGrpSpPr>
      <p:grpSpPr>
        <a:xfrm>
          <a:off x="0" y="0"/>
          <a:ext cx="0" cy="0"/>
          <a:chOff x="0" y="0"/>
          <a:chExt cx="0" cy="0"/>
        </a:xfrm>
      </p:grpSpPr>
      <p:sp>
        <p:nvSpPr>
          <p:cNvPr id="152" name="Google Shape;152;p24"/>
          <p:cNvSpPr txBox="1"/>
          <p:nvPr/>
        </p:nvSpPr>
        <p:spPr>
          <a:xfrm>
            <a:off x="170025" y="230325"/>
            <a:ext cx="3031800" cy="432900"/>
          </a:xfrm>
          <a:prstGeom prst="rect">
            <a:avLst/>
          </a:prstGeom>
          <a:noFill/>
          <a:ln>
            <a:noFill/>
          </a:ln>
        </p:spPr>
        <p:txBody>
          <a:bodyPr wrap="square" lIns="0" tIns="0" rIns="0" bIns="0" anchor="t" anchorCtr="0"/>
          <a:lstStyle/>
          <a:p>
            <a:pPr marL="0" lvl="0" indent="0" algn="l">
              <a:lnSpc>
                <a:spcPct val="100000"/>
              </a:lnSpc>
              <a:spcBef>
                <a:spcPts val="0"/>
              </a:spcBef>
              <a:spcAft>
                <a:spcPts val="0"/>
              </a:spcAft>
              <a:buClr>
                <a:srgbClr val="4285F4"/>
              </a:buClr>
              <a:buSzPts val="1100"/>
              <a:buFont typeface="Arial"/>
              <a:buNone/>
            </a:pPr>
            <a:endParaRPr sz="1800" b="0" i="0" u="none" strike="noStrike">
              <a:solidFill>
                <a:srgbClr val="125284"/>
              </a:solidFill>
              <a:latin typeface="Poppins"/>
              <a:ea typeface="Poppins"/>
            </a:endParaRPr>
          </a:p>
          <a:p>
            <a:pPr marL="0" lvl="0" indent="0" algn="l">
              <a:lnSpc>
                <a:spcPct val="100000"/>
              </a:lnSpc>
              <a:spcBef>
                <a:spcPts val="0"/>
              </a:spcBef>
              <a:spcAft>
                <a:spcPts val="0"/>
              </a:spcAft>
              <a:buClr>
                <a:srgbClr val="4285F4"/>
              </a:buClr>
              <a:buSzPts val="1100"/>
              <a:buFont typeface="Arial"/>
              <a:buNone/>
            </a:pPr>
            <a:r>
              <a:rPr lang="en" altLang="en" sz="1800" b="0" i="0" u="none" strike="noStrike">
                <a:solidFill>
                  <a:srgbClr val="FB394D"/>
                </a:solidFill>
                <a:latin typeface="Rubik"/>
                <a:ea typeface="Rubik"/>
              </a:rPr>
              <a:t>–</a:t>
            </a:r>
            <a:endParaRPr sz="1800" b="0" i="0" u="none" strike="noStrike">
              <a:solidFill>
                <a:srgbClr val="FB394D"/>
              </a:solidFill>
              <a:latin typeface="Rubik"/>
              <a:ea typeface="Rubik"/>
            </a:endParaRPr>
          </a:p>
          <a:p>
            <a:pPr marL="0" lvl="0" indent="0" algn="l">
              <a:lnSpc>
                <a:spcPct val="100000"/>
              </a:lnSpc>
              <a:spcBef>
                <a:spcPts val="0"/>
              </a:spcBef>
              <a:spcAft>
                <a:spcPts val="0"/>
              </a:spcAft>
              <a:buClr>
                <a:srgbClr val="000000"/>
              </a:buClr>
              <a:buSzPts val="1800"/>
              <a:buFont typeface="Arial"/>
              <a:buNone/>
            </a:pPr>
            <a:endParaRPr sz="1800" b="0" i="0" u="none" strike="noStrike">
              <a:solidFill>
                <a:srgbClr val="125284"/>
              </a:solidFill>
              <a:latin typeface="Rubik"/>
              <a:ea typeface="Rubik"/>
            </a:endParaRPr>
          </a:p>
        </p:txBody>
      </p:sp>
      <p:sp>
        <p:nvSpPr>
          <p:cNvPr id="153" name="Google Shape;153;p24"/>
          <p:cNvSpPr txBox="1"/>
          <p:nvPr/>
        </p:nvSpPr>
        <p:spPr>
          <a:xfrm>
            <a:off x="170025" y="4881400"/>
            <a:ext cx="666900" cy="109500"/>
          </a:xfrm>
          <a:prstGeom prst="rect">
            <a:avLst/>
          </a:prstGeom>
          <a:noFill/>
          <a:ln>
            <a:noFill/>
          </a:ln>
        </p:spPr>
        <p:txBody>
          <a:bodyPr wrap="square" lIns="0" tIns="0" rIns="0" bIns="0" anchor="t" anchorCtr="0"/>
          <a:lstStyle/>
          <a:p>
            <a:pPr marL="0" lvl="0" indent="0" algn="l">
              <a:lnSpc>
                <a:spcPct val="100000"/>
              </a:lnSpc>
              <a:spcBef>
                <a:spcPts val="0"/>
              </a:spcBef>
              <a:spcAft>
                <a:spcPts val="0"/>
              </a:spcAft>
              <a:buClr>
                <a:srgbClr val="000000"/>
              </a:buClr>
              <a:buSzPts val="600"/>
              <a:buFont typeface="Arial"/>
              <a:buNone/>
            </a:pPr>
            <a:r>
              <a:rPr lang="en" altLang="en" sz="600" b="0" i="0" u="none" strike="noStrike">
                <a:solidFill>
                  <a:srgbClr val="125284"/>
                </a:solidFill>
                <a:latin typeface="Rubik Medium"/>
                <a:ea typeface="Rubik Medium"/>
              </a:rPr>
              <a:t>EMPACT.SG</a:t>
            </a:r>
            <a:endParaRPr sz="600" b="0" i="0" u="none" strike="noStrike">
              <a:solidFill>
                <a:srgbClr val="125284"/>
              </a:solidFill>
              <a:latin typeface="Rubik Medium"/>
              <a:ea typeface="Rubik Medium"/>
            </a:endParaRPr>
          </a:p>
        </p:txBody>
      </p:sp>
      <p:sp>
        <p:nvSpPr>
          <p:cNvPr id="154" name="Google Shape;154;p24"/>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lnSpc>
                <a:spcPct val="100000"/>
              </a:lnSpc>
              <a:spcBef>
                <a:spcPts val="0"/>
              </a:spcBef>
              <a:spcAft>
                <a:spcPts val="0"/>
              </a:spcAft>
              <a:buClr>
                <a:srgbClr val="000000"/>
              </a:buClr>
              <a:buSzPts val="1400"/>
              <a:buFont typeface="Arial"/>
              <a:buNone/>
            </a:pPr>
            <a:endParaRPr sz="1400" b="0" i="0" u="none" strike="noStrike">
              <a:solidFill>
                <a:srgbClr val="000000"/>
              </a:solidFill>
              <a:latin typeface="Arial"/>
              <a:ea typeface="Arial"/>
            </a:endParaRPr>
          </a:p>
        </p:txBody>
      </p:sp>
      <p:pic>
        <p:nvPicPr>
          <p:cNvPr id="155" name="Google Shape;155;p24"/>
          <p:cNvPicPr preferRelativeResize="0">
            <a:picLocks/>
          </p:cNvPicPr>
          <p:nvPr/>
        </p:nvPicPr>
        <p:blipFill rotWithShape="1">
          <a:blip r:embed="rId2">
            <a:alphaModFix/>
          </a:blip>
          <a:srcRect/>
          <a:stretch/>
        </p:blipFill>
        <p:spPr>
          <a:xfrm>
            <a:off x="8071525" y="4645400"/>
            <a:ext cx="929275" cy="309750"/>
          </a:xfrm>
          <a:prstGeom prst="rect">
            <a:avLst/>
          </a:prstGeom>
          <a:noFill/>
          <a:ln>
            <a:noFill/>
          </a:ln>
        </p:spPr>
      </p:pic>
      <p:sp>
        <p:nvSpPr>
          <p:cNvPr id="156" name="Google Shape;156;p24"/>
          <p:cNvSpPr txBox="1">
            <a:spLocks noGrp="1"/>
          </p:cNvSpPr>
          <p:nvPr>
            <p:ph type="title"/>
          </p:nvPr>
        </p:nvSpPr>
        <p:spPr>
          <a:xfrm>
            <a:off x="93825" y="154125"/>
            <a:ext cx="4759500" cy="309600"/>
          </a:xfrm>
          <a:prstGeom prst="rect">
            <a:avLst/>
          </a:prstGeom>
          <a:noFill/>
          <a:ln>
            <a:noFill/>
          </a:ln>
        </p:spPr>
        <p:txBody>
          <a:bodyPr wrap="square" lIns="91425" tIns="91425" rIns="91425" bIns="91425" anchor="t" anchorCtr="0"/>
          <a:lstStyle>
            <a:lvl1pPr lvl="0" algn="l">
              <a:lnSpc>
                <a:spcPct val="100000"/>
              </a:lnSpc>
              <a:spcBef>
                <a:spcPts val="0"/>
              </a:spcBef>
              <a:spcAft>
                <a:spcPts val="0"/>
              </a:spcAft>
              <a:buSzPts val="1800"/>
              <a:buNone/>
              <a:defRPr sz="1800">
                <a:solidFill>
                  <a:srgbClr val="125284"/>
                </a:solidFill>
                <a:latin typeface="Poppins"/>
                <a:ea typeface="Poppins"/>
              </a:defRPr>
            </a:lvl1pPr>
            <a:lvl2pPr lvl="1" algn="l">
              <a:lnSpc>
                <a:spcPct val="100000"/>
              </a:lnSpc>
              <a:spcBef>
                <a:spcPts val="0"/>
              </a:spcBef>
              <a:spcAft>
                <a:spcPts val="0"/>
              </a:spcAft>
              <a:buSzPts val="1800"/>
              <a:buNone/>
              <a:defRPr sz="1800">
                <a:solidFill>
                  <a:srgbClr val="125284"/>
                </a:solidFill>
                <a:latin typeface="Poppins"/>
                <a:ea typeface="Poppins"/>
              </a:defRPr>
            </a:lvl2pPr>
            <a:lvl3pPr lvl="2" algn="l">
              <a:lnSpc>
                <a:spcPct val="100000"/>
              </a:lnSpc>
              <a:spcBef>
                <a:spcPts val="0"/>
              </a:spcBef>
              <a:spcAft>
                <a:spcPts val="0"/>
              </a:spcAft>
              <a:buSzPts val="1800"/>
              <a:buNone/>
              <a:defRPr sz="1800">
                <a:solidFill>
                  <a:srgbClr val="125284"/>
                </a:solidFill>
                <a:latin typeface="Poppins"/>
                <a:ea typeface="Poppins"/>
              </a:defRPr>
            </a:lvl3pPr>
            <a:lvl4pPr lvl="3" algn="l">
              <a:lnSpc>
                <a:spcPct val="100000"/>
              </a:lnSpc>
              <a:spcBef>
                <a:spcPts val="0"/>
              </a:spcBef>
              <a:spcAft>
                <a:spcPts val="0"/>
              </a:spcAft>
              <a:buSzPts val="1800"/>
              <a:buNone/>
              <a:defRPr sz="1800">
                <a:solidFill>
                  <a:srgbClr val="125284"/>
                </a:solidFill>
                <a:latin typeface="Poppins"/>
                <a:ea typeface="Poppins"/>
              </a:defRPr>
            </a:lvl4pPr>
            <a:lvl5pPr lvl="4" algn="l">
              <a:lnSpc>
                <a:spcPct val="100000"/>
              </a:lnSpc>
              <a:spcBef>
                <a:spcPts val="0"/>
              </a:spcBef>
              <a:spcAft>
                <a:spcPts val="0"/>
              </a:spcAft>
              <a:buSzPts val="1800"/>
              <a:buNone/>
              <a:defRPr sz="1800">
                <a:solidFill>
                  <a:srgbClr val="125284"/>
                </a:solidFill>
                <a:latin typeface="Poppins"/>
                <a:ea typeface="Poppins"/>
              </a:defRPr>
            </a:lvl5pPr>
            <a:lvl6pPr lvl="5" algn="l">
              <a:lnSpc>
                <a:spcPct val="100000"/>
              </a:lnSpc>
              <a:spcBef>
                <a:spcPts val="0"/>
              </a:spcBef>
              <a:spcAft>
                <a:spcPts val="0"/>
              </a:spcAft>
              <a:buSzPts val="1800"/>
              <a:buNone/>
              <a:defRPr sz="1800">
                <a:solidFill>
                  <a:srgbClr val="125284"/>
                </a:solidFill>
                <a:latin typeface="Poppins"/>
                <a:ea typeface="Poppins"/>
              </a:defRPr>
            </a:lvl6pPr>
            <a:lvl7pPr lvl="6" algn="l">
              <a:lnSpc>
                <a:spcPct val="100000"/>
              </a:lnSpc>
              <a:spcBef>
                <a:spcPts val="0"/>
              </a:spcBef>
              <a:spcAft>
                <a:spcPts val="0"/>
              </a:spcAft>
              <a:buSzPts val="1800"/>
              <a:buNone/>
              <a:defRPr sz="1800">
                <a:solidFill>
                  <a:srgbClr val="125284"/>
                </a:solidFill>
                <a:latin typeface="Poppins"/>
                <a:ea typeface="Poppins"/>
              </a:defRPr>
            </a:lvl7pPr>
            <a:lvl8pPr lvl="7" algn="l">
              <a:lnSpc>
                <a:spcPct val="100000"/>
              </a:lnSpc>
              <a:spcBef>
                <a:spcPts val="0"/>
              </a:spcBef>
              <a:spcAft>
                <a:spcPts val="0"/>
              </a:spcAft>
              <a:buSzPts val="1800"/>
              <a:buNone/>
              <a:defRPr sz="1800">
                <a:solidFill>
                  <a:srgbClr val="125284"/>
                </a:solidFill>
                <a:latin typeface="Poppins"/>
                <a:ea typeface="Poppins"/>
              </a:defRPr>
            </a:lvl8pPr>
            <a:lvl9pPr lvl="8" algn="l">
              <a:lnSpc>
                <a:spcPct val="100000"/>
              </a:lnSpc>
              <a:spcBef>
                <a:spcPts val="0"/>
              </a:spcBef>
              <a:spcAft>
                <a:spcPts val="0"/>
              </a:spcAft>
              <a:buSzPts val="1800"/>
              <a:buNone/>
              <a:defRPr sz="1800">
                <a:solidFill>
                  <a:srgbClr val="125284"/>
                </a:solidFill>
                <a:latin typeface="Poppins"/>
                <a:ea typeface="Poppins"/>
              </a:defRPr>
            </a:lvl9pPr>
          </a:lstStyle>
          <a:p>
            <a:endParaRPr/>
          </a:p>
        </p:txBody>
      </p:sp>
      <p:sp>
        <p:nvSpPr>
          <p:cNvPr id="157" name="Google Shape;157;p24"/>
          <p:cNvSpPr txBox="1">
            <a:spLocks noGrp="1"/>
          </p:cNvSpPr>
          <p:nvPr>
            <p:ph type="body" idx="1"/>
          </p:nvPr>
        </p:nvSpPr>
        <p:spPr>
          <a:xfrm>
            <a:off x="170025" y="920925"/>
            <a:ext cx="7901400" cy="2281500"/>
          </a:xfrm>
          <a:prstGeom prst="rect">
            <a:avLst/>
          </a:prstGeom>
          <a:noFill/>
          <a:ln>
            <a:noFill/>
          </a:ln>
        </p:spPr>
        <p:txBody>
          <a:bodyPr wrap="square" lIns="91425" tIns="91425" rIns="91425" bIns="91425" anchor="t" anchorCtr="0"/>
          <a:lstStyle>
            <a:lvl1pPr marL="457200" lvl="0" indent="-317500" algn="l">
              <a:lnSpc>
                <a:spcPct val="115000"/>
              </a:lnSpc>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lgn="l">
              <a:lnSpc>
                <a:spcPct val="115000"/>
              </a:lnSpc>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lgn="l">
              <a:lnSpc>
                <a:spcPct val="115000"/>
              </a:lnSpc>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lgn="l">
              <a:lnSpc>
                <a:spcPct val="115000"/>
              </a:lnSpc>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lgn="l">
              <a:lnSpc>
                <a:spcPct val="115000"/>
              </a:lnSpc>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lgn="l">
              <a:lnSpc>
                <a:spcPct val="115000"/>
              </a:lnSpc>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lgn="l">
              <a:lnSpc>
                <a:spcPct val="115000"/>
              </a:lnSpc>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lgn="l">
              <a:lnSpc>
                <a:spcPct val="115000"/>
              </a:lnSpc>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lgn="l">
              <a:lnSpc>
                <a:spcPct val="115000"/>
              </a:lnSpc>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Tree>
    <p:extLst>
      <p:ext uri="{BB962C8B-B14F-4D97-AF65-F5344CB8AC3E}">
        <p14:creationId xmlns:p14="http://schemas.microsoft.com/office/powerpoint/2010/main" val="1464967013"/>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182"/>
        <p:cNvGrpSpPr/>
        <p:nvPr/>
      </p:nvGrpSpPr>
      <p:grpSpPr>
        <a:xfrm>
          <a:off x="0" y="0"/>
          <a:ext cx="0" cy="0"/>
          <a:chOff x="0" y="0"/>
          <a:chExt cx="0" cy="0"/>
        </a:xfrm>
      </p:grpSpPr>
      <p:sp>
        <p:nvSpPr>
          <p:cNvPr id="183" name="Google Shape;183;p29"/>
          <p:cNvSpPr txBox="1">
            <a:spLocks noGrp="1"/>
          </p:cNvSpPr>
          <p:nvPr>
            <p:ph type="title"/>
          </p:nvPr>
        </p:nvSpPr>
        <p:spPr>
          <a:xfrm>
            <a:off x="685800" y="428625"/>
            <a:ext cx="7773300" cy="714300"/>
          </a:xfrm>
          <a:prstGeom prst="rect">
            <a:avLst/>
          </a:prstGeom>
          <a:noFill/>
          <a:ln>
            <a:noFill/>
          </a:ln>
        </p:spPr>
        <p:txBody>
          <a:bodyPr wrap="square" lIns="0" tIns="0" rIns="0" bIns="0" anchor="t" anchorCtr="0"/>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4" name="Google Shape;184;p29"/>
          <p:cNvSpPr txBox="1">
            <a:spLocks noGrp="1"/>
          </p:cNvSpPr>
          <p:nvPr>
            <p:ph type="body" idx="1"/>
          </p:nvPr>
        </p:nvSpPr>
        <p:spPr>
          <a:xfrm>
            <a:off x="685800" y="1485899"/>
            <a:ext cx="7773300" cy="3147000"/>
          </a:xfrm>
          <a:prstGeom prst="rect">
            <a:avLst/>
          </a:prstGeom>
          <a:noFill/>
          <a:ln>
            <a:noFill/>
          </a:ln>
        </p:spPr>
        <p:txBody>
          <a:bodyPr wrap="square" lIns="0" tIns="0" rIns="0" bIns="0" anchor="t" anchorCtr="0"/>
          <a:lstStyle>
            <a:lvl1pPr marL="457200" lvl="0" indent="-317500" algn="l">
              <a:lnSpc>
                <a:spcPct val="100000"/>
              </a:lnSpc>
              <a:spcBef>
                <a:spcPts val="0"/>
              </a:spcBef>
              <a:spcAft>
                <a:spcPts val="0"/>
              </a:spcAft>
              <a:buClr>
                <a:schemeClr val="dk1"/>
              </a:buClr>
              <a:buSzPts val="1400"/>
              <a:buChar char="•"/>
              <a:defRPr/>
            </a:lvl1pPr>
            <a:lvl2pPr marL="914400" lvl="1" indent="-317500" algn="l">
              <a:lnSpc>
                <a:spcPct val="100000"/>
              </a:lnSpc>
              <a:spcBef>
                <a:spcPts val="900"/>
              </a:spcBef>
              <a:spcAft>
                <a:spcPts val="0"/>
              </a:spcAft>
              <a:buClr>
                <a:schemeClr val="dk1"/>
              </a:buClr>
              <a:buSzPts val="1400"/>
              <a:buChar char="–"/>
              <a:defRPr/>
            </a:lvl2pPr>
            <a:lvl3pPr marL="1371600" lvl="2" indent="-317500" algn="l">
              <a:lnSpc>
                <a:spcPct val="100000"/>
              </a:lnSpc>
              <a:spcBef>
                <a:spcPts val="900"/>
              </a:spcBef>
              <a:spcAft>
                <a:spcPts val="0"/>
              </a:spcAft>
              <a:buClr>
                <a:schemeClr val="dk1"/>
              </a:buClr>
              <a:buSzPts val="1400"/>
              <a:buChar char="-"/>
              <a:defRPr/>
            </a:lvl3pPr>
            <a:lvl4pPr marL="1828800" lvl="3" indent="-317500" algn="l">
              <a:lnSpc>
                <a:spcPct val="100000"/>
              </a:lnSpc>
              <a:spcBef>
                <a:spcPts val="900"/>
              </a:spcBef>
              <a:spcAft>
                <a:spcPts val="0"/>
              </a:spcAft>
              <a:buClr>
                <a:schemeClr val="dk1"/>
              </a:buClr>
              <a:buSzPts val="1400"/>
              <a:buChar char="-"/>
              <a:defRPr/>
            </a:lvl4pPr>
            <a:lvl5pPr marL="2286000" lvl="4" indent="-317500" algn="l">
              <a:lnSpc>
                <a:spcPct val="100000"/>
              </a:lnSpc>
              <a:spcBef>
                <a:spcPts val="900"/>
              </a:spcBef>
              <a:spcAft>
                <a:spcPts val="0"/>
              </a:spcAft>
              <a:buClr>
                <a:schemeClr val="dk1"/>
              </a:buClr>
              <a:buSzPts val="1400"/>
              <a:buChar char="-"/>
              <a:defRPr/>
            </a:lvl5pPr>
            <a:lvl6pPr marL="2743200" lvl="5" indent="-317500" algn="l">
              <a:lnSpc>
                <a:spcPct val="90000"/>
              </a:lnSpc>
              <a:spcBef>
                <a:spcPts val="9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5" name="Google Shape;185;p29"/>
          <p:cNvSpPr txBox="1">
            <a:spLocks noGrp="1"/>
          </p:cNvSpPr>
          <p:nvPr>
            <p:ph type="dt" idx="10"/>
          </p:nvPr>
        </p:nvSpPr>
        <p:spPr>
          <a:xfrm>
            <a:off x="1971000" y="4743900"/>
            <a:ext cx="2057400" cy="88800"/>
          </a:xfrm>
          <a:prstGeom prst="rect">
            <a:avLst/>
          </a:prstGeom>
          <a:noFill/>
          <a:ln>
            <a:noFill/>
          </a:ln>
        </p:spPr>
        <p:txBody>
          <a:bodyPr wrap="square" lIns="0" tIns="0" rIns="0" bIns="0" anchor="t" anchorCtr="0"/>
          <a:lstStyle>
            <a:lvl1pPr lvl="0" algn="l">
              <a:lnSpc>
                <a:spcPct val="100000"/>
              </a:lnSpc>
              <a:spcBef>
                <a:spcPts val="0"/>
              </a:spcBef>
              <a:spcAft>
                <a:spcPts val="0"/>
              </a:spcAft>
              <a:buClr>
                <a:srgbClr val="000000"/>
              </a:buClr>
              <a:buSzPts val="1100"/>
              <a:buFont typeface="Arial"/>
              <a:buNone/>
              <a:defRPr sz="1100" b="0" i="0" u="none" strike="noStrike">
                <a:solidFill>
                  <a:srgbClr val="000000"/>
                </a:solidFill>
                <a:latin typeface="Arial"/>
                <a:ea typeface="Arial"/>
              </a:defRPr>
            </a:lvl1pPr>
            <a:lvl2pPr lvl="1" algn="l">
              <a:lnSpc>
                <a:spcPct val="100000"/>
              </a:lnSpc>
              <a:spcBef>
                <a:spcPts val="0"/>
              </a:spcBef>
              <a:spcAft>
                <a:spcPts val="0"/>
              </a:spcAft>
              <a:buClr>
                <a:srgbClr val="000000"/>
              </a:buClr>
              <a:buSzPts val="1100"/>
              <a:buFont typeface="Arial"/>
              <a:buNone/>
              <a:defRPr sz="1100" b="0" i="0" u="none" strike="noStrike">
                <a:solidFill>
                  <a:srgbClr val="000000"/>
                </a:solidFill>
                <a:latin typeface="Arial"/>
                <a:ea typeface="Arial"/>
              </a:defRPr>
            </a:lvl2pPr>
            <a:lvl3pPr lvl="2" algn="l">
              <a:lnSpc>
                <a:spcPct val="100000"/>
              </a:lnSpc>
              <a:spcBef>
                <a:spcPts val="0"/>
              </a:spcBef>
              <a:spcAft>
                <a:spcPts val="0"/>
              </a:spcAft>
              <a:buClr>
                <a:srgbClr val="000000"/>
              </a:buClr>
              <a:buSzPts val="1100"/>
              <a:buFont typeface="Arial"/>
              <a:buNone/>
              <a:defRPr sz="1100" b="0" i="0" u="none" strike="noStrike">
                <a:solidFill>
                  <a:srgbClr val="000000"/>
                </a:solidFill>
                <a:latin typeface="Arial"/>
                <a:ea typeface="Arial"/>
              </a:defRPr>
            </a:lvl3pPr>
            <a:lvl4pPr lvl="3" algn="l">
              <a:lnSpc>
                <a:spcPct val="100000"/>
              </a:lnSpc>
              <a:spcBef>
                <a:spcPts val="0"/>
              </a:spcBef>
              <a:spcAft>
                <a:spcPts val="0"/>
              </a:spcAft>
              <a:buClr>
                <a:srgbClr val="000000"/>
              </a:buClr>
              <a:buSzPts val="1100"/>
              <a:buFont typeface="Arial"/>
              <a:buNone/>
              <a:defRPr sz="1100" b="0" i="0" u="none" strike="noStrike">
                <a:solidFill>
                  <a:srgbClr val="000000"/>
                </a:solidFill>
                <a:latin typeface="Arial"/>
                <a:ea typeface="Arial"/>
              </a:defRPr>
            </a:lvl4pPr>
            <a:lvl5pPr lvl="4" algn="l">
              <a:lnSpc>
                <a:spcPct val="100000"/>
              </a:lnSpc>
              <a:spcBef>
                <a:spcPts val="0"/>
              </a:spcBef>
              <a:spcAft>
                <a:spcPts val="0"/>
              </a:spcAft>
              <a:buClr>
                <a:srgbClr val="000000"/>
              </a:buClr>
              <a:buSzPts val="1100"/>
              <a:buFont typeface="Arial"/>
              <a:buNone/>
              <a:defRPr sz="1100" b="0" i="0" u="none" strike="noStrike">
                <a:solidFill>
                  <a:srgbClr val="000000"/>
                </a:solidFill>
                <a:latin typeface="Arial"/>
                <a:ea typeface="Arial"/>
              </a:defRPr>
            </a:lvl5pPr>
            <a:lvl6pPr lvl="5" algn="l">
              <a:lnSpc>
                <a:spcPct val="100000"/>
              </a:lnSpc>
              <a:spcBef>
                <a:spcPts val="0"/>
              </a:spcBef>
              <a:spcAft>
                <a:spcPts val="0"/>
              </a:spcAft>
              <a:buClr>
                <a:srgbClr val="000000"/>
              </a:buClr>
              <a:buSzPts val="1100"/>
              <a:buFont typeface="Arial"/>
              <a:buNone/>
              <a:defRPr sz="1100" b="0" i="0" u="none" strike="noStrike">
                <a:solidFill>
                  <a:srgbClr val="000000"/>
                </a:solidFill>
                <a:latin typeface="Arial"/>
                <a:ea typeface="Arial"/>
              </a:defRPr>
            </a:lvl6pPr>
            <a:lvl7pPr lvl="6" algn="l">
              <a:lnSpc>
                <a:spcPct val="100000"/>
              </a:lnSpc>
              <a:spcBef>
                <a:spcPts val="0"/>
              </a:spcBef>
              <a:spcAft>
                <a:spcPts val="0"/>
              </a:spcAft>
              <a:buClr>
                <a:srgbClr val="000000"/>
              </a:buClr>
              <a:buSzPts val="1100"/>
              <a:buFont typeface="Arial"/>
              <a:buNone/>
              <a:defRPr sz="1100" b="0" i="0" u="none" strike="noStrike">
                <a:solidFill>
                  <a:srgbClr val="000000"/>
                </a:solidFill>
                <a:latin typeface="Arial"/>
                <a:ea typeface="Arial"/>
              </a:defRPr>
            </a:lvl7pPr>
            <a:lvl8pPr lvl="7" algn="l">
              <a:lnSpc>
                <a:spcPct val="100000"/>
              </a:lnSpc>
              <a:spcBef>
                <a:spcPts val="0"/>
              </a:spcBef>
              <a:spcAft>
                <a:spcPts val="0"/>
              </a:spcAft>
              <a:buClr>
                <a:srgbClr val="000000"/>
              </a:buClr>
              <a:buSzPts val="1100"/>
              <a:buFont typeface="Arial"/>
              <a:buNone/>
              <a:defRPr sz="1100" b="0" i="0" u="none" strike="noStrike">
                <a:solidFill>
                  <a:srgbClr val="000000"/>
                </a:solidFill>
                <a:latin typeface="Arial"/>
                <a:ea typeface="Arial"/>
              </a:defRPr>
            </a:lvl8pPr>
            <a:lvl9pPr lvl="8" algn="l">
              <a:lnSpc>
                <a:spcPct val="100000"/>
              </a:lnSpc>
              <a:spcBef>
                <a:spcPts val="0"/>
              </a:spcBef>
              <a:spcAft>
                <a:spcPts val="0"/>
              </a:spcAft>
              <a:buClr>
                <a:srgbClr val="000000"/>
              </a:buClr>
              <a:buSzPts val="1100"/>
              <a:buFont typeface="Arial"/>
              <a:buNone/>
              <a:defRPr sz="1100" b="0" i="0" u="none" strike="noStrike">
                <a:solidFill>
                  <a:srgbClr val="000000"/>
                </a:solidFill>
                <a:latin typeface="Arial"/>
                <a:ea typeface="Arial"/>
              </a:defRPr>
            </a:lvl9pPr>
          </a:lstStyle>
          <a:p>
            <a:endParaRPr/>
          </a:p>
        </p:txBody>
      </p:sp>
    </p:spTree>
    <p:extLst>
      <p:ext uri="{BB962C8B-B14F-4D97-AF65-F5344CB8AC3E}">
        <p14:creationId xmlns:p14="http://schemas.microsoft.com/office/powerpoint/2010/main" val="1074913554"/>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1_Title only">
    <p:spTree>
      <p:nvGrpSpPr>
        <p:cNvPr id="1" name="Shape 97"/>
        <p:cNvGrpSpPr/>
        <p:nvPr/>
      </p:nvGrpSpPr>
      <p:grpSpPr>
        <a:xfrm>
          <a:off x="0" y="0"/>
          <a:ext cx="0" cy="0"/>
          <a:chOff x="0" y="0"/>
          <a:chExt cx="0" cy="0"/>
        </a:xfrm>
      </p:grpSpPr>
      <p:sp>
        <p:nvSpPr>
          <p:cNvPr id="98" name="Google Shape;98;p14"/>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GB" altLang="en-GB"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9" name="Google Shape;99;p1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0" name="Google Shape;100;p14"/>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sz="1399"/>
          </a:p>
        </p:txBody>
      </p:sp>
      <p:pic>
        <p:nvPicPr>
          <p:cNvPr id="101" name="Google Shape;101;p14"/>
          <p:cNvPicPr preferRelativeResize="0">
            <a:picLocks/>
          </p:cNvPicPr>
          <p:nvPr/>
        </p:nvPicPr>
        <p:blipFill>
          <a:blip r:embed="rId2"/>
          <a:stretch>
            <a:fillRect/>
          </a:stretch>
        </p:blipFill>
        <p:spPr>
          <a:xfrm>
            <a:off x="8071525" y="4645400"/>
            <a:ext cx="929275" cy="309750"/>
          </a:xfrm>
          <a:prstGeom prst="rect">
            <a:avLst/>
          </a:prstGeom>
          <a:noFill/>
          <a:ln>
            <a:noFill/>
          </a:ln>
        </p:spPr>
      </p:pic>
      <p:sp>
        <p:nvSpPr>
          <p:cNvPr id="102" name="Google Shape;102;p14"/>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Tree>
    <p:extLst>
      <p:ext uri="{BB962C8B-B14F-4D97-AF65-F5344CB8AC3E}">
        <p14:creationId xmlns:p14="http://schemas.microsoft.com/office/powerpoint/2010/main" val="3597678398"/>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2_Title only">
    <p:spTree>
      <p:nvGrpSpPr>
        <p:cNvPr id="1" name="Shape 97"/>
        <p:cNvGrpSpPr/>
        <p:nvPr/>
      </p:nvGrpSpPr>
      <p:grpSpPr>
        <a:xfrm>
          <a:off x="0" y="0"/>
          <a:ext cx="0" cy="0"/>
          <a:chOff x="0" y="0"/>
          <a:chExt cx="0" cy="0"/>
        </a:xfrm>
      </p:grpSpPr>
      <p:sp>
        <p:nvSpPr>
          <p:cNvPr id="98" name="Google Shape;98;p14"/>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GB" altLang="en-GB"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9" name="Google Shape;99;p1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0" name="Google Shape;100;p14"/>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sz="1399"/>
          </a:p>
        </p:txBody>
      </p:sp>
      <p:pic>
        <p:nvPicPr>
          <p:cNvPr id="101" name="Google Shape;101;p14"/>
          <p:cNvPicPr preferRelativeResize="0">
            <a:picLocks/>
          </p:cNvPicPr>
          <p:nvPr/>
        </p:nvPicPr>
        <p:blipFill>
          <a:blip r:embed="rId2"/>
          <a:stretch>
            <a:fillRect/>
          </a:stretch>
        </p:blipFill>
        <p:spPr>
          <a:xfrm>
            <a:off x="8071525" y="4645400"/>
            <a:ext cx="929275" cy="309750"/>
          </a:xfrm>
          <a:prstGeom prst="rect">
            <a:avLst/>
          </a:prstGeom>
          <a:noFill/>
          <a:ln>
            <a:noFill/>
          </a:ln>
        </p:spPr>
      </p:pic>
      <p:sp>
        <p:nvSpPr>
          <p:cNvPr id="102" name="Google Shape;102;p14"/>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Tree>
    <p:extLst>
      <p:ext uri="{BB962C8B-B14F-4D97-AF65-F5344CB8AC3E}">
        <p14:creationId xmlns:p14="http://schemas.microsoft.com/office/powerpoint/2010/main" val="722967902"/>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3_Title only">
    <p:spTree>
      <p:nvGrpSpPr>
        <p:cNvPr id="1" name="Shape 97"/>
        <p:cNvGrpSpPr/>
        <p:nvPr/>
      </p:nvGrpSpPr>
      <p:grpSpPr>
        <a:xfrm>
          <a:off x="0" y="0"/>
          <a:ext cx="0" cy="0"/>
          <a:chOff x="0" y="0"/>
          <a:chExt cx="0" cy="0"/>
        </a:xfrm>
      </p:grpSpPr>
      <p:sp>
        <p:nvSpPr>
          <p:cNvPr id="98" name="Google Shape;98;p14"/>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GB" altLang="en-GB"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9" name="Google Shape;99;p1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0" name="Google Shape;100;p14"/>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sz="1399"/>
          </a:p>
        </p:txBody>
      </p:sp>
      <p:pic>
        <p:nvPicPr>
          <p:cNvPr id="101" name="Google Shape;101;p14"/>
          <p:cNvPicPr preferRelativeResize="0">
            <a:picLocks/>
          </p:cNvPicPr>
          <p:nvPr/>
        </p:nvPicPr>
        <p:blipFill>
          <a:blip r:embed="rId2"/>
          <a:stretch>
            <a:fillRect/>
          </a:stretch>
        </p:blipFill>
        <p:spPr>
          <a:xfrm>
            <a:off x="8071525" y="4645400"/>
            <a:ext cx="929275" cy="309750"/>
          </a:xfrm>
          <a:prstGeom prst="rect">
            <a:avLst/>
          </a:prstGeom>
          <a:noFill/>
          <a:ln>
            <a:noFill/>
          </a:ln>
        </p:spPr>
      </p:pic>
      <p:sp>
        <p:nvSpPr>
          <p:cNvPr id="102" name="Google Shape;102;p14"/>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Tree>
    <p:extLst>
      <p:ext uri="{BB962C8B-B14F-4D97-AF65-F5344CB8AC3E}">
        <p14:creationId xmlns:p14="http://schemas.microsoft.com/office/powerpoint/2010/main" val="993617778"/>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5_Title only">
    <p:spTree>
      <p:nvGrpSpPr>
        <p:cNvPr id="1" name="Shape 97"/>
        <p:cNvGrpSpPr/>
        <p:nvPr/>
      </p:nvGrpSpPr>
      <p:grpSpPr>
        <a:xfrm>
          <a:off x="0" y="0"/>
          <a:ext cx="0" cy="0"/>
          <a:chOff x="0" y="0"/>
          <a:chExt cx="0" cy="0"/>
        </a:xfrm>
      </p:grpSpPr>
      <p:sp>
        <p:nvSpPr>
          <p:cNvPr id="98" name="Google Shape;98;p14"/>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GB" altLang="en-GB"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9" name="Google Shape;99;p1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0" name="Google Shape;100;p14"/>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sz="1399"/>
          </a:p>
        </p:txBody>
      </p:sp>
      <p:pic>
        <p:nvPicPr>
          <p:cNvPr id="101" name="Google Shape;101;p14"/>
          <p:cNvPicPr preferRelativeResize="0">
            <a:picLocks/>
          </p:cNvPicPr>
          <p:nvPr/>
        </p:nvPicPr>
        <p:blipFill>
          <a:blip r:embed="rId2"/>
          <a:stretch>
            <a:fillRect/>
          </a:stretch>
        </p:blipFill>
        <p:spPr>
          <a:xfrm>
            <a:off x="8071525" y="4645400"/>
            <a:ext cx="929275" cy="309750"/>
          </a:xfrm>
          <a:prstGeom prst="rect">
            <a:avLst/>
          </a:prstGeom>
          <a:noFill/>
          <a:ln>
            <a:noFill/>
          </a:ln>
        </p:spPr>
      </p:pic>
      <p:sp>
        <p:nvSpPr>
          <p:cNvPr id="102" name="Google Shape;102;p14"/>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Tree>
    <p:extLst>
      <p:ext uri="{BB962C8B-B14F-4D97-AF65-F5344CB8AC3E}">
        <p14:creationId xmlns:p14="http://schemas.microsoft.com/office/powerpoint/2010/main" val="2090985408"/>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1_Title slide 4">
    <p:spTree>
      <p:nvGrpSpPr>
        <p:cNvPr id="1" name="Shape 544"/>
        <p:cNvGrpSpPr/>
        <p:nvPr/>
      </p:nvGrpSpPr>
      <p:grpSpPr>
        <a:xfrm>
          <a:off x="0" y="0"/>
          <a:ext cx="0" cy="0"/>
          <a:chOff x="0" y="0"/>
          <a:chExt cx="0" cy="0"/>
        </a:xfrm>
      </p:grpSpPr>
      <p:sp>
        <p:nvSpPr>
          <p:cNvPr id="545" name="Google Shape;545;p95"/>
          <p:cNvSpPr txBox="1">
            <a:spLocks noGrp="1"/>
          </p:cNvSpPr>
          <p:nvPr>
            <p:ph type="ctrTitle"/>
          </p:nvPr>
        </p:nvSpPr>
        <p:spPr>
          <a:xfrm>
            <a:off x="311708" y="744575"/>
            <a:ext cx="8520600" cy="2052600"/>
          </a:xfrm>
          <a:prstGeom prst="rect">
            <a:avLst/>
          </a:prstGeom>
        </p:spPr>
        <p:txBody>
          <a:bodyPr wrap="square" lIns="91425" tIns="91425" rIns="91425" bIns="91425" anchor="b" anchorCtr="0"/>
          <a:lstStyle>
            <a:lvl1pPr lvl="0" algn="ctr">
              <a:spcBef>
                <a:spcPts val="0"/>
              </a:spcBef>
              <a:spcAft>
                <a:spcPts val="0"/>
              </a:spcAft>
              <a:buSzPts val="5200"/>
              <a:buNone/>
              <a:defRPr sz="5201"/>
            </a:lvl1pPr>
            <a:lvl2pPr lvl="1" algn="ctr">
              <a:spcBef>
                <a:spcPts val="0"/>
              </a:spcBef>
              <a:spcAft>
                <a:spcPts val="0"/>
              </a:spcAft>
              <a:buSzPts val="5200"/>
              <a:buNone/>
              <a:defRPr sz="5201"/>
            </a:lvl2pPr>
            <a:lvl3pPr lvl="2" algn="ctr">
              <a:spcBef>
                <a:spcPts val="0"/>
              </a:spcBef>
              <a:spcAft>
                <a:spcPts val="0"/>
              </a:spcAft>
              <a:buSzPts val="5200"/>
              <a:buNone/>
              <a:defRPr sz="5201"/>
            </a:lvl3pPr>
            <a:lvl4pPr lvl="3" algn="ctr">
              <a:spcBef>
                <a:spcPts val="0"/>
              </a:spcBef>
              <a:spcAft>
                <a:spcPts val="0"/>
              </a:spcAft>
              <a:buSzPts val="5200"/>
              <a:buNone/>
              <a:defRPr sz="5201"/>
            </a:lvl4pPr>
            <a:lvl5pPr lvl="4" algn="ctr">
              <a:spcBef>
                <a:spcPts val="0"/>
              </a:spcBef>
              <a:spcAft>
                <a:spcPts val="0"/>
              </a:spcAft>
              <a:buSzPts val="5200"/>
              <a:buNone/>
              <a:defRPr sz="5201"/>
            </a:lvl5pPr>
            <a:lvl6pPr lvl="5" algn="ctr">
              <a:spcBef>
                <a:spcPts val="0"/>
              </a:spcBef>
              <a:spcAft>
                <a:spcPts val="0"/>
              </a:spcAft>
              <a:buSzPts val="5200"/>
              <a:buNone/>
              <a:defRPr sz="5201"/>
            </a:lvl6pPr>
            <a:lvl7pPr lvl="6" algn="ctr">
              <a:spcBef>
                <a:spcPts val="0"/>
              </a:spcBef>
              <a:spcAft>
                <a:spcPts val="0"/>
              </a:spcAft>
              <a:buSzPts val="5200"/>
              <a:buNone/>
              <a:defRPr sz="5201"/>
            </a:lvl7pPr>
            <a:lvl8pPr lvl="7" algn="ctr">
              <a:spcBef>
                <a:spcPts val="0"/>
              </a:spcBef>
              <a:spcAft>
                <a:spcPts val="0"/>
              </a:spcAft>
              <a:buSzPts val="5200"/>
              <a:buNone/>
              <a:defRPr sz="5201"/>
            </a:lvl8pPr>
            <a:lvl9pPr lvl="8" algn="ctr">
              <a:spcBef>
                <a:spcPts val="0"/>
              </a:spcBef>
              <a:spcAft>
                <a:spcPts val="0"/>
              </a:spcAft>
              <a:buSzPts val="5200"/>
              <a:buNone/>
              <a:defRPr sz="5201"/>
            </a:lvl9pPr>
          </a:lstStyle>
          <a:p>
            <a:endParaRPr/>
          </a:p>
        </p:txBody>
      </p:sp>
      <p:sp>
        <p:nvSpPr>
          <p:cNvPr id="546" name="Google Shape;546;p95"/>
          <p:cNvSpPr txBox="1">
            <a:spLocks noGrp="1"/>
          </p:cNvSpPr>
          <p:nvPr>
            <p:ph type="subTitle" idx="1"/>
          </p:nvPr>
        </p:nvSpPr>
        <p:spPr>
          <a:xfrm>
            <a:off x="311700" y="2834125"/>
            <a:ext cx="8520600" cy="792600"/>
          </a:xfrm>
          <a:prstGeom prst="rect">
            <a:avLst/>
          </a:prstGeom>
        </p:spPr>
        <p:txBody>
          <a:bodyPr wrap="square" lIns="91425" tIns="91425" rIns="91425" bIns="91425" anchor="t" anchorCtr="0"/>
          <a:lstStyle>
            <a:lvl1pPr lvl="0" algn="ctr">
              <a:lnSpc>
                <a:spcPct val="100000"/>
              </a:lnSpc>
              <a:spcBef>
                <a:spcPts val="0"/>
              </a:spcBef>
              <a:spcAft>
                <a:spcPts val="0"/>
              </a:spcAft>
              <a:buSzPts val="2800"/>
              <a:buNone/>
              <a:defRPr sz="2801"/>
            </a:lvl1pPr>
            <a:lvl2pPr lvl="1" algn="ctr">
              <a:lnSpc>
                <a:spcPct val="100000"/>
              </a:lnSpc>
              <a:spcBef>
                <a:spcPct val="267000"/>
              </a:spcBef>
              <a:spcAft>
                <a:spcPts val="0"/>
              </a:spcAft>
              <a:buSzPts val="2800"/>
              <a:buNone/>
              <a:defRPr sz="2801"/>
            </a:lvl2pPr>
            <a:lvl3pPr lvl="2" algn="ctr">
              <a:lnSpc>
                <a:spcPct val="100000"/>
              </a:lnSpc>
              <a:spcBef>
                <a:spcPct val="267000"/>
              </a:spcBef>
              <a:spcAft>
                <a:spcPts val="0"/>
              </a:spcAft>
              <a:buSzPts val="2800"/>
              <a:buNone/>
              <a:defRPr sz="2801"/>
            </a:lvl3pPr>
            <a:lvl4pPr lvl="3" algn="ctr">
              <a:lnSpc>
                <a:spcPct val="100000"/>
              </a:lnSpc>
              <a:spcBef>
                <a:spcPct val="267000"/>
              </a:spcBef>
              <a:spcAft>
                <a:spcPts val="0"/>
              </a:spcAft>
              <a:buSzPts val="2800"/>
              <a:buNone/>
              <a:defRPr sz="2801"/>
            </a:lvl4pPr>
            <a:lvl5pPr lvl="4" algn="ctr">
              <a:lnSpc>
                <a:spcPct val="100000"/>
              </a:lnSpc>
              <a:spcBef>
                <a:spcPct val="267000"/>
              </a:spcBef>
              <a:spcAft>
                <a:spcPts val="0"/>
              </a:spcAft>
              <a:buSzPts val="2800"/>
              <a:buNone/>
              <a:defRPr sz="2801"/>
            </a:lvl5pPr>
            <a:lvl6pPr lvl="5" algn="ctr">
              <a:lnSpc>
                <a:spcPct val="100000"/>
              </a:lnSpc>
              <a:spcBef>
                <a:spcPct val="267000"/>
              </a:spcBef>
              <a:spcAft>
                <a:spcPts val="0"/>
              </a:spcAft>
              <a:buSzPts val="2800"/>
              <a:buNone/>
              <a:defRPr sz="2801"/>
            </a:lvl6pPr>
            <a:lvl7pPr lvl="6" algn="ctr">
              <a:lnSpc>
                <a:spcPct val="100000"/>
              </a:lnSpc>
              <a:spcBef>
                <a:spcPct val="267000"/>
              </a:spcBef>
              <a:spcAft>
                <a:spcPts val="0"/>
              </a:spcAft>
              <a:buSzPts val="2800"/>
              <a:buNone/>
              <a:defRPr sz="2801"/>
            </a:lvl7pPr>
            <a:lvl8pPr lvl="7" algn="ctr">
              <a:lnSpc>
                <a:spcPct val="100000"/>
              </a:lnSpc>
              <a:spcBef>
                <a:spcPct val="267000"/>
              </a:spcBef>
              <a:spcAft>
                <a:spcPts val="0"/>
              </a:spcAft>
              <a:buSzPts val="2800"/>
              <a:buNone/>
              <a:defRPr sz="2801"/>
            </a:lvl8pPr>
            <a:lvl9pPr lvl="8" algn="ctr">
              <a:lnSpc>
                <a:spcPct val="100000"/>
              </a:lnSpc>
              <a:spcBef>
                <a:spcPct val="267000"/>
              </a:spcBef>
              <a:spcAft>
                <a:spcPts val="0"/>
              </a:spcAft>
              <a:buSzPts val="2800"/>
              <a:buNone/>
              <a:defRPr sz="2801"/>
            </a:lvl9pPr>
          </a:lstStyle>
          <a:p>
            <a:endParaRPr/>
          </a:p>
        </p:txBody>
      </p:sp>
      <p:sp>
        <p:nvSpPr>
          <p:cNvPr id="547" name="Google Shape;547;p95"/>
          <p:cNvSpPr txBox="1">
            <a:spLocks noGrp="1"/>
          </p:cNvSpPr>
          <p:nvPr>
            <p:ph type="sldNum" idx="12"/>
          </p:nvPr>
        </p:nvSpPr>
        <p:spPr>
          <a:xfrm>
            <a:off x="8472458" y="4663217"/>
            <a:ext cx="548700" cy="393600"/>
          </a:xfrm>
          <a:prstGeom prst="rect">
            <a:avLst/>
          </a:prstGeom>
        </p:spPr>
        <p:txBody>
          <a:bodyPr wrap="square" lIns="91425" tIns="91425" rIns="91425" bIns="91425" anchor="ctr" anchorCtr="0"/>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6916FF27-387A-4362-8121-B66BCFA1FC74}" type="slidenum">
              <a:rPr lang="en-GB" altLang="en-GB"/>
              <a:t>‹#›</a:t>
            </a:fld>
            <a:endParaRPr lang="en-GB" altLang="en-GB"/>
          </a:p>
        </p:txBody>
      </p:sp>
    </p:spTree>
    <p:extLst>
      <p:ext uri="{BB962C8B-B14F-4D97-AF65-F5344CB8AC3E}">
        <p14:creationId xmlns:p14="http://schemas.microsoft.com/office/powerpoint/2010/main" val="2878193250"/>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6_Title only">
    <p:spTree>
      <p:nvGrpSpPr>
        <p:cNvPr id="1" name="Shape 97"/>
        <p:cNvGrpSpPr/>
        <p:nvPr/>
      </p:nvGrpSpPr>
      <p:grpSpPr>
        <a:xfrm>
          <a:off x="0" y="0"/>
          <a:ext cx="0" cy="0"/>
          <a:chOff x="0" y="0"/>
          <a:chExt cx="0" cy="0"/>
        </a:xfrm>
      </p:grpSpPr>
      <p:sp>
        <p:nvSpPr>
          <p:cNvPr id="98" name="Google Shape;98;p14"/>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GB" altLang="en-GB"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9" name="Google Shape;99;p1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0" name="Google Shape;100;p14"/>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sz="1399"/>
          </a:p>
        </p:txBody>
      </p:sp>
      <p:pic>
        <p:nvPicPr>
          <p:cNvPr id="101" name="Google Shape;101;p14"/>
          <p:cNvPicPr preferRelativeResize="0">
            <a:picLocks/>
          </p:cNvPicPr>
          <p:nvPr/>
        </p:nvPicPr>
        <p:blipFill>
          <a:blip r:embed="rId2"/>
          <a:stretch>
            <a:fillRect/>
          </a:stretch>
        </p:blipFill>
        <p:spPr>
          <a:xfrm>
            <a:off x="8071525" y="4645400"/>
            <a:ext cx="929275" cy="309750"/>
          </a:xfrm>
          <a:prstGeom prst="rect">
            <a:avLst/>
          </a:prstGeom>
          <a:noFill/>
          <a:ln>
            <a:noFill/>
          </a:ln>
        </p:spPr>
      </p:pic>
      <p:sp>
        <p:nvSpPr>
          <p:cNvPr id="102" name="Google Shape;102;p14"/>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Tree>
    <p:extLst>
      <p:ext uri="{BB962C8B-B14F-4D97-AF65-F5344CB8AC3E}">
        <p14:creationId xmlns:p14="http://schemas.microsoft.com/office/powerpoint/2010/main" val="3670202555"/>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7_Title only">
    <p:spTree>
      <p:nvGrpSpPr>
        <p:cNvPr id="1" name="Shape 97"/>
        <p:cNvGrpSpPr/>
        <p:nvPr/>
      </p:nvGrpSpPr>
      <p:grpSpPr>
        <a:xfrm>
          <a:off x="0" y="0"/>
          <a:ext cx="0" cy="0"/>
          <a:chOff x="0" y="0"/>
          <a:chExt cx="0" cy="0"/>
        </a:xfrm>
      </p:grpSpPr>
      <p:sp>
        <p:nvSpPr>
          <p:cNvPr id="98" name="Google Shape;98;p14"/>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GB" altLang="en-GB"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9" name="Google Shape;99;p1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0" name="Google Shape;100;p14"/>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sz="1399"/>
          </a:p>
        </p:txBody>
      </p:sp>
      <p:pic>
        <p:nvPicPr>
          <p:cNvPr id="101" name="Google Shape;101;p14"/>
          <p:cNvPicPr preferRelativeResize="0">
            <a:picLocks/>
          </p:cNvPicPr>
          <p:nvPr/>
        </p:nvPicPr>
        <p:blipFill>
          <a:blip r:embed="rId2"/>
          <a:stretch>
            <a:fillRect/>
          </a:stretch>
        </p:blipFill>
        <p:spPr>
          <a:xfrm>
            <a:off x="8071525" y="4645400"/>
            <a:ext cx="929275" cy="309750"/>
          </a:xfrm>
          <a:prstGeom prst="rect">
            <a:avLst/>
          </a:prstGeom>
          <a:noFill/>
          <a:ln>
            <a:noFill/>
          </a:ln>
        </p:spPr>
      </p:pic>
      <p:sp>
        <p:nvSpPr>
          <p:cNvPr id="102" name="Google Shape;102;p14"/>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Tree>
    <p:extLst>
      <p:ext uri="{BB962C8B-B14F-4D97-AF65-F5344CB8AC3E}">
        <p14:creationId xmlns:p14="http://schemas.microsoft.com/office/powerpoint/2010/main" val="2701098183"/>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9_Title only">
    <p:spTree>
      <p:nvGrpSpPr>
        <p:cNvPr id="1" name="Shape 97"/>
        <p:cNvGrpSpPr/>
        <p:nvPr/>
      </p:nvGrpSpPr>
      <p:grpSpPr>
        <a:xfrm>
          <a:off x="0" y="0"/>
          <a:ext cx="0" cy="0"/>
          <a:chOff x="0" y="0"/>
          <a:chExt cx="0" cy="0"/>
        </a:xfrm>
      </p:grpSpPr>
      <p:sp>
        <p:nvSpPr>
          <p:cNvPr id="98" name="Google Shape;98;p14"/>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GB" altLang="en-GB"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9" name="Google Shape;99;p1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0" name="Google Shape;100;p14"/>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sz="1399"/>
          </a:p>
        </p:txBody>
      </p:sp>
      <p:pic>
        <p:nvPicPr>
          <p:cNvPr id="101" name="Google Shape;101;p14"/>
          <p:cNvPicPr preferRelativeResize="0">
            <a:picLocks/>
          </p:cNvPicPr>
          <p:nvPr/>
        </p:nvPicPr>
        <p:blipFill>
          <a:blip r:embed="rId2"/>
          <a:stretch>
            <a:fillRect/>
          </a:stretch>
        </p:blipFill>
        <p:spPr>
          <a:xfrm>
            <a:off x="8071525" y="4645400"/>
            <a:ext cx="929275" cy="309750"/>
          </a:xfrm>
          <a:prstGeom prst="rect">
            <a:avLst/>
          </a:prstGeom>
          <a:noFill/>
          <a:ln>
            <a:noFill/>
          </a:ln>
        </p:spPr>
      </p:pic>
      <p:sp>
        <p:nvSpPr>
          <p:cNvPr id="102" name="Google Shape;102;p14"/>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Tree>
    <p:extLst>
      <p:ext uri="{BB962C8B-B14F-4D97-AF65-F5344CB8AC3E}">
        <p14:creationId xmlns:p14="http://schemas.microsoft.com/office/powerpoint/2010/main" val="2385821871"/>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10_Title only">
    <p:spTree>
      <p:nvGrpSpPr>
        <p:cNvPr id="1" name="Shape 97"/>
        <p:cNvGrpSpPr/>
        <p:nvPr/>
      </p:nvGrpSpPr>
      <p:grpSpPr>
        <a:xfrm>
          <a:off x="0" y="0"/>
          <a:ext cx="0" cy="0"/>
          <a:chOff x="0" y="0"/>
          <a:chExt cx="0" cy="0"/>
        </a:xfrm>
      </p:grpSpPr>
      <p:sp>
        <p:nvSpPr>
          <p:cNvPr id="98" name="Google Shape;98;p14"/>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GB" altLang="en-GB"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9" name="Google Shape;99;p1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0" name="Google Shape;100;p14"/>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sz="1399"/>
          </a:p>
        </p:txBody>
      </p:sp>
      <p:pic>
        <p:nvPicPr>
          <p:cNvPr id="101" name="Google Shape;101;p14"/>
          <p:cNvPicPr preferRelativeResize="0">
            <a:picLocks/>
          </p:cNvPicPr>
          <p:nvPr/>
        </p:nvPicPr>
        <p:blipFill>
          <a:blip r:embed="rId2"/>
          <a:stretch>
            <a:fillRect/>
          </a:stretch>
        </p:blipFill>
        <p:spPr>
          <a:xfrm>
            <a:off x="8071525" y="4645400"/>
            <a:ext cx="929275" cy="309750"/>
          </a:xfrm>
          <a:prstGeom prst="rect">
            <a:avLst/>
          </a:prstGeom>
          <a:noFill/>
          <a:ln>
            <a:noFill/>
          </a:ln>
        </p:spPr>
      </p:pic>
      <p:sp>
        <p:nvSpPr>
          <p:cNvPr id="102" name="Google Shape;102;p14"/>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Tree>
    <p:extLst>
      <p:ext uri="{BB962C8B-B14F-4D97-AF65-F5344CB8AC3E}">
        <p14:creationId xmlns:p14="http://schemas.microsoft.com/office/powerpoint/2010/main" val="927306251"/>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1_Closing Slide">
    <p:bg>
      <p:bgPr>
        <a:solidFill>
          <a:srgbClr val="125284"/>
        </a:solidFill>
        <a:effectLst/>
      </p:bgPr>
    </p:bg>
    <p:spTree>
      <p:nvGrpSpPr>
        <p:cNvPr id="1" name="Shape 118"/>
        <p:cNvGrpSpPr/>
        <p:nvPr/>
      </p:nvGrpSpPr>
      <p:grpSpPr>
        <a:xfrm>
          <a:off x="0" y="0"/>
          <a:ext cx="0" cy="0"/>
          <a:chOff x="0" y="0"/>
          <a:chExt cx="0" cy="0"/>
        </a:xfrm>
      </p:grpSpPr>
      <p:sp>
        <p:nvSpPr>
          <p:cNvPr id="119" name="Google Shape;119;p17"/>
          <p:cNvSpPr txBox="1"/>
          <p:nvPr/>
        </p:nvSpPr>
        <p:spPr>
          <a:xfrm>
            <a:off x="5378350" y="2647475"/>
            <a:ext cx="3218400" cy="2472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1601">
                <a:solidFill>
                  <a:srgbClr val="FFFFFF"/>
                </a:solidFill>
                <a:latin typeface="Rubik"/>
                <a:ea typeface="Rubik"/>
              </a:rPr>
              <a:t>For more information, contact us.</a:t>
            </a:r>
            <a:endParaRPr sz="1601">
              <a:solidFill>
                <a:srgbClr val="FFFFFF"/>
              </a:solidFill>
              <a:latin typeface="Rubik"/>
              <a:ea typeface="Rubik"/>
            </a:endParaRPr>
          </a:p>
        </p:txBody>
      </p:sp>
      <p:sp>
        <p:nvSpPr>
          <p:cNvPr id="120" name="Google Shape;120;p17"/>
          <p:cNvSpPr txBox="1"/>
          <p:nvPr/>
        </p:nvSpPr>
        <p:spPr>
          <a:xfrm>
            <a:off x="170025" y="230325"/>
            <a:ext cx="4329600" cy="7785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2801">
                <a:solidFill>
                  <a:srgbClr val="FFFFFF"/>
                </a:solidFill>
                <a:latin typeface="Rubik"/>
                <a:ea typeface="Rubik"/>
              </a:rPr>
              <a:t>THANK YOU</a:t>
            </a:r>
            <a:endParaRPr sz="2801">
              <a:solidFill>
                <a:srgbClr val="FFFFFF"/>
              </a:solidFill>
              <a:latin typeface="Rubik"/>
              <a:ea typeface="Rubik"/>
            </a:endParaRPr>
          </a:p>
          <a:p>
            <a:pPr marL="0" lvl="0" indent="0" algn="l">
              <a:spcBef>
                <a:spcPts val="0"/>
              </a:spcBef>
              <a:spcAft>
                <a:spcPts val="0"/>
              </a:spcAft>
              <a:buNone/>
            </a:pPr>
            <a:r>
              <a:rPr lang="en-GB" altLang="en-GB" sz="2400">
                <a:solidFill>
                  <a:srgbClr val="FB394D"/>
                </a:solidFill>
                <a:latin typeface="Rubik"/>
                <a:ea typeface="Rubik"/>
              </a:rPr>
              <a:t>–</a:t>
            </a:r>
            <a:endParaRPr sz="2400">
              <a:solidFill>
                <a:srgbClr val="FB394D"/>
              </a:solidFill>
              <a:latin typeface="Rubik"/>
              <a:ea typeface="Rubik"/>
            </a:endParaRPr>
          </a:p>
        </p:txBody>
      </p:sp>
      <p:sp>
        <p:nvSpPr>
          <p:cNvPr id="121" name="Google Shape;121;p17"/>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600">
                <a:solidFill>
                  <a:srgbClr val="7197B5"/>
                </a:solidFill>
                <a:latin typeface="Rubik Medium"/>
                <a:ea typeface="Rubik Medium"/>
              </a:rPr>
              <a:t>EMPACT.SG</a:t>
            </a:r>
            <a:endParaRPr sz="600">
              <a:solidFill>
                <a:srgbClr val="7197B5"/>
              </a:solidFill>
              <a:latin typeface="Rubik Medium"/>
              <a:ea typeface="Rubik Medium"/>
            </a:endParaRPr>
          </a:p>
        </p:txBody>
      </p:sp>
      <p:sp>
        <p:nvSpPr>
          <p:cNvPr id="122" name="Google Shape;122;p17"/>
          <p:cNvSpPr txBox="1">
            <a:spLocks noGrp="1"/>
          </p:cNvSpPr>
          <p:nvPr>
            <p:ph type="subTitle" idx="1"/>
          </p:nvPr>
        </p:nvSpPr>
        <p:spPr>
          <a:xfrm>
            <a:off x="5302150" y="2960400"/>
            <a:ext cx="3652500" cy="714300"/>
          </a:xfrm>
          <a:prstGeom prst="rect">
            <a:avLst/>
          </a:prstGeom>
        </p:spPr>
        <p:txBody>
          <a:bodyPr wrap="square" lIns="91425" tIns="91425" rIns="91425" bIns="91425" anchor="t" anchorCtr="0"/>
          <a:lstStyle>
            <a:lvl1pPr lvl="0">
              <a:lnSpc>
                <a:spcPct val="100000"/>
              </a:lnSpc>
              <a:spcBef>
                <a:spcPts val="0"/>
              </a:spcBef>
              <a:spcAft>
                <a:spcPts val="0"/>
              </a:spcAft>
              <a:buNone/>
              <a:defRPr>
                <a:solidFill>
                  <a:srgbClr val="A0BACE"/>
                </a:solidFill>
                <a:latin typeface="Rubik"/>
                <a:ea typeface="Rubik"/>
              </a:defRPr>
            </a:lvl1pPr>
            <a:lvl2pPr lvl="1">
              <a:lnSpc>
                <a:spcPct val="100000"/>
              </a:lnSpc>
              <a:spcBef>
                <a:spcPts val="0"/>
              </a:spcBef>
              <a:spcAft>
                <a:spcPts val="0"/>
              </a:spcAft>
              <a:buNone/>
              <a:defRPr>
                <a:solidFill>
                  <a:srgbClr val="A0BACE"/>
                </a:solidFill>
                <a:latin typeface="Rubik"/>
                <a:ea typeface="Rubik"/>
              </a:defRPr>
            </a:lvl2pPr>
            <a:lvl3pPr lvl="2">
              <a:lnSpc>
                <a:spcPct val="100000"/>
              </a:lnSpc>
              <a:spcBef>
                <a:spcPts val="0"/>
              </a:spcBef>
              <a:spcAft>
                <a:spcPts val="0"/>
              </a:spcAft>
              <a:buNone/>
              <a:defRPr>
                <a:solidFill>
                  <a:srgbClr val="A0BACE"/>
                </a:solidFill>
                <a:latin typeface="Rubik"/>
                <a:ea typeface="Rubik"/>
              </a:defRPr>
            </a:lvl3pPr>
            <a:lvl4pPr lvl="3">
              <a:lnSpc>
                <a:spcPct val="100000"/>
              </a:lnSpc>
              <a:spcBef>
                <a:spcPts val="0"/>
              </a:spcBef>
              <a:spcAft>
                <a:spcPts val="0"/>
              </a:spcAft>
              <a:buNone/>
              <a:defRPr>
                <a:solidFill>
                  <a:srgbClr val="A0BACE"/>
                </a:solidFill>
                <a:latin typeface="Rubik"/>
                <a:ea typeface="Rubik"/>
              </a:defRPr>
            </a:lvl4pPr>
            <a:lvl5pPr lvl="4">
              <a:lnSpc>
                <a:spcPct val="100000"/>
              </a:lnSpc>
              <a:spcBef>
                <a:spcPts val="0"/>
              </a:spcBef>
              <a:spcAft>
                <a:spcPts val="0"/>
              </a:spcAft>
              <a:buNone/>
              <a:defRPr>
                <a:solidFill>
                  <a:srgbClr val="A0BACE"/>
                </a:solidFill>
                <a:latin typeface="Rubik"/>
                <a:ea typeface="Rubik"/>
              </a:defRPr>
            </a:lvl5pPr>
            <a:lvl6pPr lvl="5">
              <a:lnSpc>
                <a:spcPct val="100000"/>
              </a:lnSpc>
              <a:spcBef>
                <a:spcPts val="0"/>
              </a:spcBef>
              <a:spcAft>
                <a:spcPts val="0"/>
              </a:spcAft>
              <a:buNone/>
              <a:defRPr>
                <a:solidFill>
                  <a:srgbClr val="A0BACE"/>
                </a:solidFill>
                <a:latin typeface="Rubik"/>
                <a:ea typeface="Rubik"/>
              </a:defRPr>
            </a:lvl6pPr>
            <a:lvl7pPr lvl="6">
              <a:lnSpc>
                <a:spcPct val="100000"/>
              </a:lnSpc>
              <a:spcBef>
                <a:spcPts val="0"/>
              </a:spcBef>
              <a:spcAft>
                <a:spcPts val="0"/>
              </a:spcAft>
              <a:buNone/>
              <a:defRPr>
                <a:solidFill>
                  <a:srgbClr val="A0BACE"/>
                </a:solidFill>
                <a:latin typeface="Rubik"/>
                <a:ea typeface="Rubik"/>
              </a:defRPr>
            </a:lvl7pPr>
            <a:lvl8pPr lvl="7">
              <a:lnSpc>
                <a:spcPct val="100000"/>
              </a:lnSpc>
              <a:spcBef>
                <a:spcPts val="0"/>
              </a:spcBef>
              <a:spcAft>
                <a:spcPts val="0"/>
              </a:spcAft>
              <a:buNone/>
              <a:defRPr>
                <a:solidFill>
                  <a:srgbClr val="A0BACE"/>
                </a:solidFill>
                <a:latin typeface="Rubik"/>
                <a:ea typeface="Rubik"/>
              </a:defRPr>
            </a:lvl8pPr>
            <a:lvl9pPr lvl="8">
              <a:lnSpc>
                <a:spcPct val="100000"/>
              </a:lnSpc>
              <a:spcBef>
                <a:spcPts val="0"/>
              </a:spcBef>
              <a:spcAft>
                <a:spcPts val="0"/>
              </a:spcAft>
              <a:buNone/>
              <a:defRPr>
                <a:solidFill>
                  <a:srgbClr val="A0BACE"/>
                </a:solidFill>
                <a:latin typeface="Rubik"/>
                <a:ea typeface="Rubik"/>
              </a:defRPr>
            </a:lvl9pPr>
          </a:lstStyle>
          <a:p>
            <a:endParaRPr/>
          </a:p>
        </p:txBody>
      </p:sp>
      <p:sp>
        <p:nvSpPr>
          <p:cNvPr id="123" name="Google Shape;123;p17"/>
          <p:cNvSpPr txBox="1">
            <a:spLocks noGrp="1"/>
          </p:cNvSpPr>
          <p:nvPr>
            <p:ph type="subTitle" idx="2"/>
          </p:nvPr>
        </p:nvSpPr>
        <p:spPr>
          <a:xfrm>
            <a:off x="5302150" y="3798600"/>
            <a:ext cx="3652500" cy="714300"/>
          </a:xfrm>
          <a:prstGeom prst="rect">
            <a:avLst/>
          </a:prstGeom>
        </p:spPr>
        <p:txBody>
          <a:bodyPr wrap="square" lIns="91425" tIns="91425" rIns="91425" bIns="91425" anchor="t" anchorCtr="0"/>
          <a:lstStyle>
            <a:lvl1pPr lvl="0">
              <a:lnSpc>
                <a:spcPct val="100000"/>
              </a:lnSpc>
              <a:spcBef>
                <a:spcPts val="0"/>
              </a:spcBef>
              <a:spcAft>
                <a:spcPts val="0"/>
              </a:spcAft>
              <a:buNone/>
              <a:defRPr>
                <a:solidFill>
                  <a:srgbClr val="A0BACE"/>
                </a:solidFill>
                <a:latin typeface="Rubik"/>
                <a:ea typeface="Rubik"/>
              </a:defRPr>
            </a:lvl1pPr>
            <a:lvl2pPr lvl="1">
              <a:lnSpc>
                <a:spcPct val="100000"/>
              </a:lnSpc>
              <a:spcBef>
                <a:spcPts val="0"/>
              </a:spcBef>
              <a:spcAft>
                <a:spcPts val="0"/>
              </a:spcAft>
              <a:buNone/>
              <a:defRPr>
                <a:solidFill>
                  <a:srgbClr val="A0BACE"/>
                </a:solidFill>
                <a:latin typeface="Rubik"/>
                <a:ea typeface="Rubik"/>
              </a:defRPr>
            </a:lvl2pPr>
            <a:lvl3pPr lvl="2">
              <a:lnSpc>
                <a:spcPct val="100000"/>
              </a:lnSpc>
              <a:spcBef>
                <a:spcPts val="0"/>
              </a:spcBef>
              <a:spcAft>
                <a:spcPts val="0"/>
              </a:spcAft>
              <a:buNone/>
              <a:defRPr>
                <a:solidFill>
                  <a:srgbClr val="A0BACE"/>
                </a:solidFill>
                <a:latin typeface="Rubik"/>
                <a:ea typeface="Rubik"/>
              </a:defRPr>
            </a:lvl3pPr>
            <a:lvl4pPr lvl="3">
              <a:lnSpc>
                <a:spcPct val="100000"/>
              </a:lnSpc>
              <a:spcBef>
                <a:spcPts val="0"/>
              </a:spcBef>
              <a:spcAft>
                <a:spcPts val="0"/>
              </a:spcAft>
              <a:buNone/>
              <a:defRPr>
                <a:solidFill>
                  <a:srgbClr val="A0BACE"/>
                </a:solidFill>
                <a:latin typeface="Rubik"/>
                <a:ea typeface="Rubik"/>
              </a:defRPr>
            </a:lvl4pPr>
            <a:lvl5pPr lvl="4">
              <a:lnSpc>
                <a:spcPct val="100000"/>
              </a:lnSpc>
              <a:spcBef>
                <a:spcPts val="0"/>
              </a:spcBef>
              <a:spcAft>
                <a:spcPts val="0"/>
              </a:spcAft>
              <a:buNone/>
              <a:defRPr>
                <a:solidFill>
                  <a:srgbClr val="A0BACE"/>
                </a:solidFill>
                <a:latin typeface="Rubik"/>
                <a:ea typeface="Rubik"/>
              </a:defRPr>
            </a:lvl5pPr>
            <a:lvl6pPr lvl="5">
              <a:lnSpc>
                <a:spcPct val="100000"/>
              </a:lnSpc>
              <a:spcBef>
                <a:spcPts val="0"/>
              </a:spcBef>
              <a:spcAft>
                <a:spcPts val="0"/>
              </a:spcAft>
              <a:buNone/>
              <a:defRPr>
                <a:solidFill>
                  <a:srgbClr val="A0BACE"/>
                </a:solidFill>
                <a:latin typeface="Rubik"/>
                <a:ea typeface="Rubik"/>
              </a:defRPr>
            </a:lvl6pPr>
            <a:lvl7pPr lvl="6">
              <a:lnSpc>
                <a:spcPct val="100000"/>
              </a:lnSpc>
              <a:spcBef>
                <a:spcPts val="0"/>
              </a:spcBef>
              <a:spcAft>
                <a:spcPts val="0"/>
              </a:spcAft>
              <a:buNone/>
              <a:defRPr>
                <a:solidFill>
                  <a:srgbClr val="A0BACE"/>
                </a:solidFill>
                <a:latin typeface="Rubik"/>
                <a:ea typeface="Rubik"/>
              </a:defRPr>
            </a:lvl7pPr>
            <a:lvl8pPr lvl="7">
              <a:lnSpc>
                <a:spcPct val="100000"/>
              </a:lnSpc>
              <a:spcBef>
                <a:spcPts val="0"/>
              </a:spcBef>
              <a:spcAft>
                <a:spcPts val="0"/>
              </a:spcAft>
              <a:buNone/>
              <a:defRPr>
                <a:solidFill>
                  <a:srgbClr val="A0BACE"/>
                </a:solidFill>
                <a:latin typeface="Rubik"/>
                <a:ea typeface="Rubik"/>
              </a:defRPr>
            </a:lvl8pPr>
            <a:lvl9pPr lvl="8">
              <a:lnSpc>
                <a:spcPct val="100000"/>
              </a:lnSpc>
              <a:spcBef>
                <a:spcPts val="0"/>
              </a:spcBef>
              <a:spcAft>
                <a:spcPts val="0"/>
              </a:spcAft>
              <a:buNone/>
              <a:defRPr>
                <a:solidFill>
                  <a:srgbClr val="A0BACE"/>
                </a:solidFill>
                <a:latin typeface="Rubik"/>
                <a:ea typeface="Rubik"/>
              </a:defRPr>
            </a:lvl9pPr>
          </a:lstStyle>
          <a:p>
            <a:endParaRPr/>
          </a:p>
        </p:txBody>
      </p:sp>
      <p:sp>
        <p:nvSpPr>
          <p:cNvPr id="124" name="Google Shape;124;p17"/>
          <p:cNvSpPr txBox="1">
            <a:spLocks noGrp="1"/>
          </p:cNvSpPr>
          <p:nvPr>
            <p:ph type="sldNum" idx="12"/>
          </p:nvPr>
        </p:nvSpPr>
        <p:spPr>
          <a:xfrm>
            <a:off x="8556784" y="4749851"/>
            <a:ext cx="548700" cy="393600"/>
          </a:xfrm>
          <a:prstGeom prst="rect">
            <a:avLst/>
          </a:prstGeom>
        </p:spPr>
        <p:txBody>
          <a:bodyPr wrap="square" lIns="91425" tIns="91425" rIns="91425" bIns="91425" anchor="t" anchorCtr="0"/>
          <a:lstStyle>
            <a:lvl1pPr lvl="0">
              <a:buNone/>
              <a:defRPr sz="1301">
                <a:solidFill>
                  <a:srgbClr val="125284"/>
                </a:solidFill>
                <a:latin typeface="Nunito Sans"/>
                <a:ea typeface="Nunito Sans"/>
              </a:defRPr>
            </a:lvl1pPr>
            <a:lvl2pPr lvl="1">
              <a:buNone/>
              <a:defRPr sz="1301">
                <a:solidFill>
                  <a:srgbClr val="125284"/>
                </a:solidFill>
                <a:latin typeface="Nunito Sans"/>
                <a:ea typeface="Nunito Sans"/>
              </a:defRPr>
            </a:lvl2pPr>
            <a:lvl3pPr lvl="2">
              <a:buNone/>
              <a:defRPr sz="1301">
                <a:solidFill>
                  <a:srgbClr val="125284"/>
                </a:solidFill>
                <a:latin typeface="Nunito Sans"/>
                <a:ea typeface="Nunito Sans"/>
              </a:defRPr>
            </a:lvl3pPr>
            <a:lvl4pPr lvl="3">
              <a:buNone/>
              <a:defRPr sz="1301">
                <a:solidFill>
                  <a:srgbClr val="125284"/>
                </a:solidFill>
                <a:latin typeface="Nunito Sans"/>
                <a:ea typeface="Nunito Sans"/>
              </a:defRPr>
            </a:lvl4pPr>
            <a:lvl5pPr lvl="4">
              <a:buNone/>
              <a:defRPr sz="1301">
                <a:solidFill>
                  <a:srgbClr val="125284"/>
                </a:solidFill>
                <a:latin typeface="Nunito Sans"/>
                <a:ea typeface="Nunito Sans"/>
              </a:defRPr>
            </a:lvl5pPr>
            <a:lvl6pPr lvl="5">
              <a:buNone/>
              <a:defRPr sz="1301">
                <a:solidFill>
                  <a:srgbClr val="125284"/>
                </a:solidFill>
                <a:latin typeface="Nunito Sans"/>
                <a:ea typeface="Nunito Sans"/>
              </a:defRPr>
            </a:lvl6pPr>
            <a:lvl7pPr lvl="6">
              <a:buNone/>
              <a:defRPr sz="1301">
                <a:solidFill>
                  <a:srgbClr val="125284"/>
                </a:solidFill>
                <a:latin typeface="Nunito Sans"/>
                <a:ea typeface="Nunito Sans"/>
              </a:defRPr>
            </a:lvl7pPr>
            <a:lvl8pPr lvl="7">
              <a:buNone/>
              <a:defRPr sz="1301">
                <a:solidFill>
                  <a:srgbClr val="125284"/>
                </a:solidFill>
                <a:latin typeface="Nunito Sans"/>
                <a:ea typeface="Nunito Sans"/>
              </a:defRPr>
            </a:lvl8pPr>
            <a:lvl9pPr lvl="8">
              <a:buNone/>
              <a:defRPr sz="1301">
                <a:solidFill>
                  <a:srgbClr val="125284"/>
                </a:solidFill>
                <a:latin typeface="Nunito Sans"/>
                <a:ea typeface="Nunito Sans"/>
              </a:defRPr>
            </a:lvl9pPr>
          </a:lstStyle>
          <a:p>
            <a:fld id="{CD48667B-8F50-471F-9708-3A8043601F3C}" type="slidenum">
              <a:rPr lang="en-GB" altLang="en-GB"/>
              <a:t>‹#›</a:t>
            </a:fld>
            <a:endParaRPr lang="en-GB" altLang="en-GB"/>
          </a:p>
        </p:txBody>
      </p:sp>
      <p:pic>
        <p:nvPicPr>
          <p:cNvPr id="125" name="Google Shape;125;p17"/>
          <p:cNvPicPr preferRelativeResize="0">
            <a:picLocks/>
          </p:cNvPicPr>
          <p:nvPr/>
        </p:nvPicPr>
        <p:blipFill>
          <a:blip r:embed="rId2"/>
          <a:stretch>
            <a:fillRect/>
          </a:stretch>
        </p:blipFill>
        <p:spPr>
          <a:xfrm>
            <a:off x="8071551" y="4645400"/>
            <a:ext cx="929251" cy="309750"/>
          </a:xfrm>
          <a:prstGeom prst="rect">
            <a:avLst/>
          </a:prstGeom>
          <a:noFill/>
          <a:ln>
            <a:noFill/>
          </a:ln>
        </p:spPr>
      </p:pic>
    </p:spTree>
    <p:extLst>
      <p:ext uri="{BB962C8B-B14F-4D97-AF65-F5344CB8AC3E}">
        <p14:creationId xmlns:p14="http://schemas.microsoft.com/office/powerpoint/2010/main" val="2918329663"/>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11_Title only">
    <p:spTree>
      <p:nvGrpSpPr>
        <p:cNvPr id="1" name="Shape 97"/>
        <p:cNvGrpSpPr/>
        <p:nvPr/>
      </p:nvGrpSpPr>
      <p:grpSpPr>
        <a:xfrm>
          <a:off x="0" y="0"/>
          <a:ext cx="0" cy="0"/>
          <a:chOff x="0" y="0"/>
          <a:chExt cx="0" cy="0"/>
        </a:xfrm>
      </p:grpSpPr>
      <p:sp>
        <p:nvSpPr>
          <p:cNvPr id="98" name="Google Shape;98;p14"/>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GB" altLang="en-GB"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9" name="Google Shape;99;p1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0" name="Google Shape;100;p14"/>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sz="1399"/>
          </a:p>
        </p:txBody>
      </p:sp>
      <p:pic>
        <p:nvPicPr>
          <p:cNvPr id="101" name="Google Shape;101;p14"/>
          <p:cNvPicPr preferRelativeResize="0">
            <a:picLocks/>
          </p:cNvPicPr>
          <p:nvPr/>
        </p:nvPicPr>
        <p:blipFill>
          <a:blip r:embed="rId2"/>
          <a:stretch>
            <a:fillRect/>
          </a:stretch>
        </p:blipFill>
        <p:spPr>
          <a:xfrm>
            <a:off x="8071525" y="4645400"/>
            <a:ext cx="929275" cy="309750"/>
          </a:xfrm>
          <a:prstGeom prst="rect">
            <a:avLst/>
          </a:prstGeom>
          <a:noFill/>
          <a:ln>
            <a:noFill/>
          </a:ln>
        </p:spPr>
      </p:pic>
      <p:sp>
        <p:nvSpPr>
          <p:cNvPr id="102" name="Google Shape;102;p14"/>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Tree>
    <p:extLst>
      <p:ext uri="{BB962C8B-B14F-4D97-AF65-F5344CB8AC3E}">
        <p14:creationId xmlns:p14="http://schemas.microsoft.com/office/powerpoint/2010/main" val="1306769429"/>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12_Title only">
    <p:spTree>
      <p:nvGrpSpPr>
        <p:cNvPr id="1" name="Shape 97"/>
        <p:cNvGrpSpPr/>
        <p:nvPr/>
      </p:nvGrpSpPr>
      <p:grpSpPr>
        <a:xfrm>
          <a:off x="0" y="0"/>
          <a:ext cx="0" cy="0"/>
          <a:chOff x="0" y="0"/>
          <a:chExt cx="0" cy="0"/>
        </a:xfrm>
      </p:grpSpPr>
      <p:sp>
        <p:nvSpPr>
          <p:cNvPr id="98" name="Google Shape;98;p14"/>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GB" altLang="en-GB"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9" name="Google Shape;99;p1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0" name="Google Shape;100;p14"/>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sz="1399"/>
          </a:p>
        </p:txBody>
      </p:sp>
      <p:pic>
        <p:nvPicPr>
          <p:cNvPr id="101" name="Google Shape;101;p14"/>
          <p:cNvPicPr preferRelativeResize="0">
            <a:picLocks/>
          </p:cNvPicPr>
          <p:nvPr/>
        </p:nvPicPr>
        <p:blipFill>
          <a:blip r:embed="rId2"/>
          <a:stretch>
            <a:fillRect/>
          </a:stretch>
        </p:blipFill>
        <p:spPr>
          <a:xfrm>
            <a:off x="8071525" y="4645400"/>
            <a:ext cx="929275" cy="309750"/>
          </a:xfrm>
          <a:prstGeom prst="rect">
            <a:avLst/>
          </a:prstGeom>
          <a:noFill/>
          <a:ln>
            <a:noFill/>
          </a:ln>
        </p:spPr>
      </p:pic>
      <p:sp>
        <p:nvSpPr>
          <p:cNvPr id="102" name="Google Shape;102;p14"/>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Tree>
    <p:extLst>
      <p:ext uri="{BB962C8B-B14F-4D97-AF65-F5344CB8AC3E}">
        <p14:creationId xmlns:p14="http://schemas.microsoft.com/office/powerpoint/2010/main" val="2269234006"/>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13_Title only">
    <p:spTree>
      <p:nvGrpSpPr>
        <p:cNvPr id="1" name="Shape 97"/>
        <p:cNvGrpSpPr/>
        <p:nvPr/>
      </p:nvGrpSpPr>
      <p:grpSpPr>
        <a:xfrm>
          <a:off x="0" y="0"/>
          <a:ext cx="0" cy="0"/>
          <a:chOff x="0" y="0"/>
          <a:chExt cx="0" cy="0"/>
        </a:xfrm>
      </p:grpSpPr>
      <p:sp>
        <p:nvSpPr>
          <p:cNvPr id="98" name="Google Shape;98;p14"/>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GB" altLang="en-GB"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9" name="Google Shape;99;p1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GB" altLang="en-GB"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0" name="Google Shape;100;p14"/>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sz="1399"/>
          </a:p>
        </p:txBody>
      </p:sp>
      <p:pic>
        <p:nvPicPr>
          <p:cNvPr id="101" name="Google Shape;101;p14"/>
          <p:cNvPicPr preferRelativeResize="0">
            <a:picLocks/>
          </p:cNvPicPr>
          <p:nvPr/>
        </p:nvPicPr>
        <p:blipFill>
          <a:blip r:embed="rId2"/>
          <a:stretch>
            <a:fillRect/>
          </a:stretch>
        </p:blipFill>
        <p:spPr>
          <a:xfrm>
            <a:off x="8071525" y="4645400"/>
            <a:ext cx="929275" cy="309750"/>
          </a:xfrm>
          <a:prstGeom prst="rect">
            <a:avLst/>
          </a:prstGeom>
          <a:noFill/>
          <a:ln>
            <a:noFill/>
          </a:ln>
        </p:spPr>
      </p:pic>
      <p:sp>
        <p:nvSpPr>
          <p:cNvPr id="102" name="Google Shape;102;p14"/>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Tree>
    <p:extLst>
      <p:ext uri="{BB962C8B-B14F-4D97-AF65-F5344CB8AC3E}">
        <p14:creationId xmlns:p14="http://schemas.microsoft.com/office/powerpoint/2010/main" val="2578866459"/>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Cover Slide - Design 1">
    <p:bg>
      <p:bgPr>
        <a:solidFill>
          <a:srgbClr val="125284"/>
        </a:solidFill>
        <a:effectLst/>
      </p:bgPr>
    </p:bg>
    <p:spTree>
      <p:nvGrpSpPr>
        <p:cNvPr id="1" name="Shape 12"/>
        <p:cNvGrpSpPr/>
        <p:nvPr/>
      </p:nvGrpSpPr>
      <p:grpSpPr>
        <a:xfrm>
          <a:off x="0" y="0"/>
          <a:ext cx="0" cy="0"/>
          <a:chOff x="0" y="0"/>
          <a:chExt cx="0" cy="0"/>
        </a:xfrm>
      </p:grpSpPr>
      <p:pic>
        <p:nvPicPr>
          <p:cNvPr id="13" name="Google Shape;13;p2"/>
          <p:cNvPicPr preferRelativeResize="0">
            <a:picLocks/>
          </p:cNvPicPr>
          <p:nvPr/>
        </p:nvPicPr>
        <p:blipFill>
          <a:blip r:embed="rId2">
            <a:alphaModFix/>
          </a:blip>
          <a:stretch>
            <a:fillRect/>
          </a:stretch>
        </p:blipFill>
        <p:spPr>
          <a:xfrm>
            <a:off x="7007175" y="2077825"/>
            <a:ext cx="1766250" cy="588750"/>
          </a:xfrm>
          <a:prstGeom prst="rect">
            <a:avLst/>
          </a:prstGeom>
          <a:noFill/>
          <a:ln>
            <a:noFill/>
          </a:ln>
        </p:spPr>
      </p:pic>
      <p:sp>
        <p:nvSpPr>
          <p:cNvPr id="14" name="Google Shape;14;p2"/>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sp>
        <p:nvSpPr>
          <p:cNvPr id="15" name="Google Shape;15;p2"/>
          <p:cNvSpPr txBox="1">
            <a:spLocks noGrp="1"/>
          </p:cNvSpPr>
          <p:nvPr>
            <p:ph type="title"/>
          </p:nvPr>
        </p:nvSpPr>
        <p:spPr>
          <a:xfrm>
            <a:off x="109875" y="1925500"/>
            <a:ext cx="4862100" cy="741000"/>
          </a:xfrm>
          <a:prstGeom prst="rect">
            <a:avLst/>
          </a:prstGeom>
        </p:spPr>
        <p:txBody>
          <a:bodyPr wrap="square" lIns="91425" tIns="91425" rIns="91425" bIns="91425" anchor="b" anchorCtr="0"/>
          <a:lstStyle>
            <a:lvl1pPr lvl="0">
              <a:spcBef>
                <a:spcPts val="0"/>
              </a:spcBef>
              <a:spcAft>
                <a:spcPts val="0"/>
              </a:spcAft>
              <a:buNone/>
              <a:defRPr sz="2200">
                <a:solidFill>
                  <a:srgbClr val="FFFFFF"/>
                </a:solidFill>
                <a:latin typeface="Poppins"/>
                <a:ea typeface="Poppins"/>
              </a:defRPr>
            </a:lvl1pPr>
            <a:lvl2pPr lvl="1">
              <a:spcBef>
                <a:spcPts val="0"/>
              </a:spcBef>
              <a:spcAft>
                <a:spcPts val="0"/>
              </a:spcAft>
              <a:buNone/>
              <a:defRPr sz="2200">
                <a:solidFill>
                  <a:srgbClr val="FFFFFF"/>
                </a:solidFill>
                <a:latin typeface="Poppins"/>
                <a:ea typeface="Poppins"/>
              </a:defRPr>
            </a:lvl2pPr>
            <a:lvl3pPr lvl="2">
              <a:spcBef>
                <a:spcPts val="0"/>
              </a:spcBef>
              <a:spcAft>
                <a:spcPts val="0"/>
              </a:spcAft>
              <a:buNone/>
              <a:defRPr sz="2200">
                <a:solidFill>
                  <a:srgbClr val="FFFFFF"/>
                </a:solidFill>
                <a:latin typeface="Poppins"/>
                <a:ea typeface="Poppins"/>
              </a:defRPr>
            </a:lvl3pPr>
            <a:lvl4pPr lvl="3">
              <a:spcBef>
                <a:spcPts val="0"/>
              </a:spcBef>
              <a:spcAft>
                <a:spcPts val="0"/>
              </a:spcAft>
              <a:buNone/>
              <a:defRPr sz="2200">
                <a:solidFill>
                  <a:srgbClr val="FFFFFF"/>
                </a:solidFill>
                <a:latin typeface="Poppins"/>
                <a:ea typeface="Poppins"/>
              </a:defRPr>
            </a:lvl4pPr>
            <a:lvl5pPr lvl="4">
              <a:spcBef>
                <a:spcPts val="0"/>
              </a:spcBef>
              <a:spcAft>
                <a:spcPts val="0"/>
              </a:spcAft>
              <a:buNone/>
              <a:defRPr sz="2200">
                <a:solidFill>
                  <a:srgbClr val="FFFFFF"/>
                </a:solidFill>
                <a:latin typeface="Poppins"/>
                <a:ea typeface="Poppins"/>
              </a:defRPr>
            </a:lvl5pPr>
            <a:lvl6pPr lvl="5">
              <a:spcBef>
                <a:spcPts val="0"/>
              </a:spcBef>
              <a:spcAft>
                <a:spcPts val="0"/>
              </a:spcAft>
              <a:buNone/>
              <a:defRPr sz="2200">
                <a:solidFill>
                  <a:srgbClr val="FFFFFF"/>
                </a:solidFill>
                <a:latin typeface="Poppins"/>
                <a:ea typeface="Poppins"/>
              </a:defRPr>
            </a:lvl6pPr>
            <a:lvl7pPr lvl="6">
              <a:spcBef>
                <a:spcPts val="0"/>
              </a:spcBef>
              <a:spcAft>
                <a:spcPts val="0"/>
              </a:spcAft>
              <a:buNone/>
              <a:defRPr sz="2200">
                <a:solidFill>
                  <a:srgbClr val="FFFFFF"/>
                </a:solidFill>
                <a:latin typeface="Poppins"/>
                <a:ea typeface="Poppins"/>
              </a:defRPr>
            </a:lvl7pPr>
            <a:lvl8pPr lvl="7">
              <a:spcBef>
                <a:spcPts val="0"/>
              </a:spcBef>
              <a:spcAft>
                <a:spcPts val="0"/>
              </a:spcAft>
              <a:buNone/>
              <a:defRPr sz="2200">
                <a:solidFill>
                  <a:srgbClr val="FFFFFF"/>
                </a:solidFill>
                <a:latin typeface="Poppins"/>
                <a:ea typeface="Poppins"/>
              </a:defRPr>
            </a:lvl8pPr>
            <a:lvl9pPr lvl="8">
              <a:spcBef>
                <a:spcPts val="0"/>
              </a:spcBef>
              <a:spcAft>
                <a:spcPts val="0"/>
              </a:spcAft>
              <a:buNone/>
              <a:defRPr sz="2200">
                <a:solidFill>
                  <a:srgbClr val="FFFFFF"/>
                </a:solidFill>
                <a:latin typeface="Poppins"/>
                <a:ea typeface="Poppins"/>
              </a:defRPr>
            </a:lvl9pPr>
          </a:lstStyle>
          <a:p>
            <a:endParaRPr/>
          </a:p>
        </p:txBody>
      </p:sp>
      <p:sp>
        <p:nvSpPr>
          <p:cNvPr id="16" name="Google Shape;16;p2"/>
          <p:cNvSpPr txBox="1">
            <a:spLocks noGrp="1"/>
          </p:cNvSpPr>
          <p:nvPr>
            <p:ph type="subTitle" idx="1"/>
          </p:nvPr>
        </p:nvSpPr>
        <p:spPr>
          <a:xfrm>
            <a:off x="117525" y="2563925"/>
            <a:ext cx="3317100" cy="432900"/>
          </a:xfrm>
          <a:prstGeom prst="rect">
            <a:avLst/>
          </a:prstGeom>
        </p:spPr>
        <p:txBody>
          <a:bodyPr wrap="square" lIns="91425" tIns="91425" rIns="91425" bIns="91425" anchor="t" anchorCtr="0"/>
          <a:lstStyle>
            <a:lvl1pPr lvl="0">
              <a:spcBef>
                <a:spcPts val="0"/>
              </a:spcBef>
              <a:spcAft>
                <a:spcPts val="0"/>
              </a:spcAft>
              <a:buNone/>
              <a:defRPr i="1">
                <a:solidFill>
                  <a:schemeClr val="accent1"/>
                </a:solidFill>
                <a:latin typeface="Rubik Light"/>
                <a:ea typeface="Rubik Light"/>
              </a:defRPr>
            </a:lvl1pPr>
            <a:lvl2pPr lvl="1">
              <a:spcBef>
                <a:spcPts val="0"/>
              </a:spcBef>
              <a:spcAft>
                <a:spcPts val="0"/>
              </a:spcAft>
              <a:buNone/>
              <a:defRPr sz="600" i="1">
                <a:solidFill>
                  <a:schemeClr val="accent1"/>
                </a:solidFill>
              </a:defRPr>
            </a:lvl2pPr>
            <a:lvl3pPr lvl="2">
              <a:spcBef>
                <a:spcPts val="0"/>
              </a:spcBef>
              <a:spcAft>
                <a:spcPts val="0"/>
              </a:spcAft>
              <a:buNone/>
              <a:defRPr sz="600" i="1">
                <a:solidFill>
                  <a:schemeClr val="accent1"/>
                </a:solidFill>
              </a:defRPr>
            </a:lvl3pPr>
            <a:lvl4pPr lvl="3">
              <a:spcBef>
                <a:spcPts val="0"/>
              </a:spcBef>
              <a:spcAft>
                <a:spcPts val="0"/>
              </a:spcAft>
              <a:buNone/>
              <a:defRPr sz="600" i="1">
                <a:solidFill>
                  <a:schemeClr val="accent1"/>
                </a:solidFill>
              </a:defRPr>
            </a:lvl4pPr>
            <a:lvl5pPr lvl="4">
              <a:spcBef>
                <a:spcPts val="0"/>
              </a:spcBef>
              <a:spcAft>
                <a:spcPts val="0"/>
              </a:spcAft>
              <a:buNone/>
              <a:defRPr sz="600" i="1">
                <a:solidFill>
                  <a:schemeClr val="accent1"/>
                </a:solidFill>
              </a:defRPr>
            </a:lvl5pPr>
            <a:lvl6pPr lvl="5">
              <a:spcBef>
                <a:spcPts val="0"/>
              </a:spcBef>
              <a:spcAft>
                <a:spcPts val="0"/>
              </a:spcAft>
              <a:buNone/>
              <a:defRPr sz="600" i="1">
                <a:solidFill>
                  <a:schemeClr val="accent1"/>
                </a:solidFill>
              </a:defRPr>
            </a:lvl6pPr>
            <a:lvl7pPr lvl="6">
              <a:spcBef>
                <a:spcPts val="0"/>
              </a:spcBef>
              <a:spcAft>
                <a:spcPts val="0"/>
              </a:spcAft>
              <a:buNone/>
              <a:defRPr sz="600" i="1">
                <a:solidFill>
                  <a:schemeClr val="accent1"/>
                </a:solidFill>
              </a:defRPr>
            </a:lvl7pPr>
            <a:lvl8pPr lvl="7">
              <a:spcBef>
                <a:spcPts val="0"/>
              </a:spcBef>
              <a:spcAft>
                <a:spcPts val="0"/>
              </a:spcAft>
              <a:buNone/>
              <a:defRPr sz="600" i="1">
                <a:solidFill>
                  <a:schemeClr val="accent1"/>
                </a:solidFill>
              </a:defRPr>
            </a:lvl8pPr>
            <a:lvl9pPr lvl="8">
              <a:spcBef>
                <a:spcPts val="0"/>
              </a:spcBef>
              <a:spcAft>
                <a:spcPts val="0"/>
              </a:spcAft>
              <a:buNone/>
              <a:defRPr sz="600" i="1">
                <a:solidFill>
                  <a:schemeClr val="accent1"/>
                </a:solidFill>
              </a:defRPr>
            </a:lvl9pPr>
          </a:lstStyle>
          <a:p>
            <a:endParaRPr/>
          </a:p>
        </p:txBody>
      </p:sp>
    </p:spTree>
    <p:extLst>
      <p:ext uri="{BB962C8B-B14F-4D97-AF65-F5344CB8AC3E}">
        <p14:creationId xmlns:p14="http://schemas.microsoft.com/office/powerpoint/2010/main" val="280068967"/>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Cover Slide - Design 2 (Light)">
    <p:bg>
      <p:bgPr>
        <a:solidFill>
          <a:srgbClr val="FAFAFA"/>
        </a:solidFill>
        <a:effectLst/>
      </p:bgPr>
    </p:bg>
    <p:spTree>
      <p:nvGrpSpPr>
        <p:cNvPr id="1" name="Shape 17"/>
        <p:cNvGrpSpPr/>
        <p:nvPr/>
      </p:nvGrpSpPr>
      <p:grpSpPr>
        <a:xfrm>
          <a:off x="0" y="0"/>
          <a:ext cx="0" cy="0"/>
          <a:chOff x="0" y="0"/>
          <a:chExt cx="0" cy="0"/>
        </a:xfrm>
      </p:grpSpPr>
      <p:sp>
        <p:nvSpPr>
          <p:cNvPr id="18" name="Google Shape;18;p3"/>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9" name="Google Shape;19;p3"/>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20" name="Google Shape;20;p3"/>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cxnSp>
        <p:nvCxnSpPr>
          <p:cNvPr id="21" name="Google Shape;21;p3"/>
          <p:cNvCxnSpPr/>
          <p:nvPr/>
        </p:nvCxnSpPr>
        <p:spPr>
          <a:xfrm>
            <a:off x="216950" y="2757425"/>
            <a:ext cx="262200" cy="0"/>
          </a:xfrm>
          <a:prstGeom prst="straightConnector1">
            <a:avLst/>
          </a:prstGeom>
          <a:noFill/>
          <a:ln w="19050" cap="flat" cmpd="sng">
            <a:solidFill>
              <a:srgbClr val="FB394D"/>
            </a:solidFill>
            <a:prstDash val="solid"/>
            <a:round/>
            <a:headEnd type="none" w="med" len="med"/>
            <a:tailEnd type="none" w="med" len="med"/>
          </a:ln>
        </p:spPr>
      </p:cxnSp>
      <p:pic>
        <p:nvPicPr>
          <p:cNvPr id="22" name="Google Shape;22;p3"/>
          <p:cNvPicPr preferRelativeResize="0">
            <a:picLocks/>
          </p:cNvPicPr>
          <p:nvPr/>
        </p:nvPicPr>
        <p:blipFill>
          <a:blip r:embed="rId3">
            <a:alphaModFix/>
          </a:blip>
          <a:stretch>
            <a:fillRect/>
          </a:stretch>
        </p:blipFill>
        <p:spPr>
          <a:xfrm>
            <a:off x="4774300" y="514250"/>
            <a:ext cx="3252801" cy="3252801"/>
          </a:xfrm>
          <a:prstGeom prst="rect">
            <a:avLst/>
          </a:prstGeom>
          <a:noFill/>
          <a:ln>
            <a:noFill/>
          </a:ln>
        </p:spPr>
      </p:pic>
      <p:sp>
        <p:nvSpPr>
          <p:cNvPr id="23" name="Google Shape;23;p3"/>
          <p:cNvSpPr txBox="1">
            <a:spLocks noGrp="1"/>
          </p:cNvSpPr>
          <p:nvPr>
            <p:ph type="title"/>
          </p:nvPr>
        </p:nvSpPr>
        <p:spPr>
          <a:xfrm>
            <a:off x="93825" y="875725"/>
            <a:ext cx="4680600" cy="1899600"/>
          </a:xfrm>
          <a:prstGeom prst="rect">
            <a:avLst/>
          </a:prstGeom>
        </p:spPr>
        <p:txBody>
          <a:bodyPr wrap="square" lIns="91425" tIns="91425" rIns="91425" bIns="91425" anchor="b" anchorCtr="0"/>
          <a:lstStyle>
            <a:lvl1pPr lvl="0">
              <a:spcBef>
                <a:spcPts val="0"/>
              </a:spcBef>
              <a:spcAft>
                <a:spcPts val="0"/>
              </a:spcAft>
              <a:buNone/>
              <a:defRPr sz="3600"/>
            </a:lvl1pPr>
            <a:lvl2pPr lvl="1">
              <a:spcBef>
                <a:spcPts val="0"/>
              </a:spcBef>
              <a:spcAft>
                <a:spcPts val="0"/>
              </a:spcAft>
              <a:buNone/>
              <a:defRPr>
                <a:latin typeface="Nunito Sans"/>
                <a:ea typeface="Nunito Sans"/>
              </a:defRPr>
            </a:lvl2pPr>
            <a:lvl3pPr lvl="2">
              <a:spcBef>
                <a:spcPts val="0"/>
              </a:spcBef>
              <a:spcAft>
                <a:spcPts val="0"/>
              </a:spcAft>
              <a:buNone/>
              <a:defRPr>
                <a:latin typeface="Nunito Sans"/>
                <a:ea typeface="Nunito Sans"/>
              </a:defRPr>
            </a:lvl3pPr>
            <a:lvl4pPr lvl="3">
              <a:spcBef>
                <a:spcPts val="0"/>
              </a:spcBef>
              <a:spcAft>
                <a:spcPts val="0"/>
              </a:spcAft>
              <a:buNone/>
              <a:defRPr>
                <a:latin typeface="Nunito Sans"/>
                <a:ea typeface="Nunito Sans"/>
              </a:defRPr>
            </a:lvl4pPr>
            <a:lvl5pPr lvl="4">
              <a:spcBef>
                <a:spcPts val="0"/>
              </a:spcBef>
              <a:spcAft>
                <a:spcPts val="0"/>
              </a:spcAft>
              <a:buNone/>
              <a:defRPr>
                <a:latin typeface="Nunito Sans"/>
                <a:ea typeface="Nunito Sans"/>
              </a:defRPr>
            </a:lvl5pPr>
            <a:lvl6pPr lvl="5">
              <a:spcBef>
                <a:spcPts val="0"/>
              </a:spcBef>
              <a:spcAft>
                <a:spcPts val="0"/>
              </a:spcAft>
              <a:buNone/>
              <a:defRPr>
                <a:latin typeface="Nunito Sans"/>
                <a:ea typeface="Nunito Sans"/>
              </a:defRPr>
            </a:lvl6pPr>
            <a:lvl7pPr lvl="6">
              <a:spcBef>
                <a:spcPts val="0"/>
              </a:spcBef>
              <a:spcAft>
                <a:spcPts val="0"/>
              </a:spcAft>
              <a:buNone/>
              <a:defRPr>
                <a:latin typeface="Nunito Sans"/>
                <a:ea typeface="Nunito Sans"/>
              </a:defRPr>
            </a:lvl7pPr>
            <a:lvl8pPr lvl="7">
              <a:spcBef>
                <a:spcPts val="0"/>
              </a:spcBef>
              <a:spcAft>
                <a:spcPts val="0"/>
              </a:spcAft>
              <a:buNone/>
              <a:defRPr>
                <a:latin typeface="Nunito Sans"/>
                <a:ea typeface="Nunito Sans"/>
              </a:defRPr>
            </a:lvl8pPr>
            <a:lvl9pPr lvl="8">
              <a:spcBef>
                <a:spcPts val="0"/>
              </a:spcBef>
              <a:spcAft>
                <a:spcPts val="0"/>
              </a:spcAft>
              <a:buNone/>
              <a:defRPr>
                <a:latin typeface="Nunito Sans"/>
                <a:ea typeface="Nunito Sans"/>
              </a:defRPr>
            </a:lvl9pPr>
          </a:lstStyle>
          <a:p>
            <a:endParaRPr/>
          </a:p>
        </p:txBody>
      </p:sp>
      <p:sp>
        <p:nvSpPr>
          <p:cNvPr id="24" name="Google Shape;24;p3"/>
          <p:cNvSpPr txBox="1">
            <a:spLocks noGrp="1"/>
          </p:cNvSpPr>
          <p:nvPr>
            <p:ph type="subTitle" idx="1"/>
          </p:nvPr>
        </p:nvSpPr>
        <p:spPr>
          <a:xfrm>
            <a:off x="93825" y="2847025"/>
            <a:ext cx="4761000" cy="820500"/>
          </a:xfrm>
          <a:prstGeom prst="rect">
            <a:avLst/>
          </a:prstGeom>
        </p:spPr>
        <p:txBody>
          <a:bodyPr wrap="square" lIns="91425" tIns="91425" rIns="91425" bIns="91425" anchor="t" anchorCtr="0"/>
          <a:lstStyle>
            <a:lvl1pPr lvl="0">
              <a:spcBef>
                <a:spcPts val="0"/>
              </a:spcBef>
              <a:spcAft>
                <a:spcPts val="0"/>
              </a:spcAft>
              <a:buNone/>
              <a:defRPr sz="1600">
                <a:latin typeface="Poppins"/>
                <a:ea typeface="Poppi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25" name="Google Shape;25;p3"/>
          <p:cNvSpPr txBox="1">
            <a:spLocks noGrp="1"/>
          </p:cNvSpPr>
          <p:nvPr>
            <p:ph type="subTitle" idx="2"/>
          </p:nvPr>
        </p:nvSpPr>
        <p:spPr>
          <a:xfrm>
            <a:off x="116825" y="3667525"/>
            <a:ext cx="3546300" cy="693900"/>
          </a:xfrm>
          <a:prstGeom prst="rect">
            <a:avLst/>
          </a:prstGeom>
        </p:spPr>
        <p:txBody>
          <a:bodyPr wrap="square" lIns="91425" tIns="91425" rIns="91425" bIns="91425" anchor="t" anchorCtr="0"/>
          <a:lstStyle>
            <a:lvl1pPr lvl="0">
              <a:spcBef>
                <a:spcPts val="0"/>
              </a:spcBef>
              <a:spcAft>
                <a:spcPts val="0"/>
              </a:spcAft>
              <a:buNone/>
              <a:defRPr sz="1100" i="1">
                <a:solidFill>
                  <a:srgbClr val="7197B5"/>
                </a:solidFill>
                <a:latin typeface="Rubik Light"/>
                <a:ea typeface="Rubik Light"/>
              </a:defRPr>
            </a:lvl1pPr>
            <a:lvl2pPr lvl="1">
              <a:spcBef>
                <a:spcPts val="0"/>
              </a:spcBef>
              <a:spcAft>
                <a:spcPts val="0"/>
              </a:spcAft>
              <a:buNone/>
              <a:defRPr sz="1100" i="1">
                <a:latin typeface="Rubik"/>
                <a:ea typeface="Rubik"/>
              </a:defRPr>
            </a:lvl2pPr>
            <a:lvl3pPr lvl="2">
              <a:spcBef>
                <a:spcPts val="0"/>
              </a:spcBef>
              <a:spcAft>
                <a:spcPts val="0"/>
              </a:spcAft>
              <a:buNone/>
              <a:defRPr sz="1100" i="1">
                <a:latin typeface="Rubik"/>
                <a:ea typeface="Rubik"/>
              </a:defRPr>
            </a:lvl3pPr>
            <a:lvl4pPr lvl="3">
              <a:spcBef>
                <a:spcPts val="0"/>
              </a:spcBef>
              <a:spcAft>
                <a:spcPts val="0"/>
              </a:spcAft>
              <a:buNone/>
              <a:defRPr sz="1100" i="1">
                <a:latin typeface="Rubik"/>
                <a:ea typeface="Rubik"/>
              </a:defRPr>
            </a:lvl4pPr>
            <a:lvl5pPr lvl="4">
              <a:spcBef>
                <a:spcPts val="0"/>
              </a:spcBef>
              <a:spcAft>
                <a:spcPts val="0"/>
              </a:spcAft>
              <a:buNone/>
              <a:defRPr sz="1100" i="1">
                <a:latin typeface="Rubik"/>
                <a:ea typeface="Rubik"/>
              </a:defRPr>
            </a:lvl5pPr>
            <a:lvl6pPr lvl="5">
              <a:spcBef>
                <a:spcPts val="0"/>
              </a:spcBef>
              <a:spcAft>
                <a:spcPts val="0"/>
              </a:spcAft>
              <a:buNone/>
              <a:defRPr sz="1100" i="1">
                <a:latin typeface="Rubik"/>
                <a:ea typeface="Rubik"/>
              </a:defRPr>
            </a:lvl6pPr>
            <a:lvl7pPr lvl="6">
              <a:spcBef>
                <a:spcPts val="0"/>
              </a:spcBef>
              <a:spcAft>
                <a:spcPts val="0"/>
              </a:spcAft>
              <a:buNone/>
              <a:defRPr sz="1100" i="1">
                <a:latin typeface="Rubik"/>
                <a:ea typeface="Rubik"/>
              </a:defRPr>
            </a:lvl7pPr>
            <a:lvl8pPr lvl="7">
              <a:spcBef>
                <a:spcPts val="0"/>
              </a:spcBef>
              <a:spcAft>
                <a:spcPts val="0"/>
              </a:spcAft>
              <a:buNone/>
              <a:defRPr sz="1100" i="1">
                <a:latin typeface="Rubik"/>
                <a:ea typeface="Rubik"/>
              </a:defRPr>
            </a:lvl8pPr>
            <a:lvl9pPr lvl="8">
              <a:spcBef>
                <a:spcPts val="0"/>
              </a:spcBef>
              <a:spcAft>
                <a:spcPts val="0"/>
              </a:spcAft>
              <a:buNone/>
              <a:defRPr sz="1100" i="1">
                <a:latin typeface="Rubik"/>
                <a:ea typeface="Rubik"/>
              </a:defRPr>
            </a:lvl9pPr>
          </a:lstStyle>
          <a:p>
            <a:endParaRPr/>
          </a:p>
        </p:txBody>
      </p:sp>
    </p:spTree>
    <p:extLst>
      <p:ext uri="{BB962C8B-B14F-4D97-AF65-F5344CB8AC3E}">
        <p14:creationId xmlns:p14="http://schemas.microsoft.com/office/powerpoint/2010/main" val="1629299208"/>
      </p:ext>
    </p:extLst>
  </p:cSld>
  <p:clrMapOvr>
    <a:masterClrMapping/>
  </p:clrMapOvr>
  <p:extLst>
    <p:ext uri="{DCECCB84-F9BA-43D5-87BE-67443E8EF086}">
      <p15:sldGuideLst xmlns:p15="http://schemas.microsoft.com/office/powerpoint/2012/main">
        <p15:guide id="0" orient="horz" pos="1620">
          <p15:clr>
            <a:srgbClr val="FA7B17"/>
          </p15:clr>
        </p15:guide>
        <p15:guide id="1" pos="137">
          <p15:clr>
            <a:srgbClr val="FA7B17"/>
          </p15:clr>
        </p15:guide>
        <p15:guide id="2" pos="3024">
          <p15:clr>
            <a:srgbClr val="FA7B17"/>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Section header / Divider (Dark)">
    <p:bg>
      <p:bgPr>
        <a:solidFill>
          <a:srgbClr val="125284"/>
        </a:solidFill>
        <a:effectLst/>
      </p:bgPr>
    </p:bg>
    <p:spTree>
      <p:nvGrpSpPr>
        <p:cNvPr id="1" name="Shape 36"/>
        <p:cNvGrpSpPr/>
        <p:nvPr/>
      </p:nvGrpSpPr>
      <p:grpSpPr>
        <a:xfrm>
          <a:off x="0" y="0"/>
          <a:ext cx="0" cy="0"/>
          <a:chOff x="0" y="0"/>
          <a:chExt cx="0" cy="0"/>
        </a:xfrm>
      </p:grpSpPr>
      <p:sp>
        <p:nvSpPr>
          <p:cNvPr id="37" name="Google Shape;37;p5"/>
          <p:cNvSpPr txBox="1"/>
          <p:nvPr/>
        </p:nvSpPr>
        <p:spPr>
          <a:xfrm>
            <a:off x="170025" y="230325"/>
            <a:ext cx="4329600" cy="778500"/>
          </a:xfrm>
          <a:prstGeom prst="rect">
            <a:avLst/>
          </a:prstGeom>
          <a:noFill/>
          <a:ln>
            <a:noFill/>
          </a:ln>
        </p:spPr>
        <p:txBody>
          <a:bodyPr wrap="square" lIns="0" tIns="0" rIns="0" bIns="0" anchor="t" anchorCtr="0"/>
          <a:lstStyle/>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r>
              <a:rPr lang="en" altLang="en" sz="2400">
                <a:solidFill>
                  <a:srgbClr val="FB394D"/>
                </a:solidFill>
                <a:latin typeface="Rubik"/>
                <a:ea typeface="Rubik"/>
              </a:rPr>
              <a:t>–</a:t>
            </a:r>
            <a:endParaRPr sz="2400">
              <a:solidFill>
                <a:srgbClr val="FB394D"/>
              </a:solidFill>
              <a:latin typeface="Rubik"/>
              <a:ea typeface="Rubik"/>
            </a:endParaRPr>
          </a:p>
        </p:txBody>
      </p:sp>
      <p:sp>
        <p:nvSpPr>
          <p:cNvPr id="38" name="Google Shape;38;p5"/>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sp>
        <p:nvSpPr>
          <p:cNvPr id="39" name="Google Shape;39;p5"/>
          <p:cNvSpPr txBox="1">
            <a:spLocks noGrp="1"/>
          </p:cNvSpPr>
          <p:nvPr>
            <p:ph type="title"/>
          </p:nvPr>
        </p:nvSpPr>
        <p:spPr>
          <a:xfrm>
            <a:off x="93825" y="171625"/>
            <a:ext cx="6302700" cy="593400"/>
          </a:xfrm>
          <a:prstGeom prst="rect">
            <a:avLst/>
          </a:prstGeom>
        </p:spPr>
        <p:txBody>
          <a:bodyPr wrap="square" lIns="91425" tIns="91425" rIns="91425" bIns="91425" anchor="t" anchorCtr="0"/>
          <a:lstStyle>
            <a:lvl1pPr lvl="0">
              <a:spcBef>
                <a:spcPts val="0"/>
              </a:spcBef>
              <a:spcAft>
                <a:spcPts val="0"/>
              </a:spcAft>
              <a:buNone/>
              <a:defRPr sz="2800">
                <a:solidFill>
                  <a:srgbClr val="FFFFFF"/>
                </a:solidFill>
                <a:latin typeface="Rubik"/>
                <a:ea typeface="Rubi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pic>
        <p:nvPicPr>
          <p:cNvPr id="40" name="Google Shape;40;p5"/>
          <p:cNvPicPr preferRelativeResize="0">
            <a:picLocks/>
          </p:cNvPicPr>
          <p:nvPr/>
        </p:nvPicPr>
        <p:blipFill>
          <a:blip r:embed="rId2">
            <a:alphaModFix/>
          </a:blip>
          <a:stretch>
            <a:fillRect/>
          </a:stretch>
        </p:blipFill>
        <p:spPr>
          <a:xfrm>
            <a:off x="8071550" y="4645400"/>
            <a:ext cx="929251" cy="309750"/>
          </a:xfrm>
          <a:prstGeom prst="rect">
            <a:avLst/>
          </a:prstGeom>
          <a:noFill/>
          <a:ln>
            <a:noFill/>
          </a:ln>
        </p:spPr>
      </p:pic>
    </p:spTree>
    <p:extLst>
      <p:ext uri="{BB962C8B-B14F-4D97-AF65-F5344CB8AC3E}">
        <p14:creationId xmlns:p14="http://schemas.microsoft.com/office/powerpoint/2010/main" val="2114089417"/>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Title and body">
    <p:spTree>
      <p:nvGrpSpPr>
        <p:cNvPr id="1" name="Shape 41"/>
        <p:cNvGrpSpPr/>
        <p:nvPr/>
      </p:nvGrpSpPr>
      <p:grpSpPr>
        <a:xfrm>
          <a:off x="0" y="0"/>
          <a:ext cx="0" cy="0"/>
          <a:chOff x="0" y="0"/>
          <a:chExt cx="0" cy="0"/>
        </a:xfrm>
      </p:grpSpPr>
      <p:sp>
        <p:nvSpPr>
          <p:cNvPr id="42" name="Google Shape;42;p6"/>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43" name="Google Shape;43;p6"/>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44" name="Google Shape;44;p6"/>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45" name="Google Shape;45;p6"/>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46" name="Google Shape;46;p6"/>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47" name="Google Shape;47;p6"/>
          <p:cNvSpPr txBox="1">
            <a:spLocks noGrp="1"/>
          </p:cNvSpPr>
          <p:nvPr>
            <p:ph type="body" idx="1"/>
          </p:nvPr>
        </p:nvSpPr>
        <p:spPr>
          <a:xfrm>
            <a:off x="170025" y="920925"/>
            <a:ext cx="79014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Tree>
    <p:extLst>
      <p:ext uri="{BB962C8B-B14F-4D97-AF65-F5344CB8AC3E}">
        <p14:creationId xmlns:p14="http://schemas.microsoft.com/office/powerpoint/2010/main" val="2643939078"/>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cSld name="Title and three columns">
    <p:spTree>
      <p:nvGrpSpPr>
        <p:cNvPr id="1" name="Shape 56"/>
        <p:cNvGrpSpPr/>
        <p:nvPr/>
      </p:nvGrpSpPr>
      <p:grpSpPr>
        <a:xfrm>
          <a:off x="0" y="0"/>
          <a:ext cx="0" cy="0"/>
          <a:chOff x="0" y="0"/>
          <a:chExt cx="0" cy="0"/>
        </a:xfrm>
      </p:grpSpPr>
      <p:sp>
        <p:nvSpPr>
          <p:cNvPr id="57" name="Google Shape;57;p8"/>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58" name="Google Shape;58;p8"/>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59" name="Google Shape;59;p8"/>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60" name="Google Shape;60;p8"/>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61" name="Google Shape;61;p8"/>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62" name="Google Shape;62;p8"/>
          <p:cNvSpPr txBox="1">
            <a:spLocks noGrp="1"/>
          </p:cNvSpPr>
          <p:nvPr>
            <p:ph type="body" idx="1"/>
          </p:nvPr>
        </p:nvSpPr>
        <p:spPr>
          <a:xfrm>
            <a:off x="170025" y="920925"/>
            <a:ext cx="27153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
        <p:nvSpPr>
          <p:cNvPr id="63" name="Google Shape;63;p8"/>
          <p:cNvSpPr txBox="1">
            <a:spLocks noGrp="1"/>
          </p:cNvSpPr>
          <p:nvPr>
            <p:ph type="body" idx="2"/>
          </p:nvPr>
        </p:nvSpPr>
        <p:spPr>
          <a:xfrm>
            <a:off x="3065625" y="920925"/>
            <a:ext cx="27153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
        <p:nvSpPr>
          <p:cNvPr id="64" name="Google Shape;64;p8"/>
          <p:cNvSpPr txBox="1">
            <a:spLocks noGrp="1"/>
          </p:cNvSpPr>
          <p:nvPr>
            <p:ph type="body" idx="3"/>
          </p:nvPr>
        </p:nvSpPr>
        <p:spPr>
          <a:xfrm>
            <a:off x="5961225" y="920925"/>
            <a:ext cx="27153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Tree>
    <p:extLst>
      <p:ext uri="{BB962C8B-B14F-4D97-AF65-F5344CB8AC3E}">
        <p14:creationId xmlns:p14="http://schemas.microsoft.com/office/powerpoint/2010/main" val="1106833311"/>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Cover Slide - Design 2 (Dark)">
    <p:bg>
      <p:bgPr>
        <a:solidFill>
          <a:srgbClr val="125284"/>
        </a:solidFill>
        <a:effectLst/>
      </p:bgPr>
    </p:bg>
    <p:spTree>
      <p:nvGrpSpPr>
        <p:cNvPr id="1" name="Shape 65"/>
        <p:cNvGrpSpPr/>
        <p:nvPr/>
      </p:nvGrpSpPr>
      <p:grpSpPr>
        <a:xfrm>
          <a:off x="0" y="0"/>
          <a:ext cx="0" cy="0"/>
          <a:chOff x="0" y="0"/>
          <a:chExt cx="0" cy="0"/>
        </a:xfrm>
      </p:grpSpPr>
      <p:sp>
        <p:nvSpPr>
          <p:cNvPr id="66" name="Google Shape;66;p9"/>
          <p:cNvSpPr/>
          <p:nvPr/>
        </p:nvSpPr>
        <p:spPr>
          <a:xfrm>
            <a:off x="0" y="0"/>
            <a:ext cx="9144000" cy="5143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cxnSp>
        <p:nvCxnSpPr>
          <p:cNvPr id="67" name="Google Shape;67;p9"/>
          <p:cNvCxnSpPr/>
          <p:nvPr/>
        </p:nvCxnSpPr>
        <p:spPr>
          <a:xfrm>
            <a:off x="216950" y="2757425"/>
            <a:ext cx="262200" cy="0"/>
          </a:xfrm>
          <a:prstGeom prst="straightConnector1">
            <a:avLst/>
          </a:prstGeom>
          <a:noFill/>
          <a:ln w="19050" cap="flat" cmpd="sng">
            <a:solidFill>
              <a:srgbClr val="FB394D"/>
            </a:solidFill>
            <a:prstDash val="solid"/>
            <a:round/>
            <a:headEnd type="none" w="med" len="med"/>
            <a:tailEnd type="none" w="med" len="med"/>
          </a:ln>
        </p:spPr>
      </p:cxnSp>
      <p:sp>
        <p:nvSpPr>
          <p:cNvPr id="68" name="Google Shape;68;p9"/>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pic>
        <p:nvPicPr>
          <p:cNvPr id="69" name="Google Shape;69;p9"/>
          <p:cNvPicPr preferRelativeResize="0">
            <a:picLocks/>
          </p:cNvPicPr>
          <p:nvPr/>
        </p:nvPicPr>
        <p:blipFill>
          <a:blip r:embed="rId2">
            <a:alphaModFix/>
          </a:blip>
          <a:stretch>
            <a:fillRect/>
          </a:stretch>
        </p:blipFill>
        <p:spPr>
          <a:xfrm>
            <a:off x="8071570" y="4645400"/>
            <a:ext cx="929229" cy="309750"/>
          </a:xfrm>
          <a:prstGeom prst="rect">
            <a:avLst/>
          </a:prstGeom>
          <a:noFill/>
          <a:ln>
            <a:noFill/>
          </a:ln>
        </p:spPr>
      </p:pic>
      <p:pic>
        <p:nvPicPr>
          <p:cNvPr id="70" name="Google Shape;70;p9"/>
          <p:cNvPicPr preferRelativeResize="0">
            <a:picLocks/>
          </p:cNvPicPr>
          <p:nvPr/>
        </p:nvPicPr>
        <p:blipFill>
          <a:blip r:embed="rId3">
            <a:alphaModFix/>
          </a:blip>
          <a:stretch>
            <a:fillRect/>
          </a:stretch>
        </p:blipFill>
        <p:spPr>
          <a:xfrm>
            <a:off x="4958900" y="698850"/>
            <a:ext cx="2883600" cy="2883600"/>
          </a:xfrm>
          <a:prstGeom prst="rect">
            <a:avLst/>
          </a:prstGeom>
          <a:noFill/>
          <a:ln>
            <a:noFill/>
          </a:ln>
        </p:spPr>
      </p:pic>
      <p:sp>
        <p:nvSpPr>
          <p:cNvPr id="71" name="Google Shape;71;p9"/>
          <p:cNvSpPr txBox="1">
            <a:spLocks noGrp="1"/>
          </p:cNvSpPr>
          <p:nvPr>
            <p:ph type="title"/>
          </p:nvPr>
        </p:nvSpPr>
        <p:spPr>
          <a:xfrm>
            <a:off x="93825" y="875725"/>
            <a:ext cx="4680600" cy="1899600"/>
          </a:xfrm>
          <a:prstGeom prst="rect">
            <a:avLst/>
          </a:prstGeom>
        </p:spPr>
        <p:txBody>
          <a:bodyPr wrap="square" lIns="91425" tIns="91425" rIns="91425" bIns="91425" anchor="b" anchorCtr="0"/>
          <a:lstStyle>
            <a:lvl1pPr lvl="0">
              <a:spcBef>
                <a:spcPts val="0"/>
              </a:spcBef>
              <a:spcAft>
                <a:spcPts val="0"/>
              </a:spcAft>
              <a:buNone/>
              <a:defRPr sz="3600">
                <a:solidFill>
                  <a:srgbClr val="FFFFFF"/>
                </a:solidFill>
              </a:defRPr>
            </a:lvl1pPr>
            <a:lvl2pPr lvl="1">
              <a:spcBef>
                <a:spcPts val="0"/>
              </a:spcBef>
              <a:spcAft>
                <a:spcPts val="0"/>
              </a:spcAft>
              <a:buNone/>
              <a:defRPr>
                <a:solidFill>
                  <a:srgbClr val="FFFFFF"/>
                </a:solidFill>
                <a:latin typeface="Nunito Sans"/>
                <a:ea typeface="Nunito Sans"/>
              </a:defRPr>
            </a:lvl2pPr>
            <a:lvl3pPr lvl="2">
              <a:spcBef>
                <a:spcPts val="0"/>
              </a:spcBef>
              <a:spcAft>
                <a:spcPts val="0"/>
              </a:spcAft>
              <a:buNone/>
              <a:defRPr>
                <a:solidFill>
                  <a:srgbClr val="FFFFFF"/>
                </a:solidFill>
                <a:latin typeface="Nunito Sans"/>
                <a:ea typeface="Nunito Sans"/>
              </a:defRPr>
            </a:lvl3pPr>
            <a:lvl4pPr lvl="3">
              <a:spcBef>
                <a:spcPts val="0"/>
              </a:spcBef>
              <a:spcAft>
                <a:spcPts val="0"/>
              </a:spcAft>
              <a:buNone/>
              <a:defRPr>
                <a:solidFill>
                  <a:srgbClr val="FFFFFF"/>
                </a:solidFill>
                <a:latin typeface="Nunito Sans"/>
                <a:ea typeface="Nunito Sans"/>
              </a:defRPr>
            </a:lvl4pPr>
            <a:lvl5pPr lvl="4">
              <a:spcBef>
                <a:spcPts val="0"/>
              </a:spcBef>
              <a:spcAft>
                <a:spcPts val="0"/>
              </a:spcAft>
              <a:buNone/>
              <a:defRPr>
                <a:solidFill>
                  <a:srgbClr val="FFFFFF"/>
                </a:solidFill>
                <a:latin typeface="Nunito Sans"/>
                <a:ea typeface="Nunito Sans"/>
              </a:defRPr>
            </a:lvl5pPr>
            <a:lvl6pPr lvl="5">
              <a:spcBef>
                <a:spcPts val="0"/>
              </a:spcBef>
              <a:spcAft>
                <a:spcPts val="0"/>
              </a:spcAft>
              <a:buNone/>
              <a:defRPr>
                <a:solidFill>
                  <a:srgbClr val="FFFFFF"/>
                </a:solidFill>
                <a:latin typeface="Nunito Sans"/>
                <a:ea typeface="Nunito Sans"/>
              </a:defRPr>
            </a:lvl6pPr>
            <a:lvl7pPr lvl="6">
              <a:spcBef>
                <a:spcPts val="0"/>
              </a:spcBef>
              <a:spcAft>
                <a:spcPts val="0"/>
              </a:spcAft>
              <a:buNone/>
              <a:defRPr>
                <a:solidFill>
                  <a:srgbClr val="FFFFFF"/>
                </a:solidFill>
                <a:latin typeface="Nunito Sans"/>
                <a:ea typeface="Nunito Sans"/>
              </a:defRPr>
            </a:lvl7pPr>
            <a:lvl8pPr lvl="7">
              <a:spcBef>
                <a:spcPts val="0"/>
              </a:spcBef>
              <a:spcAft>
                <a:spcPts val="0"/>
              </a:spcAft>
              <a:buNone/>
              <a:defRPr>
                <a:solidFill>
                  <a:srgbClr val="FFFFFF"/>
                </a:solidFill>
                <a:latin typeface="Nunito Sans"/>
                <a:ea typeface="Nunito Sans"/>
              </a:defRPr>
            </a:lvl8pPr>
            <a:lvl9pPr lvl="8">
              <a:spcBef>
                <a:spcPts val="0"/>
              </a:spcBef>
              <a:spcAft>
                <a:spcPts val="0"/>
              </a:spcAft>
              <a:buNone/>
              <a:defRPr>
                <a:solidFill>
                  <a:srgbClr val="FFFFFF"/>
                </a:solidFill>
                <a:latin typeface="Nunito Sans"/>
                <a:ea typeface="Nunito Sans"/>
              </a:defRPr>
            </a:lvl9pPr>
          </a:lstStyle>
          <a:p>
            <a:endParaRPr/>
          </a:p>
        </p:txBody>
      </p:sp>
      <p:sp>
        <p:nvSpPr>
          <p:cNvPr id="72" name="Google Shape;72;p9"/>
          <p:cNvSpPr txBox="1">
            <a:spLocks noGrp="1"/>
          </p:cNvSpPr>
          <p:nvPr>
            <p:ph type="subTitle" idx="1"/>
          </p:nvPr>
        </p:nvSpPr>
        <p:spPr>
          <a:xfrm>
            <a:off x="93825" y="2847025"/>
            <a:ext cx="4761000" cy="820500"/>
          </a:xfrm>
          <a:prstGeom prst="rect">
            <a:avLst/>
          </a:prstGeom>
        </p:spPr>
        <p:txBody>
          <a:bodyPr wrap="square" lIns="91425" tIns="91425" rIns="91425" bIns="91425" anchor="t" anchorCtr="0"/>
          <a:lstStyle>
            <a:lvl1pPr lvl="0">
              <a:spcBef>
                <a:spcPts val="0"/>
              </a:spcBef>
              <a:spcAft>
                <a:spcPts val="0"/>
              </a:spcAft>
              <a:buNone/>
              <a:defRPr sz="1600">
                <a:solidFill>
                  <a:srgbClr val="FFFFFF"/>
                </a:solidFill>
                <a:latin typeface="Poppins"/>
                <a:ea typeface="Poppins"/>
              </a:defRPr>
            </a:lvl1pPr>
            <a:lvl2pPr lvl="1">
              <a:spcBef>
                <a:spcPts val="0"/>
              </a:spcBef>
              <a:spcAft>
                <a:spcPts val="0"/>
              </a:spcAft>
              <a:buNone/>
              <a:defRPr>
                <a:solidFill>
                  <a:srgbClr val="FFFFFF"/>
                </a:solidFill>
              </a:defRPr>
            </a:lvl2pPr>
            <a:lvl3pPr lvl="2">
              <a:spcBef>
                <a:spcPts val="0"/>
              </a:spcBef>
              <a:spcAft>
                <a:spcPts val="0"/>
              </a:spcAft>
              <a:buNone/>
              <a:defRPr>
                <a:solidFill>
                  <a:srgbClr val="FFFFFF"/>
                </a:solidFill>
              </a:defRPr>
            </a:lvl3pPr>
            <a:lvl4pPr lvl="3">
              <a:spcBef>
                <a:spcPts val="0"/>
              </a:spcBef>
              <a:spcAft>
                <a:spcPts val="0"/>
              </a:spcAft>
              <a:buNone/>
              <a:defRPr>
                <a:solidFill>
                  <a:srgbClr val="FFFFFF"/>
                </a:solidFill>
              </a:defRPr>
            </a:lvl4pPr>
            <a:lvl5pPr lvl="4">
              <a:spcBef>
                <a:spcPts val="0"/>
              </a:spcBef>
              <a:spcAft>
                <a:spcPts val="0"/>
              </a:spcAft>
              <a:buNone/>
              <a:defRPr>
                <a:solidFill>
                  <a:srgbClr val="FFFFFF"/>
                </a:solidFill>
              </a:defRPr>
            </a:lvl5pPr>
            <a:lvl6pPr lvl="5">
              <a:spcBef>
                <a:spcPts val="0"/>
              </a:spcBef>
              <a:spcAft>
                <a:spcPts val="0"/>
              </a:spcAft>
              <a:buNone/>
              <a:defRPr>
                <a:solidFill>
                  <a:srgbClr val="FFFFFF"/>
                </a:solidFill>
              </a:defRPr>
            </a:lvl6pPr>
            <a:lvl7pPr lvl="6">
              <a:spcBef>
                <a:spcPts val="0"/>
              </a:spcBef>
              <a:spcAft>
                <a:spcPts val="0"/>
              </a:spcAft>
              <a:buNone/>
              <a:defRPr>
                <a:solidFill>
                  <a:srgbClr val="FFFFFF"/>
                </a:solidFill>
              </a:defRPr>
            </a:lvl7pPr>
            <a:lvl8pPr lvl="7">
              <a:spcBef>
                <a:spcPts val="0"/>
              </a:spcBef>
              <a:spcAft>
                <a:spcPts val="0"/>
              </a:spcAft>
              <a:buNone/>
              <a:defRPr>
                <a:solidFill>
                  <a:srgbClr val="FFFFFF"/>
                </a:solidFill>
              </a:defRPr>
            </a:lvl8pPr>
            <a:lvl9pPr lvl="8">
              <a:spcBef>
                <a:spcPts val="0"/>
              </a:spcBef>
              <a:spcAft>
                <a:spcPts val="0"/>
              </a:spcAft>
              <a:buNone/>
              <a:defRPr>
                <a:solidFill>
                  <a:srgbClr val="FFFFFF"/>
                </a:solidFill>
              </a:defRPr>
            </a:lvl9pPr>
          </a:lstStyle>
          <a:p>
            <a:endParaRPr/>
          </a:p>
        </p:txBody>
      </p:sp>
      <p:sp>
        <p:nvSpPr>
          <p:cNvPr id="73" name="Google Shape;73;p9"/>
          <p:cNvSpPr txBox="1">
            <a:spLocks noGrp="1"/>
          </p:cNvSpPr>
          <p:nvPr>
            <p:ph type="subTitle" idx="2"/>
          </p:nvPr>
        </p:nvSpPr>
        <p:spPr>
          <a:xfrm>
            <a:off x="116825" y="3667525"/>
            <a:ext cx="3546300" cy="693900"/>
          </a:xfrm>
          <a:prstGeom prst="rect">
            <a:avLst/>
          </a:prstGeom>
        </p:spPr>
        <p:txBody>
          <a:bodyPr wrap="square" lIns="91425" tIns="91425" rIns="91425" bIns="91425" anchor="t" anchorCtr="0"/>
          <a:lstStyle>
            <a:lvl1pPr lvl="0">
              <a:spcBef>
                <a:spcPts val="0"/>
              </a:spcBef>
              <a:spcAft>
                <a:spcPts val="0"/>
              </a:spcAft>
              <a:buNone/>
              <a:defRPr sz="1100" i="1">
                <a:solidFill>
                  <a:srgbClr val="FFFFFF"/>
                </a:solidFill>
                <a:latin typeface="Rubik Light"/>
                <a:ea typeface="Rubik Light"/>
              </a:defRPr>
            </a:lvl1pPr>
            <a:lvl2pPr lvl="1">
              <a:spcBef>
                <a:spcPts val="0"/>
              </a:spcBef>
              <a:spcAft>
                <a:spcPts val="0"/>
              </a:spcAft>
              <a:buNone/>
              <a:defRPr sz="1100" i="1">
                <a:solidFill>
                  <a:srgbClr val="FFFFFF"/>
                </a:solidFill>
                <a:latin typeface="Rubik"/>
                <a:ea typeface="Rubik"/>
              </a:defRPr>
            </a:lvl2pPr>
            <a:lvl3pPr lvl="2">
              <a:spcBef>
                <a:spcPts val="0"/>
              </a:spcBef>
              <a:spcAft>
                <a:spcPts val="0"/>
              </a:spcAft>
              <a:buNone/>
              <a:defRPr sz="1100" i="1">
                <a:solidFill>
                  <a:srgbClr val="FFFFFF"/>
                </a:solidFill>
                <a:latin typeface="Rubik"/>
                <a:ea typeface="Rubik"/>
              </a:defRPr>
            </a:lvl3pPr>
            <a:lvl4pPr lvl="3">
              <a:spcBef>
                <a:spcPts val="0"/>
              </a:spcBef>
              <a:spcAft>
                <a:spcPts val="0"/>
              </a:spcAft>
              <a:buNone/>
              <a:defRPr sz="1100" i="1">
                <a:solidFill>
                  <a:srgbClr val="FFFFFF"/>
                </a:solidFill>
                <a:latin typeface="Rubik"/>
                <a:ea typeface="Rubik"/>
              </a:defRPr>
            </a:lvl4pPr>
            <a:lvl5pPr lvl="4">
              <a:spcBef>
                <a:spcPts val="0"/>
              </a:spcBef>
              <a:spcAft>
                <a:spcPts val="0"/>
              </a:spcAft>
              <a:buNone/>
              <a:defRPr sz="1100" i="1">
                <a:solidFill>
                  <a:srgbClr val="FFFFFF"/>
                </a:solidFill>
                <a:latin typeface="Rubik"/>
                <a:ea typeface="Rubik"/>
              </a:defRPr>
            </a:lvl5pPr>
            <a:lvl6pPr lvl="5">
              <a:spcBef>
                <a:spcPts val="0"/>
              </a:spcBef>
              <a:spcAft>
                <a:spcPts val="0"/>
              </a:spcAft>
              <a:buNone/>
              <a:defRPr sz="1100" i="1">
                <a:solidFill>
                  <a:srgbClr val="FFFFFF"/>
                </a:solidFill>
                <a:latin typeface="Rubik"/>
                <a:ea typeface="Rubik"/>
              </a:defRPr>
            </a:lvl6pPr>
            <a:lvl7pPr lvl="6">
              <a:spcBef>
                <a:spcPts val="0"/>
              </a:spcBef>
              <a:spcAft>
                <a:spcPts val="0"/>
              </a:spcAft>
              <a:buNone/>
              <a:defRPr sz="1100" i="1">
                <a:solidFill>
                  <a:srgbClr val="FFFFFF"/>
                </a:solidFill>
                <a:latin typeface="Rubik"/>
                <a:ea typeface="Rubik"/>
              </a:defRPr>
            </a:lvl7pPr>
            <a:lvl8pPr lvl="7">
              <a:spcBef>
                <a:spcPts val="0"/>
              </a:spcBef>
              <a:spcAft>
                <a:spcPts val="0"/>
              </a:spcAft>
              <a:buNone/>
              <a:defRPr sz="1100" i="1">
                <a:solidFill>
                  <a:srgbClr val="FFFFFF"/>
                </a:solidFill>
                <a:latin typeface="Rubik"/>
                <a:ea typeface="Rubik"/>
              </a:defRPr>
            </a:lvl8pPr>
            <a:lvl9pPr lvl="8">
              <a:spcBef>
                <a:spcPts val="0"/>
              </a:spcBef>
              <a:spcAft>
                <a:spcPts val="0"/>
              </a:spcAft>
              <a:buNone/>
              <a:defRPr sz="1100" i="1">
                <a:solidFill>
                  <a:srgbClr val="FFFFFF"/>
                </a:solidFill>
                <a:latin typeface="Rubik"/>
                <a:ea typeface="Rubik"/>
              </a:defRPr>
            </a:lvl9pPr>
          </a:lstStyle>
          <a:p>
            <a:endParaRPr/>
          </a:p>
        </p:txBody>
      </p:sp>
    </p:spTree>
    <p:extLst>
      <p:ext uri="{BB962C8B-B14F-4D97-AF65-F5344CB8AC3E}">
        <p14:creationId xmlns:p14="http://schemas.microsoft.com/office/powerpoint/2010/main" val="823418230"/>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cSld name="Section header / Divider - Alternative 3">
    <p:bg>
      <p:bgPr>
        <a:solidFill>
          <a:srgbClr val="FB6171"/>
        </a:solidFill>
        <a:effectLst/>
      </p:bgPr>
    </p:bg>
    <p:spTree>
      <p:nvGrpSpPr>
        <p:cNvPr id="1" name="Shape 84"/>
        <p:cNvGrpSpPr/>
        <p:nvPr/>
      </p:nvGrpSpPr>
      <p:grpSpPr>
        <a:xfrm>
          <a:off x="0" y="0"/>
          <a:ext cx="0" cy="0"/>
          <a:chOff x="0" y="0"/>
          <a:chExt cx="0" cy="0"/>
        </a:xfrm>
      </p:grpSpPr>
      <p:sp>
        <p:nvSpPr>
          <p:cNvPr id="85" name="Google Shape;85;p12"/>
          <p:cNvSpPr txBox="1"/>
          <p:nvPr/>
        </p:nvSpPr>
        <p:spPr>
          <a:xfrm>
            <a:off x="170025" y="230325"/>
            <a:ext cx="4329600" cy="778500"/>
          </a:xfrm>
          <a:prstGeom prst="rect">
            <a:avLst/>
          </a:prstGeom>
          <a:noFill/>
          <a:ln>
            <a:noFill/>
          </a:ln>
        </p:spPr>
        <p:txBody>
          <a:bodyPr wrap="square" lIns="0" tIns="0" rIns="0" bIns="0" anchor="t" anchorCtr="0"/>
          <a:lstStyle/>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endParaRPr sz="2800">
              <a:solidFill>
                <a:srgbClr val="FFFFFF"/>
              </a:solidFill>
              <a:latin typeface="Rubik"/>
              <a:ea typeface="Rubik"/>
            </a:endParaRPr>
          </a:p>
          <a:p>
            <a:pPr marL="0" lvl="0" indent="0" algn="l">
              <a:spcBef>
                <a:spcPts val="0"/>
              </a:spcBef>
              <a:spcAft>
                <a:spcPts val="0"/>
              </a:spcAft>
              <a:buNone/>
            </a:pPr>
            <a:r>
              <a:rPr lang="en" altLang="en" sz="2400">
                <a:solidFill>
                  <a:srgbClr val="FFFFFF"/>
                </a:solidFill>
                <a:latin typeface="Rubik"/>
                <a:ea typeface="Rubik"/>
              </a:rPr>
              <a:t>–</a:t>
            </a:r>
            <a:endParaRPr sz="2400">
              <a:solidFill>
                <a:srgbClr val="FFFFFF"/>
              </a:solidFill>
              <a:latin typeface="Rubik"/>
              <a:ea typeface="Rubik"/>
            </a:endParaRPr>
          </a:p>
        </p:txBody>
      </p:sp>
      <p:sp>
        <p:nvSpPr>
          <p:cNvPr id="86" name="Google Shape;86;p12"/>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FFFFFF"/>
                </a:solidFill>
                <a:latin typeface="Rubik Medium"/>
                <a:ea typeface="Rubik Medium"/>
              </a:rPr>
              <a:t>EMPACT.SG</a:t>
            </a:r>
            <a:endParaRPr sz="600">
              <a:solidFill>
                <a:srgbClr val="FFFFFF"/>
              </a:solidFill>
              <a:latin typeface="Rubik Medium"/>
              <a:ea typeface="Rubik Medium"/>
            </a:endParaRPr>
          </a:p>
        </p:txBody>
      </p:sp>
      <p:pic>
        <p:nvPicPr>
          <p:cNvPr id="87" name="Google Shape;87;p12"/>
          <p:cNvPicPr preferRelativeResize="0">
            <a:picLocks/>
          </p:cNvPicPr>
          <p:nvPr/>
        </p:nvPicPr>
        <p:blipFill>
          <a:blip r:embed="rId2">
            <a:alphaModFix/>
          </a:blip>
          <a:stretch>
            <a:fillRect/>
          </a:stretch>
        </p:blipFill>
        <p:spPr>
          <a:xfrm>
            <a:off x="8071550" y="4645400"/>
            <a:ext cx="929251" cy="309750"/>
          </a:xfrm>
          <a:prstGeom prst="rect">
            <a:avLst/>
          </a:prstGeom>
          <a:noFill/>
          <a:ln>
            <a:noFill/>
          </a:ln>
        </p:spPr>
      </p:pic>
      <p:sp>
        <p:nvSpPr>
          <p:cNvPr id="88" name="Google Shape;88;p12"/>
          <p:cNvSpPr txBox="1">
            <a:spLocks noGrp="1"/>
          </p:cNvSpPr>
          <p:nvPr>
            <p:ph type="title"/>
          </p:nvPr>
        </p:nvSpPr>
        <p:spPr>
          <a:xfrm>
            <a:off x="62550" y="225200"/>
            <a:ext cx="7011300" cy="920100"/>
          </a:xfrm>
          <a:prstGeom prst="rect">
            <a:avLst/>
          </a:prstGeom>
        </p:spPr>
        <p:txBody>
          <a:bodyPr wrap="square" lIns="91425" tIns="91425" rIns="91425" bIns="91425" anchor="b" anchorCtr="0"/>
          <a:lstStyle>
            <a:lvl1pPr lvl="0">
              <a:spcBef>
                <a:spcPts val="0"/>
              </a:spcBef>
              <a:spcAft>
                <a:spcPts val="0"/>
              </a:spcAft>
              <a:buNone/>
              <a:defRPr sz="2800">
                <a:solidFill>
                  <a:srgbClr val="FFFFFF"/>
                </a:solidFill>
                <a:latin typeface="Rubik"/>
                <a:ea typeface="Rubik"/>
              </a:defRPr>
            </a:lvl1pPr>
            <a:lvl2pPr lvl="1">
              <a:spcBef>
                <a:spcPts val="0"/>
              </a:spcBef>
              <a:spcAft>
                <a:spcPts val="0"/>
              </a:spcAft>
              <a:buNone/>
              <a:defRPr>
                <a:latin typeface="Nunito Sans"/>
                <a:ea typeface="Nunito Sans"/>
              </a:defRPr>
            </a:lvl2pPr>
            <a:lvl3pPr lvl="2">
              <a:spcBef>
                <a:spcPts val="0"/>
              </a:spcBef>
              <a:spcAft>
                <a:spcPts val="0"/>
              </a:spcAft>
              <a:buNone/>
              <a:defRPr>
                <a:latin typeface="Nunito Sans"/>
                <a:ea typeface="Nunito Sans"/>
              </a:defRPr>
            </a:lvl3pPr>
            <a:lvl4pPr lvl="3">
              <a:spcBef>
                <a:spcPts val="0"/>
              </a:spcBef>
              <a:spcAft>
                <a:spcPts val="0"/>
              </a:spcAft>
              <a:buNone/>
              <a:defRPr>
                <a:latin typeface="Nunito Sans"/>
                <a:ea typeface="Nunito Sans"/>
              </a:defRPr>
            </a:lvl4pPr>
            <a:lvl5pPr lvl="4">
              <a:spcBef>
                <a:spcPts val="0"/>
              </a:spcBef>
              <a:spcAft>
                <a:spcPts val="0"/>
              </a:spcAft>
              <a:buNone/>
              <a:defRPr>
                <a:latin typeface="Nunito Sans"/>
                <a:ea typeface="Nunito Sans"/>
              </a:defRPr>
            </a:lvl5pPr>
            <a:lvl6pPr lvl="5">
              <a:spcBef>
                <a:spcPts val="0"/>
              </a:spcBef>
              <a:spcAft>
                <a:spcPts val="0"/>
              </a:spcAft>
              <a:buNone/>
              <a:defRPr>
                <a:latin typeface="Nunito Sans"/>
                <a:ea typeface="Nunito Sans"/>
              </a:defRPr>
            </a:lvl6pPr>
            <a:lvl7pPr lvl="6">
              <a:spcBef>
                <a:spcPts val="0"/>
              </a:spcBef>
              <a:spcAft>
                <a:spcPts val="0"/>
              </a:spcAft>
              <a:buNone/>
              <a:defRPr>
                <a:latin typeface="Nunito Sans"/>
                <a:ea typeface="Nunito Sans"/>
              </a:defRPr>
            </a:lvl7pPr>
            <a:lvl8pPr lvl="7">
              <a:spcBef>
                <a:spcPts val="0"/>
              </a:spcBef>
              <a:spcAft>
                <a:spcPts val="0"/>
              </a:spcAft>
              <a:buNone/>
              <a:defRPr>
                <a:latin typeface="Nunito Sans"/>
                <a:ea typeface="Nunito Sans"/>
              </a:defRPr>
            </a:lvl8pPr>
            <a:lvl9pPr lvl="8">
              <a:spcBef>
                <a:spcPts val="0"/>
              </a:spcBef>
              <a:spcAft>
                <a:spcPts val="0"/>
              </a:spcAft>
              <a:buNone/>
              <a:defRPr>
                <a:latin typeface="Nunito Sans"/>
                <a:ea typeface="Nunito Sans"/>
              </a:defRPr>
            </a:lvl9pPr>
          </a:lstStyle>
          <a:p>
            <a:endParaRPr/>
          </a:p>
        </p:txBody>
      </p:sp>
    </p:spTree>
    <p:extLst>
      <p:ext uri="{BB962C8B-B14F-4D97-AF65-F5344CB8AC3E}">
        <p14:creationId xmlns:p14="http://schemas.microsoft.com/office/powerpoint/2010/main" val="541478730"/>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Title and two columns">
    <p:spTree>
      <p:nvGrpSpPr>
        <p:cNvPr id="1" name="Shape 89"/>
        <p:cNvGrpSpPr/>
        <p:nvPr/>
      </p:nvGrpSpPr>
      <p:grpSpPr>
        <a:xfrm>
          <a:off x="0" y="0"/>
          <a:ext cx="0" cy="0"/>
          <a:chOff x="0" y="0"/>
          <a:chExt cx="0" cy="0"/>
        </a:xfrm>
      </p:grpSpPr>
      <p:sp>
        <p:nvSpPr>
          <p:cNvPr id="90" name="Google Shape;90;p13"/>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1" name="Google Shape;91;p13"/>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92" name="Google Shape;92;p13"/>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93" name="Google Shape;93;p13"/>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94" name="Google Shape;94;p13"/>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95" name="Google Shape;95;p13"/>
          <p:cNvSpPr txBox="1">
            <a:spLocks noGrp="1"/>
          </p:cNvSpPr>
          <p:nvPr>
            <p:ph type="body" idx="1"/>
          </p:nvPr>
        </p:nvSpPr>
        <p:spPr>
          <a:xfrm>
            <a:off x="170025" y="920925"/>
            <a:ext cx="38598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
        <p:nvSpPr>
          <p:cNvPr id="96" name="Google Shape;96;p13"/>
          <p:cNvSpPr txBox="1">
            <a:spLocks noGrp="1"/>
          </p:cNvSpPr>
          <p:nvPr>
            <p:ph type="body" idx="2"/>
          </p:nvPr>
        </p:nvSpPr>
        <p:spPr>
          <a:xfrm>
            <a:off x="4437225" y="920925"/>
            <a:ext cx="3859800" cy="2281500"/>
          </a:xfrm>
          <a:prstGeom prst="rect">
            <a:avLst/>
          </a:prstGeom>
        </p:spPr>
        <p:txBody>
          <a:bodyPr wrap="square" lIns="91425" tIns="91425" rIns="91425" bIns="91425" anchor="t" anchorCtr="0"/>
          <a:lstStyle>
            <a:lvl1pPr marL="457200" lvl="0" indent="-317500">
              <a:spcBef>
                <a:spcPts val="0"/>
              </a:spcBef>
              <a:spcAft>
                <a:spcPts val="0"/>
              </a:spcAft>
              <a:buClr>
                <a:srgbClr val="125284"/>
              </a:buClr>
              <a:buSzPts val="1400"/>
              <a:buFont typeface="Nunito"/>
              <a:buChar char="●"/>
              <a:defRPr sz="1400">
                <a:solidFill>
                  <a:srgbClr val="125284"/>
                </a:solidFill>
                <a:latin typeface="Nunito"/>
                <a:ea typeface="Nunito"/>
              </a:defRPr>
            </a:lvl1pPr>
            <a:lvl2pPr marL="914400" lvl="1" indent="-317500">
              <a:spcBef>
                <a:spcPts val="1000"/>
              </a:spcBef>
              <a:spcAft>
                <a:spcPts val="0"/>
              </a:spcAft>
              <a:buClr>
                <a:srgbClr val="125284"/>
              </a:buClr>
              <a:buSzPts val="1400"/>
              <a:buFont typeface="Nunito"/>
              <a:buChar char="०"/>
              <a:defRPr>
                <a:solidFill>
                  <a:srgbClr val="125284"/>
                </a:solidFill>
                <a:latin typeface="Nunito"/>
                <a:ea typeface="Nunito"/>
              </a:defRPr>
            </a:lvl2pPr>
            <a:lvl3pPr marL="1371600" lvl="2" indent="-317500">
              <a:spcBef>
                <a:spcPts val="1000"/>
              </a:spcBef>
              <a:spcAft>
                <a:spcPts val="0"/>
              </a:spcAft>
              <a:buClr>
                <a:srgbClr val="125284"/>
              </a:buClr>
              <a:buSzPts val="1400"/>
              <a:buFont typeface="Nunito"/>
              <a:buChar char="￫"/>
              <a:defRPr>
                <a:solidFill>
                  <a:srgbClr val="125284"/>
                </a:solidFill>
                <a:latin typeface="Nunito"/>
                <a:ea typeface="Nunito"/>
              </a:defRPr>
            </a:lvl3pPr>
            <a:lvl4pPr marL="1828800" lvl="3" indent="-317500">
              <a:spcBef>
                <a:spcPts val="1000"/>
              </a:spcBef>
              <a:spcAft>
                <a:spcPts val="0"/>
              </a:spcAft>
              <a:buClr>
                <a:srgbClr val="125284"/>
              </a:buClr>
              <a:buSzPts val="1400"/>
              <a:buFont typeface="Nunito"/>
              <a:buChar char="۰"/>
              <a:defRPr>
                <a:solidFill>
                  <a:srgbClr val="125284"/>
                </a:solidFill>
                <a:latin typeface="Nunito"/>
                <a:ea typeface="Nunito"/>
              </a:defRPr>
            </a:lvl4pPr>
            <a:lvl5pPr marL="2286000" lvl="4" indent="-317500">
              <a:spcBef>
                <a:spcPts val="1000"/>
              </a:spcBef>
              <a:spcAft>
                <a:spcPts val="0"/>
              </a:spcAft>
              <a:buClr>
                <a:srgbClr val="125284"/>
              </a:buClr>
              <a:buSzPts val="1400"/>
              <a:buFont typeface="Nunito"/>
              <a:buChar char="○"/>
              <a:defRPr>
                <a:solidFill>
                  <a:srgbClr val="125284"/>
                </a:solidFill>
                <a:latin typeface="Nunito"/>
                <a:ea typeface="Nunito"/>
              </a:defRPr>
            </a:lvl5pPr>
            <a:lvl6pPr marL="2743200" lvl="5" indent="-317500">
              <a:spcBef>
                <a:spcPts val="1000"/>
              </a:spcBef>
              <a:spcAft>
                <a:spcPts val="0"/>
              </a:spcAft>
              <a:buClr>
                <a:srgbClr val="125284"/>
              </a:buClr>
              <a:buSzPts val="1400"/>
              <a:buFont typeface="Nunito"/>
              <a:buChar char="■"/>
              <a:defRPr>
                <a:solidFill>
                  <a:srgbClr val="125284"/>
                </a:solidFill>
                <a:latin typeface="Nunito"/>
                <a:ea typeface="Nunito"/>
              </a:defRPr>
            </a:lvl6pPr>
            <a:lvl7pPr marL="3200400" lvl="6" indent="-317500">
              <a:spcBef>
                <a:spcPts val="1000"/>
              </a:spcBef>
              <a:spcAft>
                <a:spcPts val="0"/>
              </a:spcAft>
              <a:buClr>
                <a:srgbClr val="125284"/>
              </a:buClr>
              <a:buSzPts val="1400"/>
              <a:buFont typeface="Nunito"/>
              <a:buChar char="●"/>
              <a:defRPr>
                <a:solidFill>
                  <a:srgbClr val="125284"/>
                </a:solidFill>
                <a:latin typeface="Nunito"/>
                <a:ea typeface="Nunito"/>
              </a:defRPr>
            </a:lvl7pPr>
            <a:lvl8pPr marL="3657600" lvl="7" indent="-317500">
              <a:spcBef>
                <a:spcPts val="1000"/>
              </a:spcBef>
              <a:spcAft>
                <a:spcPts val="0"/>
              </a:spcAft>
              <a:buClr>
                <a:srgbClr val="125284"/>
              </a:buClr>
              <a:buSzPts val="1400"/>
              <a:buFont typeface="Nunito"/>
              <a:buChar char="○"/>
              <a:defRPr>
                <a:solidFill>
                  <a:srgbClr val="125284"/>
                </a:solidFill>
                <a:latin typeface="Nunito"/>
                <a:ea typeface="Nunito"/>
              </a:defRPr>
            </a:lvl8pPr>
            <a:lvl9pPr marL="4114800" lvl="8" indent="-317500">
              <a:spcBef>
                <a:spcPts val="1000"/>
              </a:spcBef>
              <a:spcAft>
                <a:spcPts val="1000"/>
              </a:spcAft>
              <a:buClr>
                <a:srgbClr val="125284"/>
              </a:buClr>
              <a:buSzPts val="1400"/>
              <a:buFont typeface="Nunito"/>
              <a:buChar char="■"/>
              <a:defRPr>
                <a:solidFill>
                  <a:srgbClr val="125284"/>
                </a:solidFill>
                <a:latin typeface="Nunito"/>
                <a:ea typeface="Nunito"/>
              </a:defRPr>
            </a:lvl9pPr>
          </a:lstStyle>
          <a:p>
            <a:endParaRPr/>
          </a:p>
        </p:txBody>
      </p:sp>
    </p:spTree>
    <p:extLst>
      <p:ext uri="{BB962C8B-B14F-4D97-AF65-F5344CB8AC3E}">
        <p14:creationId xmlns:p14="http://schemas.microsoft.com/office/powerpoint/2010/main" val="3665811418"/>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Title only">
    <p:spTree>
      <p:nvGrpSpPr>
        <p:cNvPr id="1" name="Shape 97"/>
        <p:cNvGrpSpPr/>
        <p:nvPr/>
      </p:nvGrpSpPr>
      <p:grpSpPr>
        <a:xfrm>
          <a:off x="0" y="0"/>
          <a:ext cx="0" cy="0"/>
          <a:chOff x="0" y="0"/>
          <a:chExt cx="0" cy="0"/>
        </a:xfrm>
      </p:grpSpPr>
      <p:sp>
        <p:nvSpPr>
          <p:cNvPr id="98" name="Google Shape;98;p14"/>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99" name="Google Shape;99;p14"/>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0" name="Google Shape;100;p14"/>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101" name="Google Shape;101;p14"/>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102" name="Google Shape;102;p14"/>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Tree>
    <p:extLst>
      <p:ext uri="{BB962C8B-B14F-4D97-AF65-F5344CB8AC3E}">
        <p14:creationId xmlns:p14="http://schemas.microsoft.com/office/powerpoint/2010/main" val="981902149"/>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Main point (centralised)">
    <p:spTree>
      <p:nvGrpSpPr>
        <p:cNvPr id="1" name="Shape 103"/>
        <p:cNvGrpSpPr/>
        <p:nvPr/>
      </p:nvGrpSpPr>
      <p:grpSpPr>
        <a:xfrm>
          <a:off x="0" y="0"/>
          <a:ext cx="0" cy="0"/>
          <a:chOff x="0" y="0"/>
          <a:chExt cx="0" cy="0"/>
        </a:xfrm>
      </p:grpSpPr>
      <p:sp>
        <p:nvSpPr>
          <p:cNvPr id="104" name="Google Shape;104;p15"/>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05" name="Google Shape;105;p15"/>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106" name="Google Shape;106;p15"/>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107" name="Google Shape;107;p15"/>
          <p:cNvSpPr txBox="1">
            <a:spLocks noGrp="1"/>
          </p:cNvSpPr>
          <p:nvPr>
            <p:ph type="subTitle" idx="1"/>
          </p:nvPr>
        </p:nvSpPr>
        <p:spPr>
          <a:xfrm>
            <a:off x="2366138" y="2353625"/>
            <a:ext cx="4411500" cy="1434300"/>
          </a:xfrm>
          <a:prstGeom prst="rect">
            <a:avLst/>
          </a:prstGeom>
        </p:spPr>
        <p:txBody>
          <a:bodyPr wrap="square" lIns="91425" tIns="91425" rIns="91425" bIns="91425" anchor="t" anchorCtr="0"/>
          <a:lstStyle>
            <a:lvl1pPr lvl="0" algn="ctr">
              <a:spcBef>
                <a:spcPts val="0"/>
              </a:spcBef>
              <a:spcAft>
                <a:spcPts val="0"/>
              </a:spcAft>
              <a:buNone/>
              <a:defRPr sz="1400">
                <a:solidFill>
                  <a:srgbClr val="125284"/>
                </a:solidFill>
                <a:latin typeface="Nunito"/>
                <a:ea typeface="Nunito"/>
              </a:defRPr>
            </a:lvl1pPr>
            <a:lvl2pPr lvl="1" algn="ctr">
              <a:spcBef>
                <a:spcPts val="0"/>
              </a:spcBef>
              <a:spcAft>
                <a:spcPts val="0"/>
              </a:spcAft>
              <a:buNone/>
              <a:defRPr sz="1200">
                <a:latin typeface="Nunito"/>
                <a:ea typeface="Nunito"/>
              </a:defRPr>
            </a:lvl2pPr>
            <a:lvl3pPr lvl="2" algn="ctr">
              <a:spcBef>
                <a:spcPts val="0"/>
              </a:spcBef>
              <a:spcAft>
                <a:spcPts val="0"/>
              </a:spcAft>
              <a:buNone/>
              <a:defRPr sz="1200">
                <a:latin typeface="Nunito"/>
                <a:ea typeface="Nunito"/>
              </a:defRPr>
            </a:lvl3pPr>
            <a:lvl4pPr lvl="3" algn="ctr">
              <a:spcBef>
                <a:spcPts val="0"/>
              </a:spcBef>
              <a:spcAft>
                <a:spcPts val="0"/>
              </a:spcAft>
              <a:buNone/>
              <a:defRPr sz="1200">
                <a:latin typeface="Nunito"/>
                <a:ea typeface="Nunito"/>
              </a:defRPr>
            </a:lvl4pPr>
            <a:lvl5pPr lvl="4" algn="ctr">
              <a:spcBef>
                <a:spcPts val="0"/>
              </a:spcBef>
              <a:spcAft>
                <a:spcPts val="0"/>
              </a:spcAft>
              <a:buNone/>
              <a:defRPr sz="1200">
                <a:latin typeface="Nunito"/>
                <a:ea typeface="Nunito"/>
              </a:defRPr>
            </a:lvl5pPr>
            <a:lvl6pPr lvl="5" algn="ctr">
              <a:spcBef>
                <a:spcPts val="0"/>
              </a:spcBef>
              <a:spcAft>
                <a:spcPts val="0"/>
              </a:spcAft>
              <a:buNone/>
              <a:defRPr sz="1200">
                <a:latin typeface="Nunito"/>
                <a:ea typeface="Nunito"/>
              </a:defRPr>
            </a:lvl6pPr>
            <a:lvl7pPr lvl="6" algn="ctr">
              <a:spcBef>
                <a:spcPts val="0"/>
              </a:spcBef>
              <a:spcAft>
                <a:spcPts val="0"/>
              </a:spcAft>
              <a:buNone/>
              <a:defRPr sz="1200">
                <a:latin typeface="Nunito"/>
                <a:ea typeface="Nunito"/>
              </a:defRPr>
            </a:lvl7pPr>
            <a:lvl8pPr lvl="7" algn="ctr">
              <a:spcBef>
                <a:spcPts val="0"/>
              </a:spcBef>
              <a:spcAft>
                <a:spcPts val="0"/>
              </a:spcAft>
              <a:buNone/>
              <a:defRPr sz="1200">
                <a:latin typeface="Nunito"/>
                <a:ea typeface="Nunito"/>
              </a:defRPr>
            </a:lvl8pPr>
            <a:lvl9pPr lvl="8" algn="ctr">
              <a:spcBef>
                <a:spcPts val="0"/>
              </a:spcBef>
              <a:spcAft>
                <a:spcPts val="0"/>
              </a:spcAft>
              <a:buNone/>
              <a:defRPr sz="1200">
                <a:latin typeface="Nunito"/>
                <a:ea typeface="Nunito"/>
              </a:defRPr>
            </a:lvl9pPr>
          </a:lstStyle>
          <a:p>
            <a:endParaRPr/>
          </a:p>
        </p:txBody>
      </p:sp>
      <p:sp>
        <p:nvSpPr>
          <p:cNvPr id="108" name="Google Shape;108;p15"/>
          <p:cNvSpPr txBox="1">
            <a:spLocks noGrp="1"/>
          </p:cNvSpPr>
          <p:nvPr>
            <p:ph type="title"/>
          </p:nvPr>
        </p:nvSpPr>
        <p:spPr>
          <a:xfrm>
            <a:off x="2366363" y="1131900"/>
            <a:ext cx="4411500" cy="1018200"/>
          </a:xfrm>
          <a:prstGeom prst="rect">
            <a:avLst/>
          </a:prstGeom>
        </p:spPr>
        <p:txBody>
          <a:bodyPr wrap="square" lIns="91425" tIns="91425" rIns="91425" bIns="91425" anchor="b" anchorCtr="0"/>
          <a:lstStyle>
            <a:lvl1pPr lvl="0" algn="ctr">
              <a:spcBef>
                <a:spcPts val="0"/>
              </a:spcBef>
              <a:spcAft>
                <a:spcPts val="0"/>
              </a:spcAft>
              <a:buNone/>
              <a:defRPr sz="2400">
                <a:solidFill>
                  <a:srgbClr val="125284"/>
                </a:solidFill>
                <a:latin typeface="Poppins SemiBold"/>
                <a:ea typeface="Poppins SemiBold"/>
              </a:defRPr>
            </a:lvl1pPr>
            <a:lvl2pPr lvl="1" algn="ctr">
              <a:spcBef>
                <a:spcPts val="0"/>
              </a:spcBef>
              <a:spcAft>
                <a:spcPts val="0"/>
              </a:spcAft>
              <a:buNone/>
              <a:defRPr sz="1400">
                <a:solidFill>
                  <a:srgbClr val="125284"/>
                </a:solidFill>
                <a:latin typeface="Rubik"/>
                <a:ea typeface="Rubik"/>
              </a:defRPr>
            </a:lvl2pPr>
            <a:lvl3pPr lvl="2" algn="ctr">
              <a:spcBef>
                <a:spcPts val="0"/>
              </a:spcBef>
              <a:spcAft>
                <a:spcPts val="0"/>
              </a:spcAft>
              <a:buNone/>
              <a:defRPr sz="1400">
                <a:solidFill>
                  <a:srgbClr val="125284"/>
                </a:solidFill>
                <a:latin typeface="Rubik"/>
                <a:ea typeface="Rubik"/>
              </a:defRPr>
            </a:lvl3pPr>
            <a:lvl4pPr lvl="3" algn="ctr">
              <a:spcBef>
                <a:spcPts val="0"/>
              </a:spcBef>
              <a:spcAft>
                <a:spcPts val="0"/>
              </a:spcAft>
              <a:buNone/>
              <a:defRPr sz="1400">
                <a:solidFill>
                  <a:srgbClr val="125284"/>
                </a:solidFill>
                <a:latin typeface="Rubik"/>
                <a:ea typeface="Rubik"/>
              </a:defRPr>
            </a:lvl4pPr>
            <a:lvl5pPr lvl="4" algn="ctr">
              <a:spcBef>
                <a:spcPts val="0"/>
              </a:spcBef>
              <a:spcAft>
                <a:spcPts val="0"/>
              </a:spcAft>
              <a:buNone/>
              <a:defRPr sz="1400">
                <a:solidFill>
                  <a:srgbClr val="125284"/>
                </a:solidFill>
                <a:latin typeface="Rubik"/>
                <a:ea typeface="Rubik"/>
              </a:defRPr>
            </a:lvl5pPr>
            <a:lvl6pPr lvl="5" algn="ctr">
              <a:spcBef>
                <a:spcPts val="0"/>
              </a:spcBef>
              <a:spcAft>
                <a:spcPts val="0"/>
              </a:spcAft>
              <a:buNone/>
              <a:defRPr sz="1400">
                <a:solidFill>
                  <a:srgbClr val="125284"/>
                </a:solidFill>
                <a:latin typeface="Rubik"/>
                <a:ea typeface="Rubik"/>
              </a:defRPr>
            </a:lvl6pPr>
            <a:lvl7pPr lvl="6" algn="ctr">
              <a:spcBef>
                <a:spcPts val="0"/>
              </a:spcBef>
              <a:spcAft>
                <a:spcPts val="0"/>
              </a:spcAft>
              <a:buNone/>
              <a:defRPr sz="1400">
                <a:solidFill>
                  <a:srgbClr val="125284"/>
                </a:solidFill>
                <a:latin typeface="Rubik"/>
                <a:ea typeface="Rubik"/>
              </a:defRPr>
            </a:lvl7pPr>
            <a:lvl8pPr lvl="7" algn="ctr">
              <a:spcBef>
                <a:spcPts val="0"/>
              </a:spcBef>
              <a:spcAft>
                <a:spcPts val="0"/>
              </a:spcAft>
              <a:buNone/>
              <a:defRPr sz="1400">
                <a:solidFill>
                  <a:srgbClr val="125284"/>
                </a:solidFill>
                <a:latin typeface="Rubik"/>
                <a:ea typeface="Rubik"/>
              </a:defRPr>
            </a:lvl8pPr>
            <a:lvl9pPr lvl="8" algn="ctr">
              <a:spcBef>
                <a:spcPts val="0"/>
              </a:spcBef>
              <a:spcAft>
                <a:spcPts val="0"/>
              </a:spcAft>
              <a:buNone/>
              <a:defRPr sz="1400">
                <a:solidFill>
                  <a:srgbClr val="125284"/>
                </a:solidFill>
                <a:latin typeface="Rubik"/>
                <a:ea typeface="Rubik"/>
              </a:defRPr>
            </a:lvl9pPr>
          </a:lstStyle>
          <a:p>
            <a:endParaRPr/>
          </a:p>
        </p:txBody>
      </p:sp>
      <p:sp>
        <p:nvSpPr>
          <p:cNvPr id="109" name="Google Shape;109;p15"/>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110" name="Google Shape;110;p15"/>
          <p:cNvSpPr txBox="1">
            <a:spLocks noGrp="1"/>
          </p:cNvSpPr>
          <p:nvPr>
            <p:ph type="title" idx="2"/>
          </p:nvPr>
        </p:nvSpPr>
        <p:spPr>
          <a:xfrm>
            <a:off x="93825" y="230325"/>
            <a:ext cx="4759500" cy="309600"/>
          </a:xfrm>
          <a:prstGeom prst="rect">
            <a:avLst/>
          </a:prstGeom>
        </p:spPr>
        <p:txBody>
          <a:bodyPr wrap="square" lIns="91425" tIns="91425" rIns="91425" bIns="91425" anchor="t" anchorCtr="0"/>
          <a:lstStyle>
            <a:lvl1pPr lvl="0">
              <a:spcBef>
                <a:spcPts val="0"/>
              </a:spcBef>
              <a:spcAft>
                <a:spcPts val="0"/>
              </a:spcAft>
              <a:buNone/>
              <a:defRPr sz="1200">
                <a:solidFill>
                  <a:srgbClr val="125284"/>
                </a:solidFill>
                <a:latin typeface="Poppins"/>
                <a:ea typeface="Poppins"/>
              </a:defRPr>
            </a:lvl1pPr>
            <a:lvl2pPr lvl="1">
              <a:spcBef>
                <a:spcPts val="0"/>
              </a:spcBef>
              <a:spcAft>
                <a:spcPts val="0"/>
              </a:spcAft>
              <a:buNone/>
              <a:defRPr sz="1200">
                <a:solidFill>
                  <a:srgbClr val="125284"/>
                </a:solidFill>
                <a:latin typeface="Poppins"/>
                <a:ea typeface="Poppins"/>
              </a:defRPr>
            </a:lvl2pPr>
            <a:lvl3pPr lvl="2">
              <a:spcBef>
                <a:spcPts val="0"/>
              </a:spcBef>
              <a:spcAft>
                <a:spcPts val="0"/>
              </a:spcAft>
              <a:buNone/>
              <a:defRPr sz="1200">
                <a:solidFill>
                  <a:srgbClr val="125284"/>
                </a:solidFill>
                <a:latin typeface="Poppins"/>
                <a:ea typeface="Poppins"/>
              </a:defRPr>
            </a:lvl3pPr>
            <a:lvl4pPr lvl="3">
              <a:spcBef>
                <a:spcPts val="0"/>
              </a:spcBef>
              <a:spcAft>
                <a:spcPts val="0"/>
              </a:spcAft>
              <a:buNone/>
              <a:defRPr sz="1200">
                <a:solidFill>
                  <a:srgbClr val="125284"/>
                </a:solidFill>
                <a:latin typeface="Poppins"/>
                <a:ea typeface="Poppins"/>
              </a:defRPr>
            </a:lvl4pPr>
            <a:lvl5pPr lvl="4">
              <a:spcBef>
                <a:spcPts val="0"/>
              </a:spcBef>
              <a:spcAft>
                <a:spcPts val="0"/>
              </a:spcAft>
              <a:buNone/>
              <a:defRPr sz="1200">
                <a:solidFill>
                  <a:srgbClr val="125284"/>
                </a:solidFill>
                <a:latin typeface="Poppins"/>
                <a:ea typeface="Poppins"/>
              </a:defRPr>
            </a:lvl5pPr>
            <a:lvl6pPr lvl="5">
              <a:spcBef>
                <a:spcPts val="0"/>
              </a:spcBef>
              <a:spcAft>
                <a:spcPts val="0"/>
              </a:spcAft>
              <a:buNone/>
              <a:defRPr sz="1200">
                <a:solidFill>
                  <a:srgbClr val="125284"/>
                </a:solidFill>
                <a:latin typeface="Poppins"/>
                <a:ea typeface="Poppins"/>
              </a:defRPr>
            </a:lvl6pPr>
            <a:lvl7pPr lvl="6">
              <a:spcBef>
                <a:spcPts val="0"/>
              </a:spcBef>
              <a:spcAft>
                <a:spcPts val="0"/>
              </a:spcAft>
              <a:buNone/>
              <a:defRPr sz="1200">
                <a:solidFill>
                  <a:srgbClr val="125284"/>
                </a:solidFill>
                <a:latin typeface="Poppins"/>
                <a:ea typeface="Poppins"/>
              </a:defRPr>
            </a:lvl7pPr>
            <a:lvl8pPr lvl="7">
              <a:spcBef>
                <a:spcPts val="0"/>
              </a:spcBef>
              <a:spcAft>
                <a:spcPts val="0"/>
              </a:spcAft>
              <a:buNone/>
              <a:defRPr sz="1200">
                <a:solidFill>
                  <a:srgbClr val="125284"/>
                </a:solidFill>
                <a:latin typeface="Poppins"/>
                <a:ea typeface="Poppins"/>
              </a:defRPr>
            </a:lvl8pPr>
            <a:lvl9pPr lvl="8">
              <a:spcBef>
                <a:spcPts val="0"/>
              </a:spcBef>
              <a:spcAft>
                <a:spcPts val="0"/>
              </a:spcAft>
              <a:buNone/>
              <a:defRPr sz="1200">
                <a:solidFill>
                  <a:srgbClr val="125284"/>
                </a:solidFill>
                <a:latin typeface="Poppins"/>
                <a:ea typeface="Poppins"/>
              </a:defRPr>
            </a:lvl9pPr>
          </a:lstStyle>
          <a:p>
            <a:endParaRPr/>
          </a:p>
        </p:txBody>
      </p:sp>
    </p:spTree>
    <p:extLst>
      <p:ext uri="{BB962C8B-B14F-4D97-AF65-F5344CB8AC3E}">
        <p14:creationId xmlns:p14="http://schemas.microsoft.com/office/powerpoint/2010/main" val="1467563207"/>
      </p:ext>
    </p:extLst>
  </p:cSld>
  <p:clrMapOvr>
    <a:masterClrMapping/>
  </p:clrMapOvr>
  <p:extLst>
    <p:ext uri="{DCECCB84-F9BA-43D5-87BE-67443E8EF086}">
      <p15:sldGuideLst xmlns:p15="http://schemas.microsoft.com/office/powerpoint/2012/main">
        <p15:guide id="0" orient="horz" pos="1620">
          <p15:clr>
            <a:srgbClr val="FA7B17"/>
          </p15:clr>
        </p15:guide>
        <p15:guide id="1" pos="2880">
          <p15:clr>
            <a:srgbClr val="FA7B17"/>
          </p15:clr>
        </p15:guide>
        <p15:guide id="2" pos="4320">
          <p15:clr>
            <a:srgbClr val="FA7B17"/>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Large images / graphs / tables with side caption">
    <p:spTree>
      <p:nvGrpSpPr>
        <p:cNvPr id="1" name="Shape 111"/>
        <p:cNvGrpSpPr/>
        <p:nvPr/>
      </p:nvGrpSpPr>
      <p:grpSpPr>
        <a:xfrm>
          <a:off x="0" y="0"/>
          <a:ext cx="0" cy="0"/>
          <a:chOff x="0" y="0"/>
          <a:chExt cx="0" cy="0"/>
        </a:xfrm>
      </p:grpSpPr>
      <p:sp>
        <p:nvSpPr>
          <p:cNvPr id="112" name="Google Shape;112;p16"/>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113" name="Google Shape;113;p16"/>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114" name="Google Shape;114;p16"/>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
        <p:nvSpPr>
          <p:cNvPr id="115" name="Google Shape;115;p16"/>
          <p:cNvSpPr txBox="1"/>
          <p:nvPr/>
        </p:nvSpPr>
        <p:spPr>
          <a:xfrm>
            <a:off x="170025" y="230325"/>
            <a:ext cx="3031800" cy="432900"/>
          </a:xfrm>
          <a:prstGeom prst="rect">
            <a:avLst/>
          </a:prstGeom>
          <a:noFill/>
          <a:ln>
            <a:noFill/>
          </a:ln>
        </p:spPr>
        <p:txBody>
          <a:bodyPr wrap="square" lIns="0" tIns="0" rIns="0" bIns="0" anchor="t" anchorCtr="0"/>
          <a:lstStyle/>
          <a:p>
            <a:pPr marL="0" lvl="0" indent="0" algn="l">
              <a:spcBef>
                <a:spcPts val="0"/>
              </a:spcBef>
              <a:spcAft>
                <a:spcPts val="0"/>
              </a:spcAft>
              <a:buClr>
                <a:srgbClr val="4285F4"/>
              </a:buClr>
              <a:buSzPts val="1100"/>
              <a:buFont typeface="Arial"/>
              <a:buNone/>
            </a:pPr>
            <a:endParaRPr sz="1800">
              <a:solidFill>
                <a:srgbClr val="125284"/>
              </a:solidFill>
              <a:latin typeface="Poppins"/>
              <a:ea typeface="Poppins"/>
            </a:endParaRPr>
          </a:p>
          <a:p>
            <a:pPr marL="0" lvl="0" indent="0" algn="l">
              <a:spcBef>
                <a:spcPts val="0"/>
              </a:spcBef>
              <a:spcAft>
                <a:spcPts val="0"/>
              </a:spcAft>
              <a:buClr>
                <a:srgbClr val="4285F4"/>
              </a:buClr>
              <a:buSzPts val="1100"/>
              <a:buFont typeface="Arial"/>
              <a:buNone/>
            </a:pPr>
            <a:r>
              <a:rPr lang="en" altLang="en" sz="1800">
                <a:solidFill>
                  <a:srgbClr val="FB394D"/>
                </a:solidFill>
                <a:latin typeface="Rubik"/>
                <a:ea typeface="Rubik"/>
              </a:rPr>
              <a:t>–</a:t>
            </a:r>
            <a:endParaRPr sz="1800">
              <a:solidFill>
                <a:srgbClr val="FB394D"/>
              </a:solidFill>
              <a:latin typeface="Rubik"/>
              <a:ea typeface="Rubik"/>
            </a:endParaRPr>
          </a:p>
          <a:p>
            <a:pPr marL="0" lvl="0" indent="0" algn="l">
              <a:spcBef>
                <a:spcPts val="0"/>
              </a:spcBef>
              <a:spcAft>
                <a:spcPts val="0"/>
              </a:spcAft>
              <a:buNone/>
            </a:pPr>
            <a:endParaRPr sz="1800">
              <a:solidFill>
                <a:srgbClr val="125284"/>
              </a:solidFill>
              <a:latin typeface="Rubik"/>
              <a:ea typeface="Rubik"/>
            </a:endParaRPr>
          </a:p>
        </p:txBody>
      </p:sp>
      <p:sp>
        <p:nvSpPr>
          <p:cNvPr id="116" name="Google Shape;116;p16"/>
          <p:cNvSpPr txBox="1">
            <a:spLocks noGrp="1"/>
          </p:cNvSpPr>
          <p:nvPr>
            <p:ph type="title"/>
          </p:nvPr>
        </p:nvSpPr>
        <p:spPr>
          <a:xfrm>
            <a:off x="93825" y="154125"/>
            <a:ext cx="4759500" cy="309600"/>
          </a:xfrm>
          <a:prstGeom prst="rect">
            <a:avLst/>
          </a:prstGeom>
        </p:spPr>
        <p:txBody>
          <a:bodyPr wrap="square" lIns="91425" tIns="91425" rIns="91425" bIns="91425" anchor="t" anchorCtr="0"/>
          <a:lstStyle>
            <a:lvl1pPr lvl="0">
              <a:spcBef>
                <a:spcPts val="0"/>
              </a:spcBef>
              <a:spcAft>
                <a:spcPts val="0"/>
              </a:spcAft>
              <a:buNone/>
              <a:defRPr sz="1800">
                <a:solidFill>
                  <a:srgbClr val="125284"/>
                </a:solidFill>
                <a:latin typeface="Poppins"/>
                <a:ea typeface="Poppins"/>
              </a:defRPr>
            </a:lvl1pPr>
            <a:lvl2pPr lvl="1">
              <a:spcBef>
                <a:spcPts val="0"/>
              </a:spcBef>
              <a:spcAft>
                <a:spcPts val="0"/>
              </a:spcAft>
              <a:buNone/>
              <a:defRPr sz="1800">
                <a:solidFill>
                  <a:srgbClr val="125284"/>
                </a:solidFill>
                <a:latin typeface="Poppins"/>
                <a:ea typeface="Poppins"/>
              </a:defRPr>
            </a:lvl2pPr>
            <a:lvl3pPr lvl="2">
              <a:spcBef>
                <a:spcPts val="0"/>
              </a:spcBef>
              <a:spcAft>
                <a:spcPts val="0"/>
              </a:spcAft>
              <a:buNone/>
              <a:defRPr sz="1800">
                <a:solidFill>
                  <a:srgbClr val="125284"/>
                </a:solidFill>
                <a:latin typeface="Poppins"/>
                <a:ea typeface="Poppins"/>
              </a:defRPr>
            </a:lvl3pPr>
            <a:lvl4pPr lvl="3">
              <a:spcBef>
                <a:spcPts val="0"/>
              </a:spcBef>
              <a:spcAft>
                <a:spcPts val="0"/>
              </a:spcAft>
              <a:buNone/>
              <a:defRPr sz="1800">
                <a:solidFill>
                  <a:srgbClr val="125284"/>
                </a:solidFill>
                <a:latin typeface="Poppins"/>
                <a:ea typeface="Poppins"/>
              </a:defRPr>
            </a:lvl4pPr>
            <a:lvl5pPr lvl="4">
              <a:spcBef>
                <a:spcPts val="0"/>
              </a:spcBef>
              <a:spcAft>
                <a:spcPts val="0"/>
              </a:spcAft>
              <a:buNone/>
              <a:defRPr sz="1800">
                <a:solidFill>
                  <a:srgbClr val="125284"/>
                </a:solidFill>
                <a:latin typeface="Poppins"/>
                <a:ea typeface="Poppins"/>
              </a:defRPr>
            </a:lvl5pPr>
            <a:lvl6pPr lvl="5">
              <a:spcBef>
                <a:spcPts val="0"/>
              </a:spcBef>
              <a:spcAft>
                <a:spcPts val="0"/>
              </a:spcAft>
              <a:buNone/>
              <a:defRPr sz="1800">
                <a:solidFill>
                  <a:srgbClr val="125284"/>
                </a:solidFill>
                <a:latin typeface="Poppins"/>
                <a:ea typeface="Poppins"/>
              </a:defRPr>
            </a:lvl6pPr>
            <a:lvl7pPr lvl="6">
              <a:spcBef>
                <a:spcPts val="0"/>
              </a:spcBef>
              <a:spcAft>
                <a:spcPts val="0"/>
              </a:spcAft>
              <a:buNone/>
              <a:defRPr sz="1800">
                <a:solidFill>
                  <a:srgbClr val="125284"/>
                </a:solidFill>
                <a:latin typeface="Poppins"/>
                <a:ea typeface="Poppins"/>
              </a:defRPr>
            </a:lvl7pPr>
            <a:lvl8pPr lvl="7">
              <a:spcBef>
                <a:spcPts val="0"/>
              </a:spcBef>
              <a:spcAft>
                <a:spcPts val="0"/>
              </a:spcAft>
              <a:buNone/>
              <a:defRPr sz="1800">
                <a:solidFill>
                  <a:srgbClr val="125284"/>
                </a:solidFill>
                <a:latin typeface="Poppins"/>
                <a:ea typeface="Poppins"/>
              </a:defRPr>
            </a:lvl8pPr>
            <a:lvl9pPr lvl="8">
              <a:spcBef>
                <a:spcPts val="0"/>
              </a:spcBef>
              <a:spcAft>
                <a:spcPts val="0"/>
              </a:spcAft>
              <a:buNone/>
              <a:defRPr sz="1800">
                <a:solidFill>
                  <a:srgbClr val="125284"/>
                </a:solidFill>
                <a:latin typeface="Poppins"/>
                <a:ea typeface="Poppins"/>
              </a:defRPr>
            </a:lvl9pPr>
          </a:lstStyle>
          <a:p>
            <a:endParaRPr/>
          </a:p>
        </p:txBody>
      </p:sp>
      <p:sp>
        <p:nvSpPr>
          <p:cNvPr id="117" name="Google Shape;117;p16"/>
          <p:cNvSpPr txBox="1">
            <a:spLocks noGrp="1"/>
          </p:cNvSpPr>
          <p:nvPr>
            <p:ph type="subTitle" idx="1"/>
          </p:nvPr>
        </p:nvSpPr>
        <p:spPr>
          <a:xfrm>
            <a:off x="170025" y="827925"/>
            <a:ext cx="1562100" cy="1904100"/>
          </a:xfrm>
          <a:prstGeom prst="rect">
            <a:avLst/>
          </a:prstGeom>
        </p:spPr>
        <p:txBody>
          <a:bodyPr wrap="square" lIns="91425" tIns="91425" rIns="91425" bIns="91425" anchor="t" anchorCtr="0"/>
          <a:lstStyle>
            <a:lvl1pPr lvl="0">
              <a:spcBef>
                <a:spcPts val="0"/>
              </a:spcBef>
              <a:spcAft>
                <a:spcPts val="0"/>
              </a:spcAft>
              <a:buNone/>
              <a:defRPr sz="1200">
                <a:solidFill>
                  <a:srgbClr val="125284"/>
                </a:solidFill>
                <a:latin typeface="Nunito Sans"/>
                <a:ea typeface="Nunito Sans"/>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Tree>
    <p:extLst>
      <p:ext uri="{BB962C8B-B14F-4D97-AF65-F5344CB8AC3E}">
        <p14:creationId xmlns:p14="http://schemas.microsoft.com/office/powerpoint/2010/main" val="1331516504"/>
      </p:ext>
    </p:extLst>
  </p:cSld>
  <p:clrMapOvr>
    <a:masterClrMapping/>
  </p:clrMapOvr>
  <p:extLst>
    <p:ext uri="{DCECCB84-F9BA-43D5-87BE-67443E8EF086}">
      <p15:sldGuideLst xmlns:p15="http://schemas.microsoft.com/office/powerpoint/2012/main">
        <p15:guide id="0" pos="144">
          <p15:clr>
            <a:srgbClr val="FA7B17"/>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Closing Slide">
    <p:bg>
      <p:bgPr>
        <a:solidFill>
          <a:srgbClr val="125284"/>
        </a:solidFill>
        <a:effectLst/>
      </p:bgPr>
    </p:bg>
    <p:spTree>
      <p:nvGrpSpPr>
        <p:cNvPr id="1" name="Shape 118"/>
        <p:cNvGrpSpPr/>
        <p:nvPr/>
      </p:nvGrpSpPr>
      <p:grpSpPr>
        <a:xfrm>
          <a:off x="0" y="0"/>
          <a:ext cx="0" cy="0"/>
          <a:chOff x="0" y="0"/>
          <a:chExt cx="0" cy="0"/>
        </a:xfrm>
      </p:grpSpPr>
      <p:sp>
        <p:nvSpPr>
          <p:cNvPr id="119" name="Google Shape;119;p17"/>
          <p:cNvSpPr txBox="1"/>
          <p:nvPr/>
        </p:nvSpPr>
        <p:spPr>
          <a:xfrm>
            <a:off x="5378350" y="2647475"/>
            <a:ext cx="3218400" cy="2472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1600">
                <a:solidFill>
                  <a:srgbClr val="FFFFFF"/>
                </a:solidFill>
                <a:latin typeface="Rubik"/>
                <a:ea typeface="Rubik"/>
              </a:rPr>
              <a:t>For more information, contact us.</a:t>
            </a:r>
            <a:endParaRPr sz="1600">
              <a:solidFill>
                <a:srgbClr val="FFFFFF"/>
              </a:solidFill>
              <a:latin typeface="Rubik"/>
              <a:ea typeface="Rubik"/>
            </a:endParaRPr>
          </a:p>
        </p:txBody>
      </p:sp>
      <p:sp>
        <p:nvSpPr>
          <p:cNvPr id="120" name="Google Shape;120;p17"/>
          <p:cNvSpPr txBox="1"/>
          <p:nvPr/>
        </p:nvSpPr>
        <p:spPr>
          <a:xfrm>
            <a:off x="170025" y="230325"/>
            <a:ext cx="4329600" cy="778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2800">
                <a:solidFill>
                  <a:srgbClr val="FFFFFF"/>
                </a:solidFill>
                <a:latin typeface="Rubik"/>
                <a:ea typeface="Rubik"/>
              </a:rPr>
              <a:t>THANK YOU</a:t>
            </a:r>
            <a:endParaRPr sz="2800">
              <a:solidFill>
                <a:srgbClr val="FFFFFF"/>
              </a:solidFill>
              <a:latin typeface="Rubik"/>
              <a:ea typeface="Rubik"/>
            </a:endParaRPr>
          </a:p>
          <a:p>
            <a:pPr marL="0" lvl="0" indent="0" algn="l">
              <a:spcBef>
                <a:spcPts val="0"/>
              </a:spcBef>
              <a:spcAft>
                <a:spcPts val="0"/>
              </a:spcAft>
              <a:buNone/>
            </a:pPr>
            <a:r>
              <a:rPr lang="en" altLang="en" sz="2400">
                <a:solidFill>
                  <a:srgbClr val="FB394D"/>
                </a:solidFill>
                <a:latin typeface="Rubik"/>
                <a:ea typeface="Rubik"/>
              </a:rPr>
              <a:t>–</a:t>
            </a:r>
            <a:endParaRPr sz="2400">
              <a:solidFill>
                <a:srgbClr val="FB394D"/>
              </a:solidFill>
              <a:latin typeface="Rubik"/>
              <a:ea typeface="Rubik"/>
            </a:endParaRPr>
          </a:p>
        </p:txBody>
      </p:sp>
      <p:sp>
        <p:nvSpPr>
          <p:cNvPr id="121" name="Google Shape;121;p17"/>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7197B5"/>
                </a:solidFill>
                <a:latin typeface="Rubik Medium"/>
                <a:ea typeface="Rubik Medium"/>
              </a:rPr>
              <a:t>EMPACT.SG</a:t>
            </a:r>
            <a:endParaRPr sz="600">
              <a:solidFill>
                <a:srgbClr val="7197B5"/>
              </a:solidFill>
              <a:latin typeface="Rubik Medium"/>
              <a:ea typeface="Rubik Medium"/>
            </a:endParaRPr>
          </a:p>
        </p:txBody>
      </p:sp>
      <p:sp>
        <p:nvSpPr>
          <p:cNvPr id="122" name="Google Shape;122;p17"/>
          <p:cNvSpPr txBox="1">
            <a:spLocks noGrp="1"/>
          </p:cNvSpPr>
          <p:nvPr>
            <p:ph type="subTitle" idx="1"/>
          </p:nvPr>
        </p:nvSpPr>
        <p:spPr>
          <a:xfrm>
            <a:off x="5302150" y="2960400"/>
            <a:ext cx="3652500" cy="714300"/>
          </a:xfrm>
          <a:prstGeom prst="rect">
            <a:avLst/>
          </a:prstGeom>
        </p:spPr>
        <p:txBody>
          <a:bodyPr wrap="square" lIns="91425" tIns="91425" rIns="91425" bIns="91425" anchor="t" anchorCtr="0"/>
          <a:lstStyle>
            <a:lvl1pPr lvl="0">
              <a:lnSpc>
                <a:spcPct val="100000"/>
              </a:lnSpc>
              <a:spcBef>
                <a:spcPts val="0"/>
              </a:spcBef>
              <a:spcAft>
                <a:spcPts val="0"/>
              </a:spcAft>
              <a:buNone/>
              <a:defRPr>
                <a:solidFill>
                  <a:srgbClr val="A0BACE"/>
                </a:solidFill>
                <a:latin typeface="Rubik"/>
                <a:ea typeface="Rubik"/>
              </a:defRPr>
            </a:lvl1pPr>
            <a:lvl2pPr lvl="1">
              <a:lnSpc>
                <a:spcPct val="100000"/>
              </a:lnSpc>
              <a:spcBef>
                <a:spcPts val="0"/>
              </a:spcBef>
              <a:spcAft>
                <a:spcPts val="0"/>
              </a:spcAft>
              <a:buNone/>
              <a:defRPr>
                <a:solidFill>
                  <a:srgbClr val="A0BACE"/>
                </a:solidFill>
                <a:latin typeface="Rubik"/>
                <a:ea typeface="Rubik"/>
              </a:defRPr>
            </a:lvl2pPr>
            <a:lvl3pPr lvl="2">
              <a:lnSpc>
                <a:spcPct val="100000"/>
              </a:lnSpc>
              <a:spcBef>
                <a:spcPts val="0"/>
              </a:spcBef>
              <a:spcAft>
                <a:spcPts val="0"/>
              </a:spcAft>
              <a:buNone/>
              <a:defRPr>
                <a:solidFill>
                  <a:srgbClr val="A0BACE"/>
                </a:solidFill>
                <a:latin typeface="Rubik"/>
                <a:ea typeface="Rubik"/>
              </a:defRPr>
            </a:lvl3pPr>
            <a:lvl4pPr lvl="3">
              <a:lnSpc>
                <a:spcPct val="100000"/>
              </a:lnSpc>
              <a:spcBef>
                <a:spcPts val="0"/>
              </a:spcBef>
              <a:spcAft>
                <a:spcPts val="0"/>
              </a:spcAft>
              <a:buNone/>
              <a:defRPr>
                <a:solidFill>
                  <a:srgbClr val="A0BACE"/>
                </a:solidFill>
                <a:latin typeface="Rubik"/>
                <a:ea typeface="Rubik"/>
              </a:defRPr>
            </a:lvl4pPr>
            <a:lvl5pPr lvl="4">
              <a:lnSpc>
                <a:spcPct val="100000"/>
              </a:lnSpc>
              <a:spcBef>
                <a:spcPts val="0"/>
              </a:spcBef>
              <a:spcAft>
                <a:spcPts val="0"/>
              </a:spcAft>
              <a:buNone/>
              <a:defRPr>
                <a:solidFill>
                  <a:srgbClr val="A0BACE"/>
                </a:solidFill>
                <a:latin typeface="Rubik"/>
                <a:ea typeface="Rubik"/>
              </a:defRPr>
            </a:lvl5pPr>
            <a:lvl6pPr lvl="5">
              <a:lnSpc>
                <a:spcPct val="100000"/>
              </a:lnSpc>
              <a:spcBef>
                <a:spcPts val="0"/>
              </a:spcBef>
              <a:spcAft>
                <a:spcPts val="0"/>
              </a:spcAft>
              <a:buNone/>
              <a:defRPr>
                <a:solidFill>
                  <a:srgbClr val="A0BACE"/>
                </a:solidFill>
                <a:latin typeface="Rubik"/>
                <a:ea typeface="Rubik"/>
              </a:defRPr>
            </a:lvl6pPr>
            <a:lvl7pPr lvl="6">
              <a:lnSpc>
                <a:spcPct val="100000"/>
              </a:lnSpc>
              <a:spcBef>
                <a:spcPts val="0"/>
              </a:spcBef>
              <a:spcAft>
                <a:spcPts val="0"/>
              </a:spcAft>
              <a:buNone/>
              <a:defRPr>
                <a:solidFill>
                  <a:srgbClr val="A0BACE"/>
                </a:solidFill>
                <a:latin typeface="Rubik"/>
                <a:ea typeface="Rubik"/>
              </a:defRPr>
            </a:lvl7pPr>
            <a:lvl8pPr lvl="7">
              <a:lnSpc>
                <a:spcPct val="100000"/>
              </a:lnSpc>
              <a:spcBef>
                <a:spcPts val="0"/>
              </a:spcBef>
              <a:spcAft>
                <a:spcPts val="0"/>
              </a:spcAft>
              <a:buNone/>
              <a:defRPr>
                <a:solidFill>
                  <a:srgbClr val="A0BACE"/>
                </a:solidFill>
                <a:latin typeface="Rubik"/>
                <a:ea typeface="Rubik"/>
              </a:defRPr>
            </a:lvl8pPr>
            <a:lvl9pPr lvl="8">
              <a:lnSpc>
                <a:spcPct val="100000"/>
              </a:lnSpc>
              <a:spcBef>
                <a:spcPts val="0"/>
              </a:spcBef>
              <a:spcAft>
                <a:spcPts val="0"/>
              </a:spcAft>
              <a:buNone/>
              <a:defRPr>
                <a:solidFill>
                  <a:srgbClr val="A0BACE"/>
                </a:solidFill>
                <a:latin typeface="Rubik"/>
                <a:ea typeface="Rubik"/>
              </a:defRPr>
            </a:lvl9pPr>
          </a:lstStyle>
          <a:p>
            <a:endParaRPr/>
          </a:p>
        </p:txBody>
      </p:sp>
      <p:sp>
        <p:nvSpPr>
          <p:cNvPr id="123" name="Google Shape;123;p17"/>
          <p:cNvSpPr txBox="1">
            <a:spLocks noGrp="1"/>
          </p:cNvSpPr>
          <p:nvPr>
            <p:ph type="subTitle" idx="2"/>
          </p:nvPr>
        </p:nvSpPr>
        <p:spPr>
          <a:xfrm>
            <a:off x="5302150" y="3798600"/>
            <a:ext cx="3652500" cy="714300"/>
          </a:xfrm>
          <a:prstGeom prst="rect">
            <a:avLst/>
          </a:prstGeom>
        </p:spPr>
        <p:txBody>
          <a:bodyPr wrap="square" lIns="91425" tIns="91425" rIns="91425" bIns="91425" anchor="t" anchorCtr="0"/>
          <a:lstStyle>
            <a:lvl1pPr lvl="0">
              <a:lnSpc>
                <a:spcPct val="100000"/>
              </a:lnSpc>
              <a:spcBef>
                <a:spcPts val="0"/>
              </a:spcBef>
              <a:spcAft>
                <a:spcPts val="0"/>
              </a:spcAft>
              <a:buNone/>
              <a:defRPr>
                <a:solidFill>
                  <a:srgbClr val="A0BACE"/>
                </a:solidFill>
                <a:latin typeface="Rubik"/>
                <a:ea typeface="Rubik"/>
              </a:defRPr>
            </a:lvl1pPr>
            <a:lvl2pPr lvl="1">
              <a:lnSpc>
                <a:spcPct val="100000"/>
              </a:lnSpc>
              <a:spcBef>
                <a:spcPts val="0"/>
              </a:spcBef>
              <a:spcAft>
                <a:spcPts val="0"/>
              </a:spcAft>
              <a:buNone/>
              <a:defRPr>
                <a:solidFill>
                  <a:srgbClr val="A0BACE"/>
                </a:solidFill>
                <a:latin typeface="Rubik"/>
                <a:ea typeface="Rubik"/>
              </a:defRPr>
            </a:lvl2pPr>
            <a:lvl3pPr lvl="2">
              <a:lnSpc>
                <a:spcPct val="100000"/>
              </a:lnSpc>
              <a:spcBef>
                <a:spcPts val="0"/>
              </a:spcBef>
              <a:spcAft>
                <a:spcPts val="0"/>
              </a:spcAft>
              <a:buNone/>
              <a:defRPr>
                <a:solidFill>
                  <a:srgbClr val="A0BACE"/>
                </a:solidFill>
                <a:latin typeface="Rubik"/>
                <a:ea typeface="Rubik"/>
              </a:defRPr>
            </a:lvl3pPr>
            <a:lvl4pPr lvl="3">
              <a:lnSpc>
                <a:spcPct val="100000"/>
              </a:lnSpc>
              <a:spcBef>
                <a:spcPts val="0"/>
              </a:spcBef>
              <a:spcAft>
                <a:spcPts val="0"/>
              </a:spcAft>
              <a:buNone/>
              <a:defRPr>
                <a:solidFill>
                  <a:srgbClr val="A0BACE"/>
                </a:solidFill>
                <a:latin typeface="Rubik"/>
                <a:ea typeface="Rubik"/>
              </a:defRPr>
            </a:lvl4pPr>
            <a:lvl5pPr lvl="4">
              <a:lnSpc>
                <a:spcPct val="100000"/>
              </a:lnSpc>
              <a:spcBef>
                <a:spcPts val="0"/>
              </a:spcBef>
              <a:spcAft>
                <a:spcPts val="0"/>
              </a:spcAft>
              <a:buNone/>
              <a:defRPr>
                <a:solidFill>
                  <a:srgbClr val="A0BACE"/>
                </a:solidFill>
                <a:latin typeface="Rubik"/>
                <a:ea typeface="Rubik"/>
              </a:defRPr>
            </a:lvl5pPr>
            <a:lvl6pPr lvl="5">
              <a:lnSpc>
                <a:spcPct val="100000"/>
              </a:lnSpc>
              <a:spcBef>
                <a:spcPts val="0"/>
              </a:spcBef>
              <a:spcAft>
                <a:spcPts val="0"/>
              </a:spcAft>
              <a:buNone/>
              <a:defRPr>
                <a:solidFill>
                  <a:srgbClr val="A0BACE"/>
                </a:solidFill>
                <a:latin typeface="Rubik"/>
                <a:ea typeface="Rubik"/>
              </a:defRPr>
            </a:lvl6pPr>
            <a:lvl7pPr lvl="6">
              <a:lnSpc>
                <a:spcPct val="100000"/>
              </a:lnSpc>
              <a:spcBef>
                <a:spcPts val="0"/>
              </a:spcBef>
              <a:spcAft>
                <a:spcPts val="0"/>
              </a:spcAft>
              <a:buNone/>
              <a:defRPr>
                <a:solidFill>
                  <a:srgbClr val="A0BACE"/>
                </a:solidFill>
                <a:latin typeface="Rubik"/>
                <a:ea typeface="Rubik"/>
              </a:defRPr>
            </a:lvl7pPr>
            <a:lvl8pPr lvl="7">
              <a:lnSpc>
                <a:spcPct val="100000"/>
              </a:lnSpc>
              <a:spcBef>
                <a:spcPts val="0"/>
              </a:spcBef>
              <a:spcAft>
                <a:spcPts val="0"/>
              </a:spcAft>
              <a:buNone/>
              <a:defRPr>
                <a:solidFill>
                  <a:srgbClr val="A0BACE"/>
                </a:solidFill>
                <a:latin typeface="Rubik"/>
                <a:ea typeface="Rubik"/>
              </a:defRPr>
            </a:lvl8pPr>
            <a:lvl9pPr lvl="8">
              <a:lnSpc>
                <a:spcPct val="100000"/>
              </a:lnSpc>
              <a:spcBef>
                <a:spcPts val="0"/>
              </a:spcBef>
              <a:spcAft>
                <a:spcPts val="0"/>
              </a:spcAft>
              <a:buNone/>
              <a:defRPr>
                <a:solidFill>
                  <a:srgbClr val="A0BACE"/>
                </a:solidFill>
                <a:latin typeface="Rubik"/>
                <a:ea typeface="Rubik"/>
              </a:defRPr>
            </a:lvl9pPr>
          </a:lstStyle>
          <a:p>
            <a:endParaRPr/>
          </a:p>
        </p:txBody>
      </p:sp>
      <p:sp>
        <p:nvSpPr>
          <p:cNvPr id="124" name="Google Shape;124;p17"/>
          <p:cNvSpPr txBox="1">
            <a:spLocks noGrp="1"/>
          </p:cNvSpPr>
          <p:nvPr>
            <p:ph type="sldNum" idx="12"/>
          </p:nvPr>
        </p:nvSpPr>
        <p:spPr>
          <a:xfrm>
            <a:off x="8556784" y="4749851"/>
            <a:ext cx="548700" cy="393600"/>
          </a:xfrm>
          <a:prstGeom prst="rect">
            <a:avLst/>
          </a:prstGeom>
        </p:spPr>
        <p:txBody>
          <a:bodyPr wrap="square" lIns="91425" tIns="91425" rIns="91425" bIns="91425" anchor="t" anchorCtr="0"/>
          <a:lstStyle>
            <a:lvl1pPr lvl="0">
              <a:buNone/>
              <a:defRPr sz="1300">
                <a:solidFill>
                  <a:srgbClr val="125284"/>
                </a:solidFill>
                <a:latin typeface="Nunito Sans"/>
                <a:ea typeface="Nunito Sans"/>
              </a:defRPr>
            </a:lvl1pPr>
            <a:lvl2pPr lvl="1">
              <a:buNone/>
              <a:defRPr sz="1300">
                <a:solidFill>
                  <a:srgbClr val="125284"/>
                </a:solidFill>
                <a:latin typeface="Nunito Sans"/>
                <a:ea typeface="Nunito Sans"/>
              </a:defRPr>
            </a:lvl2pPr>
            <a:lvl3pPr lvl="2">
              <a:buNone/>
              <a:defRPr sz="1300">
                <a:solidFill>
                  <a:srgbClr val="125284"/>
                </a:solidFill>
                <a:latin typeface="Nunito Sans"/>
                <a:ea typeface="Nunito Sans"/>
              </a:defRPr>
            </a:lvl3pPr>
            <a:lvl4pPr lvl="3">
              <a:buNone/>
              <a:defRPr sz="1300">
                <a:solidFill>
                  <a:srgbClr val="125284"/>
                </a:solidFill>
                <a:latin typeface="Nunito Sans"/>
                <a:ea typeface="Nunito Sans"/>
              </a:defRPr>
            </a:lvl4pPr>
            <a:lvl5pPr lvl="4">
              <a:buNone/>
              <a:defRPr sz="1300">
                <a:solidFill>
                  <a:srgbClr val="125284"/>
                </a:solidFill>
                <a:latin typeface="Nunito Sans"/>
                <a:ea typeface="Nunito Sans"/>
              </a:defRPr>
            </a:lvl5pPr>
            <a:lvl6pPr lvl="5">
              <a:buNone/>
              <a:defRPr sz="1300">
                <a:solidFill>
                  <a:srgbClr val="125284"/>
                </a:solidFill>
                <a:latin typeface="Nunito Sans"/>
                <a:ea typeface="Nunito Sans"/>
              </a:defRPr>
            </a:lvl6pPr>
            <a:lvl7pPr lvl="6">
              <a:buNone/>
              <a:defRPr sz="1300">
                <a:solidFill>
                  <a:srgbClr val="125284"/>
                </a:solidFill>
                <a:latin typeface="Nunito Sans"/>
                <a:ea typeface="Nunito Sans"/>
              </a:defRPr>
            </a:lvl7pPr>
            <a:lvl8pPr lvl="7">
              <a:buNone/>
              <a:defRPr sz="1300">
                <a:solidFill>
                  <a:srgbClr val="125284"/>
                </a:solidFill>
                <a:latin typeface="Nunito Sans"/>
                <a:ea typeface="Nunito Sans"/>
              </a:defRPr>
            </a:lvl8pPr>
            <a:lvl9pPr lvl="8">
              <a:buNone/>
              <a:defRPr sz="1300">
                <a:solidFill>
                  <a:srgbClr val="125284"/>
                </a:solidFill>
                <a:latin typeface="Nunito Sans"/>
                <a:ea typeface="Nunito Sans"/>
              </a:defRPr>
            </a:lvl9pPr>
          </a:lstStyle>
          <a:p>
            <a:pPr marL="0" lvl="0" indent="0" algn="r">
              <a:spcBef>
                <a:spcPts val="0"/>
              </a:spcBef>
              <a:spcAft>
                <a:spcPts val="0"/>
              </a:spcAft>
              <a:buNone/>
            </a:pPr>
            <a:fld id="{F5BBFB6A-BAE5-4DFD-B64E-BE708D1A6429}" type="slidenum">
              <a:rPr lang="en" altLang="en"/>
              <a:t>‹#›</a:t>
            </a:fld>
            <a:endParaRPr/>
          </a:p>
        </p:txBody>
      </p:sp>
      <p:pic>
        <p:nvPicPr>
          <p:cNvPr id="125" name="Google Shape;125;p17"/>
          <p:cNvPicPr preferRelativeResize="0">
            <a:picLocks/>
          </p:cNvPicPr>
          <p:nvPr/>
        </p:nvPicPr>
        <p:blipFill>
          <a:blip r:embed="rId2">
            <a:alphaModFix/>
          </a:blip>
          <a:stretch>
            <a:fillRect/>
          </a:stretch>
        </p:blipFill>
        <p:spPr>
          <a:xfrm>
            <a:off x="8071550" y="4645400"/>
            <a:ext cx="929251" cy="309750"/>
          </a:xfrm>
          <a:prstGeom prst="rect">
            <a:avLst/>
          </a:prstGeom>
          <a:noFill/>
          <a:ln>
            <a:noFill/>
          </a:ln>
        </p:spPr>
      </p:pic>
    </p:spTree>
    <p:extLst>
      <p:ext uri="{BB962C8B-B14F-4D97-AF65-F5344CB8AC3E}">
        <p14:creationId xmlns:p14="http://schemas.microsoft.com/office/powerpoint/2010/main" val="3207586889"/>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cSld name="Blank">
    <p:spTree>
      <p:nvGrpSpPr>
        <p:cNvPr id="1" name="Shape 126"/>
        <p:cNvGrpSpPr/>
        <p:nvPr/>
      </p:nvGrpSpPr>
      <p:grpSpPr>
        <a:xfrm>
          <a:off x="0" y="0"/>
          <a:ext cx="0" cy="0"/>
          <a:chOff x="0" y="0"/>
          <a:chExt cx="0" cy="0"/>
        </a:xfrm>
      </p:grpSpPr>
      <p:sp>
        <p:nvSpPr>
          <p:cNvPr id="127" name="Google Shape;127;p18"/>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a:spcBef>
                <a:spcPts val="0"/>
              </a:spcBef>
              <a:spcAft>
                <a:spcPts val="0"/>
              </a:spcAft>
              <a:buNone/>
            </a:pPr>
            <a:endParaRPr/>
          </a:p>
        </p:txBody>
      </p:sp>
      <p:pic>
        <p:nvPicPr>
          <p:cNvPr id="128" name="Google Shape;128;p18"/>
          <p:cNvPicPr preferRelativeResize="0">
            <a:picLocks/>
          </p:cNvPicPr>
          <p:nvPr/>
        </p:nvPicPr>
        <p:blipFill>
          <a:blip r:embed="rId2">
            <a:alphaModFix/>
          </a:blip>
          <a:stretch>
            <a:fillRect/>
          </a:stretch>
        </p:blipFill>
        <p:spPr>
          <a:xfrm>
            <a:off x="8071525" y="4645400"/>
            <a:ext cx="929275" cy="309750"/>
          </a:xfrm>
          <a:prstGeom prst="rect">
            <a:avLst/>
          </a:prstGeom>
          <a:noFill/>
          <a:ln>
            <a:noFill/>
          </a:ln>
        </p:spPr>
      </p:pic>
      <p:sp>
        <p:nvSpPr>
          <p:cNvPr id="129" name="Google Shape;129;p18"/>
          <p:cNvSpPr txBox="1"/>
          <p:nvPr/>
        </p:nvSpPr>
        <p:spPr>
          <a:xfrm>
            <a:off x="170025" y="4881400"/>
            <a:ext cx="666900" cy="109500"/>
          </a:xfrm>
          <a:prstGeom prst="rect">
            <a:avLst/>
          </a:prstGeom>
          <a:noFill/>
          <a:ln>
            <a:noFill/>
          </a:ln>
        </p:spPr>
        <p:txBody>
          <a:bodyPr wrap="square" lIns="0" tIns="0" rIns="0" bIns="0" anchor="t" anchorCtr="0"/>
          <a:lstStyle/>
          <a:p>
            <a:pPr marL="0" lvl="0" indent="0" algn="l">
              <a:spcBef>
                <a:spcPts val="0"/>
              </a:spcBef>
              <a:spcAft>
                <a:spcPts val="0"/>
              </a:spcAft>
              <a:buNone/>
            </a:pPr>
            <a:r>
              <a:rPr lang="en" altLang="en" sz="600">
                <a:solidFill>
                  <a:srgbClr val="125284"/>
                </a:solidFill>
                <a:latin typeface="Rubik Medium"/>
                <a:ea typeface="Rubik Medium"/>
              </a:rPr>
              <a:t>EMPACT.SG</a:t>
            </a:r>
            <a:endParaRPr sz="600">
              <a:solidFill>
                <a:srgbClr val="125284"/>
              </a:solidFill>
              <a:latin typeface="Rubik Medium"/>
              <a:ea typeface="Rubik Medium"/>
            </a:endParaRPr>
          </a:p>
        </p:txBody>
      </p:sp>
    </p:spTree>
    <p:extLst>
      <p:ext uri="{BB962C8B-B14F-4D97-AF65-F5344CB8AC3E}">
        <p14:creationId xmlns:p14="http://schemas.microsoft.com/office/powerpoint/2010/main" val="3188244535"/>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TITLE_2">
    <p:spTree>
      <p:nvGrpSpPr>
        <p:cNvPr id="1" name="Shape 130"/>
        <p:cNvGrpSpPr/>
        <p:nvPr/>
      </p:nvGrpSpPr>
      <p:grpSpPr>
        <a:xfrm>
          <a:off x="0" y="0"/>
          <a:ext cx="0" cy="0"/>
          <a:chOff x="0" y="0"/>
          <a:chExt cx="0" cy="0"/>
        </a:xfrm>
      </p:grpSpPr>
      <p:sp>
        <p:nvSpPr>
          <p:cNvPr id="131" name="Google Shape;131;p19"/>
          <p:cNvSpPr txBox="1">
            <a:spLocks noGrp="1"/>
          </p:cNvSpPr>
          <p:nvPr>
            <p:ph type="ctrTitle"/>
          </p:nvPr>
        </p:nvSpPr>
        <p:spPr>
          <a:xfrm>
            <a:off x="311708" y="744575"/>
            <a:ext cx="8520600" cy="2052600"/>
          </a:xfrm>
          <a:prstGeom prst="rect">
            <a:avLst/>
          </a:prstGeom>
        </p:spPr>
        <p:txBody>
          <a:bodyPr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2" name="Google Shape;132;p19"/>
          <p:cNvSpPr txBox="1">
            <a:spLocks noGrp="1"/>
          </p:cNvSpPr>
          <p:nvPr>
            <p:ph type="subTitle" idx="1"/>
          </p:nvPr>
        </p:nvSpPr>
        <p:spPr>
          <a:xfrm>
            <a:off x="311700" y="2834125"/>
            <a:ext cx="8520600" cy="792600"/>
          </a:xfrm>
          <a:prstGeom prst="rect">
            <a:avLst/>
          </a:prstGeom>
        </p:spPr>
        <p:txBody>
          <a:bodyPr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1000"/>
              </a:spcBef>
              <a:spcAft>
                <a:spcPts val="0"/>
              </a:spcAft>
              <a:buSzPts val="2800"/>
              <a:buNone/>
              <a:defRPr sz="2800"/>
            </a:lvl2pPr>
            <a:lvl3pPr lvl="2" algn="ctr">
              <a:lnSpc>
                <a:spcPct val="100000"/>
              </a:lnSpc>
              <a:spcBef>
                <a:spcPts val="1000"/>
              </a:spcBef>
              <a:spcAft>
                <a:spcPts val="0"/>
              </a:spcAft>
              <a:buSzPts val="2800"/>
              <a:buNone/>
              <a:defRPr sz="2800"/>
            </a:lvl3pPr>
            <a:lvl4pPr lvl="3" algn="ctr">
              <a:lnSpc>
                <a:spcPct val="100000"/>
              </a:lnSpc>
              <a:spcBef>
                <a:spcPts val="1000"/>
              </a:spcBef>
              <a:spcAft>
                <a:spcPts val="0"/>
              </a:spcAft>
              <a:buSzPts val="2800"/>
              <a:buNone/>
              <a:defRPr sz="2800"/>
            </a:lvl4pPr>
            <a:lvl5pPr lvl="4" algn="ctr">
              <a:lnSpc>
                <a:spcPct val="100000"/>
              </a:lnSpc>
              <a:spcBef>
                <a:spcPts val="1000"/>
              </a:spcBef>
              <a:spcAft>
                <a:spcPts val="0"/>
              </a:spcAft>
              <a:buSzPts val="2800"/>
              <a:buNone/>
              <a:defRPr sz="2800"/>
            </a:lvl5pPr>
            <a:lvl6pPr lvl="5" algn="ctr">
              <a:lnSpc>
                <a:spcPct val="100000"/>
              </a:lnSpc>
              <a:spcBef>
                <a:spcPts val="1000"/>
              </a:spcBef>
              <a:spcAft>
                <a:spcPts val="0"/>
              </a:spcAft>
              <a:buSzPts val="2800"/>
              <a:buNone/>
              <a:defRPr sz="2800"/>
            </a:lvl6pPr>
            <a:lvl7pPr lvl="6" algn="ctr">
              <a:lnSpc>
                <a:spcPct val="100000"/>
              </a:lnSpc>
              <a:spcBef>
                <a:spcPts val="1000"/>
              </a:spcBef>
              <a:spcAft>
                <a:spcPts val="0"/>
              </a:spcAft>
              <a:buSzPts val="2800"/>
              <a:buNone/>
              <a:defRPr sz="2800"/>
            </a:lvl7pPr>
            <a:lvl8pPr lvl="7" algn="ctr">
              <a:lnSpc>
                <a:spcPct val="100000"/>
              </a:lnSpc>
              <a:spcBef>
                <a:spcPts val="1000"/>
              </a:spcBef>
              <a:spcAft>
                <a:spcPts val="0"/>
              </a:spcAft>
              <a:buSzPts val="2800"/>
              <a:buNone/>
              <a:defRPr sz="2800"/>
            </a:lvl8pPr>
            <a:lvl9pPr lvl="8" algn="ctr">
              <a:lnSpc>
                <a:spcPct val="100000"/>
              </a:lnSpc>
              <a:spcBef>
                <a:spcPts val="1000"/>
              </a:spcBef>
              <a:spcAft>
                <a:spcPts val="0"/>
              </a:spcAft>
              <a:buSzPts val="2800"/>
              <a:buNone/>
              <a:defRPr sz="2800"/>
            </a:lvl9pPr>
          </a:lstStyle>
          <a:p>
            <a:endParaRPr/>
          </a:p>
        </p:txBody>
      </p:sp>
      <p:sp>
        <p:nvSpPr>
          <p:cNvPr id="133" name="Google Shape;133;p19"/>
          <p:cNvSpPr txBox="1">
            <a:spLocks noGrp="1"/>
          </p:cNvSpPr>
          <p:nvPr>
            <p:ph type="sldNum" idx="12"/>
          </p:nvPr>
        </p:nvSpPr>
        <p:spPr>
          <a:xfrm>
            <a:off x="8472458" y="4663217"/>
            <a:ext cx="548700" cy="393600"/>
          </a:xfrm>
          <a:prstGeom prst="rect">
            <a:avLst/>
          </a:prstGeom>
        </p:spPr>
        <p:txBody>
          <a:bodyPr wrap="square" lIns="91425" tIns="91425" rIns="91425" bIns="91425" anchor="ctr" anchorCtr="0"/>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pPr>
            <a:fld id="{A5A532FB-9B1B-4FAB-89B6-6C9063BCF843}" type="slidenum">
              <a:rPr lang="en" altLang="en"/>
              <a:t>‹#›</a:t>
            </a:fld>
            <a:endParaRPr/>
          </a:p>
        </p:txBody>
      </p:sp>
    </p:spTree>
    <p:extLst>
      <p:ext uri="{BB962C8B-B14F-4D97-AF65-F5344CB8AC3E}">
        <p14:creationId xmlns:p14="http://schemas.microsoft.com/office/powerpoint/2010/main" val="15760582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theme" Target="../theme/theme2.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slideLayout" Target="../slideLayouts/slideLayout60.xml"/><Relationship Id="rId21" Type="http://schemas.openxmlformats.org/officeDocument/2006/relationships/slideLayout" Target="../slideLayouts/slideLayout55.xml"/><Relationship Id="rId34" Type="http://schemas.openxmlformats.org/officeDocument/2006/relationships/slideLayout" Target="../slideLayouts/slideLayout68.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slideLayout" Target="../slideLayouts/slideLayout67.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29" Type="http://schemas.openxmlformats.org/officeDocument/2006/relationships/slideLayout" Target="../slideLayouts/slideLayout6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slideLayout" Target="../slideLayouts/slideLayout66.xml"/><Relationship Id="rId37" Type="http://schemas.openxmlformats.org/officeDocument/2006/relationships/theme" Target="../theme/theme4.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36" Type="http://schemas.openxmlformats.org/officeDocument/2006/relationships/slideLayout" Target="../slideLayouts/slideLayout70.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31" Type="http://schemas.openxmlformats.org/officeDocument/2006/relationships/slideLayout" Target="../slideLayouts/slideLayout65.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slideLayout" Target="../slideLayouts/slideLayout64.xml"/><Relationship Id="rId35" Type="http://schemas.openxmlformats.org/officeDocument/2006/relationships/slideLayout" Target="../slideLayouts/slideLayout69.xml"/><Relationship Id="rId8" Type="http://schemas.openxmlformats.org/officeDocument/2006/relationships/slideLayout" Target="../slideLayouts/slideLayout42.xml"/><Relationship Id="rId3"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5" Type="http://schemas.openxmlformats.org/officeDocument/2006/relationships/theme" Target="../theme/theme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lvl="0"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1pPr>
            <a:lvl2pPr lvl="1"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2pPr>
            <a:lvl3pPr lvl="2"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3pPr>
            <a:lvl4pPr lvl="3"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4pPr>
            <a:lvl5pPr lvl="4"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5pPr>
            <a:lvl6pPr lvl="5"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6pPr>
            <a:lvl7pPr lvl="6"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7pPr>
            <a:lvl8pPr lvl="7"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8pPr>
            <a:lvl9pPr lvl="8"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wrap="square" lIns="91425" tIns="91425" rIns="91425" bIns="91425" anchor="t" anchorCtr="0"/>
          <a:lstStyle>
            <a:lvl1pPr marL="457200" lvl="0" indent="-317500" algn="l">
              <a:lnSpc>
                <a:spcPct val="115000"/>
              </a:lnSpc>
              <a:spcBef>
                <a:spcPts val="0"/>
              </a:spcBef>
              <a:spcAft>
                <a:spcPts val="0"/>
              </a:spcAft>
              <a:buClr>
                <a:srgbClr val="125284"/>
              </a:buClr>
              <a:buSzPts val="1400"/>
              <a:buFont typeface="Nunito Sans"/>
              <a:buChar char="●"/>
              <a:defRPr sz="1400" b="0" i="0" u="none" strike="noStrike">
                <a:solidFill>
                  <a:srgbClr val="125284"/>
                </a:solidFill>
                <a:latin typeface="Nunito Sans"/>
                <a:ea typeface="Nunito Sans"/>
              </a:defRPr>
            </a:lvl1pPr>
            <a:lvl2pPr marL="914400" lvl="1" indent="-317500" algn="l">
              <a:lnSpc>
                <a:spcPct val="115000"/>
              </a:lnSpc>
              <a:spcBef>
                <a:spcPts val="1000"/>
              </a:spcBef>
              <a:spcAft>
                <a:spcPts val="0"/>
              </a:spcAft>
              <a:buClr>
                <a:srgbClr val="125284"/>
              </a:buClr>
              <a:buSzPts val="1400"/>
              <a:buFont typeface="Nunito Sans"/>
              <a:buChar char="૦"/>
              <a:defRPr sz="1400" b="0" i="0" u="none" strike="noStrike">
                <a:solidFill>
                  <a:srgbClr val="125284"/>
                </a:solidFill>
                <a:latin typeface="Nunito Sans"/>
                <a:ea typeface="Nunito Sans"/>
              </a:defRPr>
            </a:lvl2pPr>
            <a:lvl3pPr marL="1371600" lvl="2"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3pPr>
            <a:lvl4pPr marL="1828800" lvl="3" indent="-317500" algn="l">
              <a:lnSpc>
                <a:spcPct val="115000"/>
              </a:lnSpc>
              <a:spcBef>
                <a:spcPts val="1000"/>
              </a:spcBef>
              <a:spcAft>
                <a:spcPts val="0"/>
              </a:spcAft>
              <a:buClr>
                <a:srgbClr val="125284"/>
              </a:buClr>
              <a:buSzPts val="1400"/>
              <a:buFont typeface="Nunito Sans"/>
              <a:buChar char="۰"/>
              <a:defRPr sz="1400" b="0" i="0" u="none" strike="noStrike">
                <a:solidFill>
                  <a:srgbClr val="125284"/>
                </a:solidFill>
                <a:latin typeface="Nunito Sans"/>
                <a:ea typeface="Nunito Sans"/>
              </a:defRPr>
            </a:lvl4pPr>
            <a:lvl5pPr marL="2286000" lvl="4"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5pPr>
            <a:lvl6pPr marL="2743200" lvl="5"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6pPr>
            <a:lvl7pPr marL="3200400" lvl="6"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7pPr>
            <a:lvl8pPr marL="3657600" lvl="7"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8pPr>
            <a:lvl9pPr marL="4114800" lvl="8" indent="-317500" algn="l">
              <a:lnSpc>
                <a:spcPct val="115000"/>
              </a:lnSpc>
              <a:spcBef>
                <a:spcPts val="1000"/>
              </a:spcBef>
              <a:spcAft>
                <a:spcPts val="1000"/>
              </a:spcAft>
              <a:buClr>
                <a:srgbClr val="125284"/>
              </a:buClr>
              <a:buSzPts val="1400"/>
              <a:buFont typeface="Nunito Sans"/>
              <a:buChar char="■"/>
              <a:defRPr sz="1400" b="0" i="0" u="none" strike="noStrike">
                <a:solidFill>
                  <a:srgbClr val="125284"/>
                </a:solidFill>
                <a:latin typeface="Nunito Sans"/>
                <a:ea typeface="Nunito Sans"/>
              </a:defRPr>
            </a:lvl9pPr>
          </a:lstStyle>
          <a:p>
            <a:endParaRPr/>
          </a:p>
        </p:txBody>
      </p:sp>
      <p:sp>
        <p:nvSpPr>
          <p:cNvPr id="8" name="Google Shape;8;p1"/>
          <p:cNvSpPr txBox="1">
            <a:spLocks noGrp="1"/>
          </p:cNvSpPr>
          <p:nvPr>
            <p:ph type="sldNum" idx="12"/>
          </p:nvPr>
        </p:nvSpPr>
        <p:spPr>
          <a:xfrm>
            <a:off x="8472459" y="4663217"/>
            <a:ext cx="548700" cy="393600"/>
          </a:xfrm>
          <a:prstGeom prst="rect">
            <a:avLst/>
          </a:prstGeom>
          <a:noFill/>
          <a:ln>
            <a:noFill/>
          </a:ln>
        </p:spPr>
        <p:txBody>
          <a:bodyPr wrap="square" lIns="91425" tIns="91425" rIns="91425" bIns="91425" anchor="ctr" anchorCtr="0"/>
          <a:lstStyle>
            <a:lvl1pPr marL="0" lvl="0"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1pPr>
            <a:lvl2pPr marL="0" lvl="1"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2pPr>
            <a:lvl3pPr marL="0" lvl="2"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3pPr>
            <a:lvl4pPr marL="0" lvl="3"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4pPr>
            <a:lvl5pPr marL="0" lvl="4"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5pPr>
            <a:lvl6pPr marL="0" lvl="5"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6pPr>
            <a:lvl7pPr marL="0" lvl="6"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7pPr>
            <a:lvl8pPr marL="0" lvl="7"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8pPr>
            <a:lvl9pPr marL="0" lvl="8"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9pPr>
          </a:lstStyle>
          <a:p>
            <a:pPr marL="0" lvl="0" indent="0" algn="r">
              <a:spcBef>
                <a:spcPts val="0"/>
              </a:spcBef>
              <a:spcAft>
                <a:spcPts val="0"/>
              </a:spcAft>
              <a:buNone/>
            </a:pPr>
            <a:fld id="{2B68CC05-0D84-46A1-95EF-A1B234392B09}" type="slidenum">
              <a:rPr lang="en" altLang="en"/>
              <a:t>‹#›</a:t>
            </a:fld>
            <a:endParaRPr/>
          </a:p>
        </p:txBody>
      </p:sp>
      <p:sp>
        <p:nvSpPr>
          <p:cNvPr id="9" name="Google Shape;9;p1"/>
          <p:cNvSpPr txBox="1"/>
          <p:nvPr/>
        </p:nvSpPr>
        <p:spPr>
          <a:xfrm>
            <a:off x="311700" y="445025"/>
            <a:ext cx="8520600" cy="572700"/>
          </a:xfrm>
          <a:prstGeom prst="rect">
            <a:avLst/>
          </a:prstGeom>
          <a:noFill/>
          <a:ln>
            <a:noFill/>
          </a:ln>
        </p:spPr>
        <p:txBody>
          <a:bodyPr wrap="square" lIns="91425" tIns="91425" rIns="91425" bIns="91425" anchor="t" anchorCtr="0"/>
          <a:lstStyle/>
          <a:p>
            <a:pPr marL="0" lvl="0" indent="0" algn="l">
              <a:spcBef>
                <a:spcPts val="0"/>
              </a:spcBef>
              <a:spcAft>
                <a:spcPts val="0"/>
              </a:spcAft>
              <a:buNone/>
            </a:pPr>
            <a:endParaRPr sz="1800">
              <a:solidFill>
                <a:srgbClr val="125284"/>
              </a:solidFill>
              <a:latin typeface="Poppins"/>
              <a:ea typeface="Poppins"/>
            </a:endParaRPr>
          </a:p>
        </p:txBody>
      </p:sp>
      <p:sp>
        <p:nvSpPr>
          <p:cNvPr id="10" name="Google Shape;10;p1"/>
          <p:cNvSpPr txBox="1"/>
          <p:nvPr/>
        </p:nvSpPr>
        <p:spPr>
          <a:xfrm>
            <a:off x="311700" y="1152475"/>
            <a:ext cx="8520600" cy="3416400"/>
          </a:xfrm>
          <a:prstGeom prst="rect">
            <a:avLst/>
          </a:prstGeom>
          <a:noFill/>
          <a:ln>
            <a:noFill/>
          </a:ln>
        </p:spPr>
        <p:txBody>
          <a:bodyPr wrap="square" lIns="91425" tIns="91425" rIns="91425" bIns="91425" anchor="t" anchorCtr="0"/>
          <a:lstStyle/>
          <a:p>
            <a:pPr marL="0" lvl="0" indent="0" algn="l">
              <a:lnSpc>
                <a:spcPct val="115000"/>
              </a:lnSpc>
              <a:spcBef>
                <a:spcPts val="0"/>
              </a:spcBef>
              <a:spcAft>
                <a:spcPts val="1000"/>
              </a:spcAft>
              <a:buNone/>
            </a:pPr>
            <a:endParaRPr>
              <a:solidFill>
                <a:srgbClr val="125284"/>
              </a:solidFill>
              <a:latin typeface="Nunito Sans"/>
              <a:ea typeface="Nunito Sans"/>
            </a:endParaRPr>
          </a:p>
        </p:txBody>
      </p:sp>
      <p:sp>
        <p:nvSpPr>
          <p:cNvPr id="11" name="Google Shape;11;p1"/>
          <p:cNvSpPr txBox="1"/>
          <p:nvPr/>
        </p:nvSpPr>
        <p:spPr>
          <a:xfrm>
            <a:off x="4297659" y="4811001"/>
            <a:ext cx="548700" cy="393600"/>
          </a:xfrm>
          <a:prstGeom prst="rect">
            <a:avLst/>
          </a:prstGeom>
          <a:noFill/>
          <a:ln>
            <a:noFill/>
          </a:ln>
        </p:spPr>
        <p:txBody>
          <a:bodyPr wrap="square" lIns="91425" tIns="91425" rIns="91425" bIns="91425" anchor="t" anchorCtr="0"/>
          <a:lstStyle/>
          <a:p>
            <a:pPr marL="0" lvl="0" indent="0" algn="ctr">
              <a:spcBef>
                <a:spcPts val="0"/>
              </a:spcBef>
              <a:spcAft>
                <a:spcPts val="0"/>
              </a:spcAft>
              <a:buNone/>
            </a:pPr>
            <a:fld id="{D09969BF-2123-4B33-9EEC-683B2D64B164}" type="slidenum">
              <a:rPr lang="en" altLang="en" sz="1000">
                <a:solidFill>
                  <a:srgbClr val="125284"/>
                </a:solidFill>
                <a:latin typeface="Nunito Sans"/>
                <a:ea typeface="Nunito Sans"/>
              </a:rPr>
              <a:t>‹#›</a:t>
            </a:fld>
            <a:endParaRPr sz="1000">
              <a:solidFill>
                <a:srgbClr val="125284"/>
              </a:solidFill>
              <a:latin typeface="Nunito Sans"/>
              <a:ea typeface="Nunito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p:titleStyle>
    <p:body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p:bodyStyle>
    <p:other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lvl="0"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1pPr>
            <a:lvl2pPr lvl="1"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2pPr>
            <a:lvl3pPr lvl="2"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3pPr>
            <a:lvl4pPr lvl="3"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4pPr>
            <a:lvl5pPr lvl="4"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5pPr>
            <a:lvl6pPr lvl="5"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6pPr>
            <a:lvl7pPr lvl="6"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7pPr>
            <a:lvl8pPr lvl="7"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8pPr>
            <a:lvl9pPr lvl="8"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wrap="square" lIns="91425" tIns="91425" rIns="91425" bIns="91425" anchor="t" anchorCtr="0"/>
          <a:lstStyle>
            <a:lvl1pPr marL="457200" lvl="0" indent="-317500" algn="l">
              <a:lnSpc>
                <a:spcPct val="115000"/>
              </a:lnSpc>
              <a:spcBef>
                <a:spcPts val="0"/>
              </a:spcBef>
              <a:spcAft>
                <a:spcPts val="0"/>
              </a:spcAft>
              <a:buClr>
                <a:srgbClr val="125284"/>
              </a:buClr>
              <a:buSzPts val="1400"/>
              <a:buFont typeface="Nunito Sans"/>
              <a:buChar char="●"/>
              <a:defRPr sz="1400" b="0" i="0" u="none" strike="noStrike">
                <a:solidFill>
                  <a:srgbClr val="125284"/>
                </a:solidFill>
                <a:latin typeface="Nunito Sans"/>
                <a:ea typeface="Nunito Sans"/>
              </a:defRPr>
            </a:lvl1pPr>
            <a:lvl2pPr marL="914400" lvl="1" indent="-317500" algn="l">
              <a:lnSpc>
                <a:spcPct val="115000"/>
              </a:lnSpc>
              <a:spcBef>
                <a:spcPts val="1000"/>
              </a:spcBef>
              <a:spcAft>
                <a:spcPts val="0"/>
              </a:spcAft>
              <a:buClr>
                <a:srgbClr val="125284"/>
              </a:buClr>
              <a:buSzPts val="1400"/>
              <a:buFont typeface="Nunito Sans"/>
              <a:buChar char="૦"/>
              <a:defRPr sz="1400" b="0" i="0" u="none" strike="noStrike">
                <a:solidFill>
                  <a:srgbClr val="125284"/>
                </a:solidFill>
                <a:latin typeface="Nunito Sans"/>
                <a:ea typeface="Nunito Sans"/>
              </a:defRPr>
            </a:lvl2pPr>
            <a:lvl3pPr marL="1371600" lvl="2"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3pPr>
            <a:lvl4pPr marL="1828800" lvl="3" indent="-317500" algn="l">
              <a:lnSpc>
                <a:spcPct val="115000"/>
              </a:lnSpc>
              <a:spcBef>
                <a:spcPts val="1000"/>
              </a:spcBef>
              <a:spcAft>
                <a:spcPts val="0"/>
              </a:spcAft>
              <a:buClr>
                <a:srgbClr val="125284"/>
              </a:buClr>
              <a:buSzPts val="1400"/>
              <a:buFont typeface="Nunito Sans"/>
              <a:buChar char="۰"/>
              <a:defRPr sz="1400" b="0" i="0" u="none" strike="noStrike">
                <a:solidFill>
                  <a:srgbClr val="125284"/>
                </a:solidFill>
                <a:latin typeface="Nunito Sans"/>
                <a:ea typeface="Nunito Sans"/>
              </a:defRPr>
            </a:lvl4pPr>
            <a:lvl5pPr marL="2286000" lvl="4"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5pPr>
            <a:lvl6pPr marL="2743200" lvl="5"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6pPr>
            <a:lvl7pPr marL="3200400" lvl="6"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7pPr>
            <a:lvl8pPr marL="3657600" lvl="7"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8pPr>
            <a:lvl9pPr marL="4114800" lvl="8" indent="-317500" algn="l">
              <a:lnSpc>
                <a:spcPct val="115000"/>
              </a:lnSpc>
              <a:spcBef>
                <a:spcPts val="1000"/>
              </a:spcBef>
              <a:spcAft>
                <a:spcPts val="1000"/>
              </a:spcAft>
              <a:buClr>
                <a:srgbClr val="125284"/>
              </a:buClr>
              <a:buSzPts val="1400"/>
              <a:buFont typeface="Nunito Sans"/>
              <a:buChar char="■"/>
              <a:defRPr sz="1400" b="0" i="0" u="none" strike="noStrike">
                <a:solidFill>
                  <a:srgbClr val="125284"/>
                </a:solidFill>
                <a:latin typeface="Nunito Sans"/>
                <a:ea typeface="Nunito Sans"/>
              </a:defRPr>
            </a:lvl9pPr>
          </a:lstStyle>
          <a:p>
            <a:endParaRPr/>
          </a:p>
        </p:txBody>
      </p:sp>
      <p:sp>
        <p:nvSpPr>
          <p:cNvPr id="8" name="Google Shape;8;p1"/>
          <p:cNvSpPr txBox="1">
            <a:spLocks noGrp="1"/>
          </p:cNvSpPr>
          <p:nvPr>
            <p:ph type="sldNum" idx="12"/>
          </p:nvPr>
        </p:nvSpPr>
        <p:spPr>
          <a:xfrm>
            <a:off x="8472459" y="4663217"/>
            <a:ext cx="548700" cy="393600"/>
          </a:xfrm>
          <a:prstGeom prst="rect">
            <a:avLst/>
          </a:prstGeom>
          <a:noFill/>
          <a:ln>
            <a:noFill/>
          </a:ln>
        </p:spPr>
        <p:txBody>
          <a:bodyPr wrap="square" lIns="91425" tIns="91425" rIns="91425" bIns="91425" anchor="ctr" anchorCtr="0"/>
          <a:lstStyle>
            <a:lvl1pPr marL="0" lvl="0"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1pPr>
            <a:lvl2pPr marL="0" lvl="1"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2pPr>
            <a:lvl3pPr marL="0" lvl="2"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3pPr>
            <a:lvl4pPr marL="0" lvl="3"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4pPr>
            <a:lvl5pPr marL="0" lvl="4"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5pPr>
            <a:lvl6pPr marL="0" lvl="5"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6pPr>
            <a:lvl7pPr marL="0" lvl="6"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7pPr>
            <a:lvl8pPr marL="0" lvl="7"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8pPr>
            <a:lvl9pPr marL="0" lvl="8"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9pPr>
          </a:lstStyle>
          <a:p>
            <a:pPr marL="0" lvl="0" indent="0" algn="r">
              <a:spcBef>
                <a:spcPts val="0"/>
              </a:spcBef>
              <a:spcAft>
                <a:spcPts val="0"/>
              </a:spcAft>
              <a:buNone/>
            </a:pPr>
            <a:fld id="{B077715F-61F3-4088-89E0-B76D609E453D}" type="slidenum">
              <a:rPr lang="en" altLang="en"/>
              <a:t>‹#›</a:t>
            </a:fld>
            <a:endParaRPr/>
          </a:p>
        </p:txBody>
      </p:sp>
      <p:sp>
        <p:nvSpPr>
          <p:cNvPr id="9" name="Google Shape;9;p1"/>
          <p:cNvSpPr txBox="1"/>
          <p:nvPr/>
        </p:nvSpPr>
        <p:spPr>
          <a:xfrm>
            <a:off x="311700" y="445025"/>
            <a:ext cx="8520600" cy="572700"/>
          </a:xfrm>
          <a:prstGeom prst="rect">
            <a:avLst/>
          </a:prstGeom>
          <a:noFill/>
          <a:ln>
            <a:noFill/>
          </a:ln>
        </p:spPr>
        <p:txBody>
          <a:bodyPr wrap="square" lIns="91425" tIns="91425" rIns="91425" bIns="91425" anchor="t" anchorCtr="0"/>
          <a:lstStyle/>
          <a:p>
            <a:pPr marL="0" lvl="0" indent="0" algn="l">
              <a:spcBef>
                <a:spcPts val="0"/>
              </a:spcBef>
              <a:spcAft>
                <a:spcPts val="0"/>
              </a:spcAft>
              <a:buNone/>
            </a:pPr>
            <a:endParaRPr sz="1800">
              <a:solidFill>
                <a:srgbClr val="125284"/>
              </a:solidFill>
              <a:latin typeface="Poppins"/>
              <a:ea typeface="Poppins"/>
            </a:endParaRPr>
          </a:p>
        </p:txBody>
      </p:sp>
      <p:sp>
        <p:nvSpPr>
          <p:cNvPr id="10" name="Google Shape;10;p1"/>
          <p:cNvSpPr txBox="1"/>
          <p:nvPr/>
        </p:nvSpPr>
        <p:spPr>
          <a:xfrm>
            <a:off x="311700" y="1152475"/>
            <a:ext cx="8520600" cy="3416400"/>
          </a:xfrm>
          <a:prstGeom prst="rect">
            <a:avLst/>
          </a:prstGeom>
          <a:noFill/>
          <a:ln>
            <a:noFill/>
          </a:ln>
        </p:spPr>
        <p:txBody>
          <a:bodyPr wrap="square" lIns="91425" tIns="91425" rIns="91425" bIns="91425" anchor="t" anchorCtr="0"/>
          <a:lstStyle/>
          <a:p>
            <a:pPr marL="0" lvl="0" indent="0" algn="l">
              <a:lnSpc>
                <a:spcPct val="115000"/>
              </a:lnSpc>
              <a:spcBef>
                <a:spcPts val="0"/>
              </a:spcBef>
              <a:spcAft>
                <a:spcPts val="1000"/>
              </a:spcAft>
              <a:buNone/>
            </a:pPr>
            <a:endParaRPr>
              <a:solidFill>
                <a:srgbClr val="125284"/>
              </a:solidFill>
              <a:latin typeface="Nunito Sans"/>
              <a:ea typeface="Nunito Sans"/>
            </a:endParaRPr>
          </a:p>
        </p:txBody>
      </p:sp>
      <p:sp>
        <p:nvSpPr>
          <p:cNvPr id="11" name="Google Shape;11;p1"/>
          <p:cNvSpPr txBox="1"/>
          <p:nvPr/>
        </p:nvSpPr>
        <p:spPr>
          <a:xfrm>
            <a:off x="4297659" y="4811001"/>
            <a:ext cx="548700" cy="393600"/>
          </a:xfrm>
          <a:prstGeom prst="rect">
            <a:avLst/>
          </a:prstGeom>
          <a:noFill/>
          <a:ln>
            <a:noFill/>
          </a:ln>
        </p:spPr>
        <p:txBody>
          <a:bodyPr wrap="square" lIns="91425" tIns="91425" rIns="91425" bIns="91425" anchor="t" anchorCtr="0"/>
          <a:lstStyle/>
          <a:p>
            <a:pPr marL="0" lvl="0" indent="0" algn="ctr">
              <a:spcBef>
                <a:spcPts val="0"/>
              </a:spcBef>
              <a:spcAft>
                <a:spcPts val="0"/>
              </a:spcAft>
              <a:buNone/>
            </a:pPr>
            <a:fld id="{D108D367-12BB-485C-8B27-BCAD0F44A125}" type="slidenum">
              <a:rPr lang="en" altLang="en" sz="1000">
                <a:solidFill>
                  <a:srgbClr val="125284"/>
                </a:solidFill>
                <a:latin typeface="Nunito Sans"/>
                <a:ea typeface="Nunito Sans"/>
              </a:rPr>
              <a:t>‹#›</a:t>
            </a:fld>
            <a:endParaRPr sz="1000">
              <a:solidFill>
                <a:srgbClr val="125284"/>
              </a:solidFill>
              <a:latin typeface="Nunito Sans"/>
              <a:ea typeface="Nunito Sans"/>
            </a:endParaRPr>
          </a:p>
        </p:txBody>
      </p:sp>
    </p:spTree>
    <p:extLst>
      <p:ext uri="{BB962C8B-B14F-4D97-AF65-F5344CB8AC3E}">
        <p14:creationId xmlns:p14="http://schemas.microsoft.com/office/powerpoint/2010/main" val="3097361327"/>
      </p:ext>
    </p:extLst>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lvl="0"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1pPr>
            <a:lvl2pPr lvl="1"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2pPr>
            <a:lvl3pPr lvl="2"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3pPr>
            <a:lvl4pPr lvl="3"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4pPr>
            <a:lvl5pPr lvl="4"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5pPr>
            <a:lvl6pPr lvl="5"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6pPr>
            <a:lvl7pPr lvl="6"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7pPr>
            <a:lvl8pPr lvl="7"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8pPr>
            <a:lvl9pPr lvl="8"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wrap="square" lIns="91425" tIns="91425" rIns="91425" bIns="91425" anchor="t" anchorCtr="0"/>
          <a:lstStyle>
            <a:lvl1pPr marL="457200" lvl="0" indent="-317500" algn="l">
              <a:lnSpc>
                <a:spcPct val="115000"/>
              </a:lnSpc>
              <a:spcBef>
                <a:spcPts val="0"/>
              </a:spcBef>
              <a:spcAft>
                <a:spcPts val="0"/>
              </a:spcAft>
              <a:buClr>
                <a:srgbClr val="125284"/>
              </a:buClr>
              <a:buSzPts val="1400"/>
              <a:buFont typeface="Nunito Sans"/>
              <a:buChar char="●"/>
              <a:defRPr sz="1400" b="0" i="0" u="none" strike="noStrike">
                <a:solidFill>
                  <a:srgbClr val="125284"/>
                </a:solidFill>
                <a:latin typeface="Nunito Sans"/>
                <a:ea typeface="Nunito Sans"/>
              </a:defRPr>
            </a:lvl1pPr>
            <a:lvl2pPr marL="914400" lvl="1" indent="-317500" algn="l">
              <a:lnSpc>
                <a:spcPct val="115000"/>
              </a:lnSpc>
              <a:spcBef>
                <a:spcPts val="1000"/>
              </a:spcBef>
              <a:spcAft>
                <a:spcPts val="0"/>
              </a:spcAft>
              <a:buClr>
                <a:srgbClr val="125284"/>
              </a:buClr>
              <a:buSzPts val="1400"/>
              <a:buFont typeface="Nunito Sans"/>
              <a:buChar char="૦"/>
              <a:defRPr sz="1400" b="0" i="0" u="none" strike="noStrike">
                <a:solidFill>
                  <a:srgbClr val="125284"/>
                </a:solidFill>
                <a:latin typeface="Nunito Sans"/>
                <a:ea typeface="Nunito Sans"/>
              </a:defRPr>
            </a:lvl2pPr>
            <a:lvl3pPr marL="1371600" lvl="2"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3pPr>
            <a:lvl4pPr marL="1828800" lvl="3" indent="-317500" algn="l">
              <a:lnSpc>
                <a:spcPct val="115000"/>
              </a:lnSpc>
              <a:spcBef>
                <a:spcPts val="1000"/>
              </a:spcBef>
              <a:spcAft>
                <a:spcPts val="0"/>
              </a:spcAft>
              <a:buClr>
                <a:srgbClr val="125284"/>
              </a:buClr>
              <a:buSzPts val="1400"/>
              <a:buFont typeface="Nunito Sans"/>
              <a:buChar char="۰"/>
              <a:defRPr sz="1400" b="0" i="0" u="none" strike="noStrike">
                <a:solidFill>
                  <a:srgbClr val="125284"/>
                </a:solidFill>
                <a:latin typeface="Nunito Sans"/>
                <a:ea typeface="Nunito Sans"/>
              </a:defRPr>
            </a:lvl4pPr>
            <a:lvl5pPr marL="2286000" lvl="4"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5pPr>
            <a:lvl6pPr marL="2743200" lvl="5"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6pPr>
            <a:lvl7pPr marL="3200400" lvl="6"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7pPr>
            <a:lvl8pPr marL="3657600" lvl="7"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8pPr>
            <a:lvl9pPr marL="4114800" lvl="8" indent="-317500" algn="l">
              <a:lnSpc>
                <a:spcPct val="115000"/>
              </a:lnSpc>
              <a:spcBef>
                <a:spcPts val="1000"/>
              </a:spcBef>
              <a:spcAft>
                <a:spcPts val="1000"/>
              </a:spcAft>
              <a:buClr>
                <a:srgbClr val="125284"/>
              </a:buClr>
              <a:buSzPts val="1400"/>
              <a:buFont typeface="Nunito Sans"/>
              <a:buChar char="■"/>
              <a:defRPr sz="1400" b="0" i="0" u="none" strike="noStrike">
                <a:solidFill>
                  <a:srgbClr val="125284"/>
                </a:solidFill>
                <a:latin typeface="Nunito Sans"/>
                <a:ea typeface="Nunito Sans"/>
              </a:defRPr>
            </a:lvl9pPr>
          </a:lstStyle>
          <a:p>
            <a:endParaRPr/>
          </a:p>
        </p:txBody>
      </p:sp>
      <p:sp>
        <p:nvSpPr>
          <p:cNvPr id="8" name="Google Shape;8;p1"/>
          <p:cNvSpPr txBox="1">
            <a:spLocks noGrp="1"/>
          </p:cNvSpPr>
          <p:nvPr>
            <p:ph type="sldNum" idx="12"/>
          </p:nvPr>
        </p:nvSpPr>
        <p:spPr>
          <a:xfrm>
            <a:off x="8472459" y="4663217"/>
            <a:ext cx="548700" cy="393600"/>
          </a:xfrm>
          <a:prstGeom prst="rect">
            <a:avLst/>
          </a:prstGeom>
          <a:noFill/>
          <a:ln>
            <a:noFill/>
          </a:ln>
        </p:spPr>
        <p:txBody>
          <a:bodyPr wrap="square" lIns="91425" tIns="91425" rIns="91425" bIns="91425" anchor="ctr" anchorCtr="0"/>
          <a:lstStyle>
            <a:lvl1pPr marL="0" lvl="0"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1pPr>
            <a:lvl2pPr marL="0" lvl="1"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2pPr>
            <a:lvl3pPr marL="0" lvl="2"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3pPr>
            <a:lvl4pPr marL="0" lvl="3"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4pPr>
            <a:lvl5pPr marL="0" lvl="4"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5pPr>
            <a:lvl6pPr marL="0" lvl="5"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6pPr>
            <a:lvl7pPr marL="0" lvl="6"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7pPr>
            <a:lvl8pPr marL="0" lvl="7"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8pPr>
            <a:lvl9pPr marL="0" lvl="8"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9pPr>
          </a:lstStyle>
          <a:p>
            <a:pPr marL="0" lvl="0" indent="0" algn="r">
              <a:spcBef>
                <a:spcPts val="0"/>
              </a:spcBef>
              <a:spcAft>
                <a:spcPts val="0"/>
              </a:spcAft>
              <a:buNone/>
            </a:pPr>
            <a:fld id="{8846D66A-F486-4BBC-890A-BAEBE493D3E6}" type="slidenum">
              <a:rPr lang="en" altLang="en"/>
              <a:t>‹#›</a:t>
            </a:fld>
            <a:endParaRPr/>
          </a:p>
        </p:txBody>
      </p:sp>
      <p:sp>
        <p:nvSpPr>
          <p:cNvPr id="9" name="Google Shape;9;p1"/>
          <p:cNvSpPr txBox="1"/>
          <p:nvPr/>
        </p:nvSpPr>
        <p:spPr>
          <a:xfrm>
            <a:off x="311700" y="445025"/>
            <a:ext cx="8520600" cy="572700"/>
          </a:xfrm>
          <a:prstGeom prst="rect">
            <a:avLst/>
          </a:prstGeom>
          <a:noFill/>
          <a:ln>
            <a:noFill/>
          </a:ln>
        </p:spPr>
        <p:txBody>
          <a:bodyPr wrap="square" lIns="91425" tIns="91425" rIns="91425" bIns="91425" anchor="t" anchorCtr="0"/>
          <a:lstStyle/>
          <a:p>
            <a:pPr marL="0" lvl="0" indent="0" algn="l">
              <a:spcBef>
                <a:spcPts val="0"/>
              </a:spcBef>
              <a:spcAft>
                <a:spcPts val="0"/>
              </a:spcAft>
              <a:buNone/>
            </a:pPr>
            <a:endParaRPr sz="1800">
              <a:solidFill>
                <a:srgbClr val="125284"/>
              </a:solidFill>
              <a:latin typeface="Poppins"/>
              <a:ea typeface="Poppins"/>
            </a:endParaRPr>
          </a:p>
        </p:txBody>
      </p:sp>
      <p:sp>
        <p:nvSpPr>
          <p:cNvPr id="10" name="Google Shape;10;p1"/>
          <p:cNvSpPr txBox="1"/>
          <p:nvPr/>
        </p:nvSpPr>
        <p:spPr>
          <a:xfrm>
            <a:off x="311700" y="1152475"/>
            <a:ext cx="8520600" cy="3416400"/>
          </a:xfrm>
          <a:prstGeom prst="rect">
            <a:avLst/>
          </a:prstGeom>
          <a:noFill/>
          <a:ln>
            <a:noFill/>
          </a:ln>
        </p:spPr>
        <p:txBody>
          <a:bodyPr wrap="square" lIns="91425" tIns="91425" rIns="91425" bIns="91425" anchor="t" anchorCtr="0"/>
          <a:lstStyle/>
          <a:p>
            <a:pPr marL="0" lvl="0" indent="0" algn="l">
              <a:lnSpc>
                <a:spcPct val="115000"/>
              </a:lnSpc>
              <a:spcBef>
                <a:spcPts val="0"/>
              </a:spcBef>
              <a:spcAft>
                <a:spcPts val="1000"/>
              </a:spcAft>
              <a:buNone/>
            </a:pPr>
            <a:endParaRPr>
              <a:solidFill>
                <a:srgbClr val="125284"/>
              </a:solidFill>
              <a:latin typeface="Nunito Sans"/>
              <a:ea typeface="Nunito Sans"/>
            </a:endParaRPr>
          </a:p>
        </p:txBody>
      </p:sp>
      <p:sp>
        <p:nvSpPr>
          <p:cNvPr id="11" name="Google Shape;11;p1"/>
          <p:cNvSpPr txBox="1"/>
          <p:nvPr/>
        </p:nvSpPr>
        <p:spPr>
          <a:xfrm>
            <a:off x="4297659" y="4811001"/>
            <a:ext cx="548700" cy="393600"/>
          </a:xfrm>
          <a:prstGeom prst="rect">
            <a:avLst/>
          </a:prstGeom>
          <a:noFill/>
          <a:ln>
            <a:noFill/>
          </a:ln>
        </p:spPr>
        <p:txBody>
          <a:bodyPr wrap="square" lIns="91425" tIns="91425" rIns="91425" bIns="91425" anchor="t" anchorCtr="0"/>
          <a:lstStyle/>
          <a:p>
            <a:pPr marL="0" lvl="0" indent="0" algn="ctr">
              <a:spcBef>
                <a:spcPts val="0"/>
              </a:spcBef>
              <a:spcAft>
                <a:spcPts val="0"/>
              </a:spcAft>
              <a:buNone/>
            </a:pPr>
            <a:fld id="{0D190712-6F88-4D01-959A-08E85AC89655}" type="slidenum">
              <a:rPr lang="en" altLang="en" sz="1000">
                <a:solidFill>
                  <a:srgbClr val="125284"/>
                </a:solidFill>
                <a:latin typeface="Nunito Sans"/>
                <a:ea typeface="Nunito Sans"/>
              </a:rPr>
              <a:t>‹#›</a:t>
            </a:fld>
            <a:endParaRPr sz="1000">
              <a:solidFill>
                <a:srgbClr val="125284"/>
              </a:solidFill>
              <a:latin typeface="Nunito Sans"/>
              <a:ea typeface="Nunito Sans"/>
            </a:endParaRPr>
          </a:p>
        </p:txBody>
      </p:sp>
    </p:spTree>
    <p:extLst>
      <p:ext uri="{BB962C8B-B14F-4D97-AF65-F5344CB8AC3E}">
        <p14:creationId xmlns:p14="http://schemas.microsoft.com/office/powerpoint/2010/main" val="4002034167"/>
      </p:ext>
    </p:extLst>
  </p:cSld>
  <p:clrMap bg1="lt1" tx1="dk1" bg2="dk2" tx2="lt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Lst>
  <p:hf sldNum="0" hdr="0" ftr="0" dt="0"/>
  <p:txStyles>
    <p:title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p:titleStyle>
    <p:body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p:bodyStyle>
    <p:other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lvl="0"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1pPr>
            <a:lvl2pPr lvl="1"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2pPr>
            <a:lvl3pPr lvl="2"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3pPr>
            <a:lvl4pPr lvl="3"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4pPr>
            <a:lvl5pPr lvl="4"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5pPr>
            <a:lvl6pPr lvl="5"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6pPr>
            <a:lvl7pPr lvl="6"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7pPr>
            <a:lvl8pPr lvl="7"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8pPr>
            <a:lvl9pPr lvl="8"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wrap="square" lIns="91425" tIns="91425" rIns="91425" bIns="91425" anchor="t" anchorCtr="0"/>
          <a:lstStyle>
            <a:lvl1pPr marL="457200" lvl="0" indent="-317500" algn="l">
              <a:lnSpc>
                <a:spcPct val="115000"/>
              </a:lnSpc>
              <a:spcBef>
                <a:spcPts val="0"/>
              </a:spcBef>
              <a:spcAft>
                <a:spcPts val="0"/>
              </a:spcAft>
              <a:buClr>
                <a:srgbClr val="125284"/>
              </a:buClr>
              <a:buSzPts val="1400"/>
              <a:buFont typeface="Nunito Sans"/>
              <a:buChar char="●"/>
              <a:defRPr sz="1400" b="0" i="0" u="none" strike="noStrike">
                <a:solidFill>
                  <a:srgbClr val="125284"/>
                </a:solidFill>
                <a:latin typeface="Nunito Sans"/>
                <a:ea typeface="Nunito Sans"/>
              </a:defRPr>
            </a:lvl1pPr>
            <a:lvl2pPr marL="914400" lvl="1" indent="-317500" algn="l">
              <a:lnSpc>
                <a:spcPct val="115000"/>
              </a:lnSpc>
              <a:spcBef>
                <a:spcPts val="1000"/>
              </a:spcBef>
              <a:spcAft>
                <a:spcPts val="0"/>
              </a:spcAft>
              <a:buClr>
                <a:srgbClr val="125284"/>
              </a:buClr>
              <a:buSzPts val="1400"/>
              <a:buFont typeface="Nunito Sans"/>
              <a:buChar char="૦"/>
              <a:defRPr sz="1400" b="0" i="0" u="none" strike="noStrike">
                <a:solidFill>
                  <a:srgbClr val="125284"/>
                </a:solidFill>
                <a:latin typeface="Nunito Sans"/>
                <a:ea typeface="Nunito Sans"/>
              </a:defRPr>
            </a:lvl2pPr>
            <a:lvl3pPr marL="1371600" lvl="2"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3pPr>
            <a:lvl4pPr marL="1828800" lvl="3" indent="-317500" algn="l">
              <a:lnSpc>
                <a:spcPct val="115000"/>
              </a:lnSpc>
              <a:spcBef>
                <a:spcPts val="1000"/>
              </a:spcBef>
              <a:spcAft>
                <a:spcPts val="0"/>
              </a:spcAft>
              <a:buClr>
                <a:srgbClr val="125284"/>
              </a:buClr>
              <a:buSzPts val="1400"/>
              <a:buFont typeface="Nunito Sans"/>
              <a:buChar char="۰"/>
              <a:defRPr sz="1400" b="0" i="0" u="none" strike="noStrike">
                <a:solidFill>
                  <a:srgbClr val="125284"/>
                </a:solidFill>
                <a:latin typeface="Nunito Sans"/>
                <a:ea typeface="Nunito Sans"/>
              </a:defRPr>
            </a:lvl4pPr>
            <a:lvl5pPr marL="2286000" lvl="4"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5pPr>
            <a:lvl6pPr marL="2743200" lvl="5"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6pPr>
            <a:lvl7pPr marL="3200400" lvl="6"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7pPr>
            <a:lvl8pPr marL="3657600" lvl="7"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8pPr>
            <a:lvl9pPr marL="4114800" lvl="8" indent="-317500" algn="l">
              <a:lnSpc>
                <a:spcPct val="115000"/>
              </a:lnSpc>
              <a:spcBef>
                <a:spcPts val="1000"/>
              </a:spcBef>
              <a:spcAft>
                <a:spcPts val="1000"/>
              </a:spcAft>
              <a:buClr>
                <a:srgbClr val="125284"/>
              </a:buClr>
              <a:buSzPts val="1400"/>
              <a:buFont typeface="Nunito Sans"/>
              <a:buChar char="■"/>
              <a:defRPr sz="1400" b="0" i="0" u="none" strike="noStrike">
                <a:solidFill>
                  <a:srgbClr val="125284"/>
                </a:solidFill>
                <a:latin typeface="Nunito Sans"/>
                <a:ea typeface="Nunito Sans"/>
              </a:defRPr>
            </a:lvl9pPr>
          </a:lstStyle>
          <a:p>
            <a:endParaRPr/>
          </a:p>
        </p:txBody>
      </p:sp>
      <p:sp>
        <p:nvSpPr>
          <p:cNvPr id="8" name="Google Shape;8;p1"/>
          <p:cNvSpPr txBox="1">
            <a:spLocks noGrp="1"/>
          </p:cNvSpPr>
          <p:nvPr>
            <p:ph type="sldNum" idx="12"/>
          </p:nvPr>
        </p:nvSpPr>
        <p:spPr>
          <a:xfrm>
            <a:off x="8472459" y="4663217"/>
            <a:ext cx="548700" cy="393600"/>
          </a:xfrm>
          <a:prstGeom prst="rect">
            <a:avLst/>
          </a:prstGeom>
          <a:noFill/>
          <a:ln>
            <a:noFill/>
          </a:ln>
        </p:spPr>
        <p:txBody>
          <a:bodyPr wrap="square" lIns="91425" tIns="91425" rIns="91425" bIns="91425" anchor="ctr" anchorCtr="0"/>
          <a:lstStyle>
            <a:lvl1pPr marL="0" lvl="0"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1pPr>
            <a:lvl2pPr marL="0" lvl="1"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2pPr>
            <a:lvl3pPr marL="0" lvl="2"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3pPr>
            <a:lvl4pPr marL="0" lvl="3"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4pPr>
            <a:lvl5pPr marL="0" lvl="4"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5pPr>
            <a:lvl6pPr marL="0" lvl="5"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6pPr>
            <a:lvl7pPr marL="0" lvl="6"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7pPr>
            <a:lvl8pPr marL="0" lvl="7"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8pPr>
            <a:lvl9pPr marL="0" lvl="8"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9pPr>
          </a:lstStyle>
          <a:p>
            <a:pPr marL="0" lvl="0" indent="0" algn="r">
              <a:spcBef>
                <a:spcPts val="0"/>
              </a:spcBef>
              <a:spcAft>
                <a:spcPts val="0"/>
              </a:spcAft>
              <a:buNone/>
            </a:pPr>
            <a:fld id="{D88C9C35-E3DC-4B87-9F1A-596C4940B763}" type="slidenum">
              <a:rPr lang="en" altLang="en"/>
              <a:t>‹#›</a:t>
            </a:fld>
            <a:endParaRPr/>
          </a:p>
        </p:txBody>
      </p:sp>
      <p:sp>
        <p:nvSpPr>
          <p:cNvPr id="9" name="Google Shape;9;p1"/>
          <p:cNvSpPr txBox="1"/>
          <p:nvPr/>
        </p:nvSpPr>
        <p:spPr>
          <a:xfrm>
            <a:off x="311700" y="445025"/>
            <a:ext cx="8520600" cy="572700"/>
          </a:xfrm>
          <a:prstGeom prst="rect">
            <a:avLst/>
          </a:prstGeom>
          <a:noFill/>
          <a:ln>
            <a:noFill/>
          </a:ln>
        </p:spPr>
        <p:txBody>
          <a:bodyPr wrap="square" lIns="91425" tIns="91425" rIns="91425" bIns="91425" anchor="t" anchorCtr="0"/>
          <a:lstStyle/>
          <a:p>
            <a:pPr marL="0" lvl="0" indent="0" algn="l">
              <a:spcBef>
                <a:spcPts val="0"/>
              </a:spcBef>
              <a:spcAft>
                <a:spcPts val="0"/>
              </a:spcAft>
              <a:buNone/>
            </a:pPr>
            <a:endParaRPr sz="1800">
              <a:solidFill>
                <a:srgbClr val="125284"/>
              </a:solidFill>
              <a:latin typeface="Poppins"/>
              <a:ea typeface="Poppins"/>
            </a:endParaRPr>
          </a:p>
        </p:txBody>
      </p:sp>
      <p:sp>
        <p:nvSpPr>
          <p:cNvPr id="10" name="Google Shape;10;p1"/>
          <p:cNvSpPr txBox="1"/>
          <p:nvPr/>
        </p:nvSpPr>
        <p:spPr>
          <a:xfrm>
            <a:off x="311700" y="1152475"/>
            <a:ext cx="8520600" cy="3416400"/>
          </a:xfrm>
          <a:prstGeom prst="rect">
            <a:avLst/>
          </a:prstGeom>
          <a:noFill/>
          <a:ln>
            <a:noFill/>
          </a:ln>
        </p:spPr>
        <p:txBody>
          <a:bodyPr wrap="square" lIns="91425" tIns="91425" rIns="91425" bIns="91425" anchor="t" anchorCtr="0"/>
          <a:lstStyle/>
          <a:p>
            <a:pPr marL="0" lvl="0" indent="0" algn="l">
              <a:lnSpc>
                <a:spcPct val="115000"/>
              </a:lnSpc>
              <a:spcBef>
                <a:spcPts val="0"/>
              </a:spcBef>
              <a:spcAft>
                <a:spcPts val="1000"/>
              </a:spcAft>
              <a:buNone/>
            </a:pPr>
            <a:endParaRPr>
              <a:solidFill>
                <a:srgbClr val="125284"/>
              </a:solidFill>
              <a:latin typeface="Nunito Sans"/>
              <a:ea typeface="Nunito Sans"/>
            </a:endParaRPr>
          </a:p>
        </p:txBody>
      </p:sp>
      <p:sp>
        <p:nvSpPr>
          <p:cNvPr id="11" name="Google Shape;11;p1"/>
          <p:cNvSpPr txBox="1"/>
          <p:nvPr/>
        </p:nvSpPr>
        <p:spPr>
          <a:xfrm>
            <a:off x="4297659" y="4811001"/>
            <a:ext cx="548700" cy="393600"/>
          </a:xfrm>
          <a:prstGeom prst="rect">
            <a:avLst/>
          </a:prstGeom>
          <a:noFill/>
          <a:ln>
            <a:noFill/>
          </a:ln>
        </p:spPr>
        <p:txBody>
          <a:bodyPr wrap="square" lIns="91425" tIns="91425" rIns="91425" bIns="91425" anchor="t" anchorCtr="0"/>
          <a:lstStyle/>
          <a:p>
            <a:pPr marL="0" lvl="0" indent="0" algn="ctr">
              <a:spcBef>
                <a:spcPts val="0"/>
              </a:spcBef>
              <a:spcAft>
                <a:spcPts val="0"/>
              </a:spcAft>
              <a:buNone/>
            </a:pPr>
            <a:fld id="{ACB2E24D-0FA9-41AD-9032-3C369B3FC879}" type="slidenum">
              <a:rPr lang="en" altLang="en" sz="1000">
                <a:solidFill>
                  <a:srgbClr val="125284"/>
                </a:solidFill>
                <a:latin typeface="Nunito Sans"/>
                <a:ea typeface="Nunito Sans"/>
              </a:rPr>
              <a:t>‹#›</a:t>
            </a:fld>
            <a:endParaRPr sz="1000">
              <a:solidFill>
                <a:srgbClr val="125284"/>
              </a:solidFill>
              <a:latin typeface="Nunito Sans"/>
              <a:ea typeface="Nunito Sans"/>
            </a:endParaRPr>
          </a:p>
        </p:txBody>
      </p:sp>
    </p:spTree>
    <p:extLst>
      <p:ext uri="{BB962C8B-B14F-4D97-AF65-F5344CB8AC3E}">
        <p14:creationId xmlns:p14="http://schemas.microsoft.com/office/powerpoint/2010/main" val="1295117312"/>
      </p:ext>
    </p:extLst>
  </p:cSld>
  <p:clrMap bg1="lt1" tx1="dk1" bg2="dk2" tx2="lt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 id="2147483712" r:id="rId27"/>
    <p:sldLayoutId id="2147483713" r:id="rId28"/>
    <p:sldLayoutId id="2147483714" r:id="rId29"/>
    <p:sldLayoutId id="2147483715" r:id="rId30"/>
    <p:sldLayoutId id="2147483716" r:id="rId31"/>
    <p:sldLayoutId id="2147483717" r:id="rId32"/>
    <p:sldLayoutId id="2147483718" r:id="rId33"/>
    <p:sldLayoutId id="2147483719" r:id="rId34"/>
    <p:sldLayoutId id="2147483720" r:id="rId35"/>
    <p:sldLayoutId id="2147483721" r:id="rId3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lvl="0"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1pPr>
            <a:lvl2pPr lvl="1"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2pPr>
            <a:lvl3pPr lvl="2"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3pPr>
            <a:lvl4pPr lvl="3"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4pPr>
            <a:lvl5pPr lvl="4"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5pPr>
            <a:lvl6pPr lvl="5"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6pPr>
            <a:lvl7pPr lvl="6"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7pPr>
            <a:lvl8pPr lvl="7"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8pPr>
            <a:lvl9pPr lvl="8"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wrap="square" lIns="91425" tIns="91425" rIns="91425" bIns="91425" anchor="t" anchorCtr="0"/>
          <a:lstStyle>
            <a:lvl1pPr marL="457200" lvl="0" indent="-317500" algn="l">
              <a:lnSpc>
                <a:spcPct val="115000"/>
              </a:lnSpc>
              <a:spcBef>
                <a:spcPts val="0"/>
              </a:spcBef>
              <a:spcAft>
                <a:spcPts val="0"/>
              </a:spcAft>
              <a:buClr>
                <a:srgbClr val="125284"/>
              </a:buClr>
              <a:buSzPts val="1400"/>
              <a:buFont typeface="Nunito Sans"/>
              <a:buChar char="●"/>
              <a:defRPr sz="1400" b="0" i="0" u="none" strike="noStrike">
                <a:solidFill>
                  <a:srgbClr val="125284"/>
                </a:solidFill>
                <a:latin typeface="Nunito Sans"/>
                <a:ea typeface="Nunito Sans"/>
              </a:defRPr>
            </a:lvl1pPr>
            <a:lvl2pPr marL="914400" lvl="1" indent="-317500" algn="l">
              <a:lnSpc>
                <a:spcPct val="115000"/>
              </a:lnSpc>
              <a:spcBef>
                <a:spcPts val="1000"/>
              </a:spcBef>
              <a:spcAft>
                <a:spcPts val="0"/>
              </a:spcAft>
              <a:buClr>
                <a:srgbClr val="125284"/>
              </a:buClr>
              <a:buSzPts val="1400"/>
              <a:buFont typeface="Nunito Sans"/>
              <a:buChar char="૦"/>
              <a:defRPr sz="1400" b="0" i="0" u="none" strike="noStrike">
                <a:solidFill>
                  <a:srgbClr val="125284"/>
                </a:solidFill>
                <a:latin typeface="Nunito Sans"/>
                <a:ea typeface="Nunito Sans"/>
              </a:defRPr>
            </a:lvl2pPr>
            <a:lvl3pPr marL="1371600" lvl="2"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3pPr>
            <a:lvl4pPr marL="1828800" lvl="3" indent="-317500" algn="l">
              <a:lnSpc>
                <a:spcPct val="115000"/>
              </a:lnSpc>
              <a:spcBef>
                <a:spcPts val="1000"/>
              </a:spcBef>
              <a:spcAft>
                <a:spcPts val="0"/>
              </a:spcAft>
              <a:buClr>
                <a:srgbClr val="125284"/>
              </a:buClr>
              <a:buSzPts val="1400"/>
              <a:buFont typeface="Nunito Sans"/>
              <a:buChar char="۰"/>
              <a:defRPr sz="1400" b="0" i="0" u="none" strike="noStrike">
                <a:solidFill>
                  <a:srgbClr val="125284"/>
                </a:solidFill>
                <a:latin typeface="Nunito Sans"/>
                <a:ea typeface="Nunito Sans"/>
              </a:defRPr>
            </a:lvl4pPr>
            <a:lvl5pPr marL="2286000" lvl="4"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5pPr>
            <a:lvl6pPr marL="2743200" lvl="5"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6pPr>
            <a:lvl7pPr marL="3200400" lvl="6"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7pPr>
            <a:lvl8pPr marL="3657600" lvl="7" indent="-317500" algn="l">
              <a:lnSpc>
                <a:spcPct val="115000"/>
              </a:lnSpc>
              <a:spcBef>
                <a:spcPts val="1000"/>
              </a:spcBef>
              <a:spcAft>
                <a:spcPts val="0"/>
              </a:spcAft>
              <a:buClr>
                <a:srgbClr val="125284"/>
              </a:buClr>
              <a:buSzPts val="1400"/>
              <a:buFont typeface="Nunito Sans"/>
              <a:buChar char="○"/>
              <a:defRPr sz="1400" b="0" i="0" u="none" strike="noStrike">
                <a:solidFill>
                  <a:srgbClr val="125284"/>
                </a:solidFill>
                <a:latin typeface="Nunito Sans"/>
                <a:ea typeface="Nunito Sans"/>
              </a:defRPr>
            </a:lvl8pPr>
            <a:lvl9pPr marL="4114800" lvl="8" indent="-317500" algn="l">
              <a:lnSpc>
                <a:spcPct val="115000"/>
              </a:lnSpc>
              <a:spcBef>
                <a:spcPts val="1000"/>
              </a:spcBef>
              <a:spcAft>
                <a:spcPts val="1000"/>
              </a:spcAft>
              <a:buClr>
                <a:srgbClr val="125284"/>
              </a:buClr>
              <a:buSzPts val="1400"/>
              <a:buFont typeface="Nunito Sans"/>
              <a:buChar char="■"/>
              <a:defRPr sz="1400" b="0" i="0" u="none" strike="noStrike">
                <a:solidFill>
                  <a:srgbClr val="125284"/>
                </a:solidFill>
                <a:latin typeface="Nunito Sans"/>
                <a:ea typeface="Nunito Sans"/>
              </a:defRPr>
            </a:lvl9pPr>
          </a:lstStyle>
          <a:p>
            <a:endParaRPr/>
          </a:p>
        </p:txBody>
      </p:sp>
      <p:sp>
        <p:nvSpPr>
          <p:cNvPr id="8" name="Google Shape;8;p1"/>
          <p:cNvSpPr txBox="1">
            <a:spLocks noGrp="1"/>
          </p:cNvSpPr>
          <p:nvPr>
            <p:ph type="sldNum" idx="12"/>
          </p:nvPr>
        </p:nvSpPr>
        <p:spPr>
          <a:xfrm>
            <a:off x="8472459" y="4663217"/>
            <a:ext cx="548700" cy="393600"/>
          </a:xfrm>
          <a:prstGeom prst="rect">
            <a:avLst/>
          </a:prstGeom>
          <a:noFill/>
          <a:ln>
            <a:noFill/>
          </a:ln>
        </p:spPr>
        <p:txBody>
          <a:bodyPr wrap="square" lIns="91425" tIns="91425" rIns="91425" bIns="91425" anchor="ctr" anchorCtr="0"/>
          <a:lstStyle>
            <a:lvl1pPr marL="0" lvl="0"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1pPr>
            <a:lvl2pPr marL="0" lvl="1"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2pPr>
            <a:lvl3pPr marL="0" lvl="2"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3pPr>
            <a:lvl4pPr marL="0" lvl="3"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4pPr>
            <a:lvl5pPr marL="0" lvl="4"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5pPr>
            <a:lvl6pPr marL="0" lvl="5"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6pPr>
            <a:lvl7pPr marL="0" lvl="6"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7pPr>
            <a:lvl8pPr marL="0" lvl="7"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8pPr>
            <a:lvl9pPr marL="0" lvl="8" indent="0" algn="r">
              <a:lnSpc>
                <a:spcPct val="100000"/>
              </a:lnSpc>
              <a:spcBef>
                <a:spcPts val="0"/>
              </a:spcBef>
              <a:spcAft>
                <a:spcPts val="0"/>
              </a:spcAft>
              <a:buClr>
                <a:srgbClr val="000000"/>
              </a:buClr>
              <a:buSzPts val="1000"/>
              <a:buFont typeface="Arial"/>
              <a:buNone/>
              <a:defRPr sz="1000" b="0" i="0" u="none" strike="noStrike">
                <a:solidFill>
                  <a:schemeClr val="dk2"/>
                </a:solidFill>
                <a:latin typeface="Arial"/>
                <a:ea typeface="Arial"/>
              </a:defRPr>
            </a:lvl9pPr>
          </a:lstStyle>
          <a:p>
            <a:pPr marL="0" lvl="0" indent="0" algn="r">
              <a:spcBef>
                <a:spcPts val="0"/>
              </a:spcBef>
              <a:spcAft>
                <a:spcPts val="0"/>
              </a:spcAft>
              <a:buNone/>
            </a:pPr>
            <a:fld id="{7D0D92F7-6AC8-4386-AC25-3A547676DC22}" type="slidenum">
              <a:rPr lang="en" altLang="en"/>
              <a:t>‹#›</a:t>
            </a:fld>
            <a:endParaRPr/>
          </a:p>
        </p:txBody>
      </p:sp>
      <p:sp>
        <p:nvSpPr>
          <p:cNvPr id="9" name="Google Shape;9;p1"/>
          <p:cNvSpPr txBox="1"/>
          <p:nvPr/>
        </p:nvSpPr>
        <p:spPr>
          <a:xfrm>
            <a:off x="311700" y="445025"/>
            <a:ext cx="8520600" cy="572700"/>
          </a:xfrm>
          <a:prstGeom prst="rect">
            <a:avLst/>
          </a:prstGeom>
          <a:noFill/>
          <a:ln>
            <a:noFill/>
          </a:ln>
        </p:spPr>
        <p:txBody>
          <a:bodyPr wrap="square" lIns="91425" tIns="91425" rIns="91425" bIns="91425" anchor="t" anchorCtr="0"/>
          <a:lstStyle/>
          <a:p>
            <a:pPr marL="0" lvl="0" indent="0" algn="l">
              <a:spcBef>
                <a:spcPts val="0"/>
              </a:spcBef>
              <a:spcAft>
                <a:spcPts val="0"/>
              </a:spcAft>
              <a:buNone/>
            </a:pPr>
            <a:endParaRPr sz="1800">
              <a:solidFill>
                <a:srgbClr val="125284"/>
              </a:solidFill>
              <a:latin typeface="Poppins"/>
              <a:ea typeface="Poppins"/>
            </a:endParaRPr>
          </a:p>
        </p:txBody>
      </p:sp>
      <p:sp>
        <p:nvSpPr>
          <p:cNvPr id="10" name="Google Shape;10;p1"/>
          <p:cNvSpPr txBox="1"/>
          <p:nvPr/>
        </p:nvSpPr>
        <p:spPr>
          <a:xfrm>
            <a:off x="311700" y="1152475"/>
            <a:ext cx="8520600" cy="3416400"/>
          </a:xfrm>
          <a:prstGeom prst="rect">
            <a:avLst/>
          </a:prstGeom>
          <a:noFill/>
          <a:ln>
            <a:noFill/>
          </a:ln>
        </p:spPr>
        <p:txBody>
          <a:bodyPr wrap="square" lIns="91425" tIns="91425" rIns="91425" bIns="91425" anchor="t" anchorCtr="0"/>
          <a:lstStyle/>
          <a:p>
            <a:pPr marL="0" lvl="0" indent="0" algn="l">
              <a:lnSpc>
                <a:spcPct val="115000"/>
              </a:lnSpc>
              <a:spcBef>
                <a:spcPts val="0"/>
              </a:spcBef>
              <a:spcAft>
                <a:spcPts val="1000"/>
              </a:spcAft>
              <a:buNone/>
            </a:pPr>
            <a:endParaRPr>
              <a:solidFill>
                <a:srgbClr val="125284"/>
              </a:solidFill>
              <a:latin typeface="Nunito Sans"/>
              <a:ea typeface="Nunito Sans"/>
            </a:endParaRPr>
          </a:p>
        </p:txBody>
      </p:sp>
      <p:sp>
        <p:nvSpPr>
          <p:cNvPr id="11" name="Google Shape;11;p1"/>
          <p:cNvSpPr txBox="1"/>
          <p:nvPr/>
        </p:nvSpPr>
        <p:spPr>
          <a:xfrm>
            <a:off x="4297659" y="4811001"/>
            <a:ext cx="548700" cy="393600"/>
          </a:xfrm>
          <a:prstGeom prst="rect">
            <a:avLst/>
          </a:prstGeom>
          <a:noFill/>
          <a:ln>
            <a:noFill/>
          </a:ln>
        </p:spPr>
        <p:txBody>
          <a:bodyPr wrap="square" lIns="91425" tIns="91425" rIns="91425" bIns="91425" anchor="t" anchorCtr="0"/>
          <a:lstStyle/>
          <a:p>
            <a:pPr marL="0" lvl="0" indent="0" algn="ctr">
              <a:spcBef>
                <a:spcPts val="0"/>
              </a:spcBef>
              <a:spcAft>
                <a:spcPts val="0"/>
              </a:spcAft>
              <a:buNone/>
            </a:pPr>
            <a:fld id="{193AFCAF-361F-48FE-BBC0-E9F6D0F59952}" type="slidenum">
              <a:rPr lang="en" altLang="en" sz="1000">
                <a:solidFill>
                  <a:srgbClr val="125284"/>
                </a:solidFill>
                <a:latin typeface="Nunito Sans"/>
                <a:ea typeface="Nunito Sans"/>
              </a:rPr>
              <a:t>‹#›</a:t>
            </a:fld>
            <a:endParaRPr sz="1000">
              <a:solidFill>
                <a:srgbClr val="125284"/>
              </a:solidFill>
              <a:latin typeface="Nunito Sans"/>
              <a:ea typeface="Nunito Sans"/>
            </a:endParaRPr>
          </a:p>
        </p:txBody>
      </p:sp>
    </p:spTree>
    <p:extLst>
      <p:ext uri="{BB962C8B-B14F-4D97-AF65-F5344CB8AC3E}">
        <p14:creationId xmlns:p14="http://schemas.microsoft.com/office/powerpoint/2010/main" val="1577610457"/>
      </p:ext>
    </p:extLst>
  </p:cSld>
  <p:clrMap bg1="lt1" tx1="dk1" bg2="dk2"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Lst>
  <p:hf sldNum="0" hdr="0" ftr="0" dt="0"/>
  <p:txStyles>
    <p:title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p:titleStyle>
    <p:body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p:bodyStyle>
    <p:other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0.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notesSlide" Target="../notesSlides/notesSlide8.xml"/><Relationship Id="rId16" Type="http://schemas.openxmlformats.org/officeDocument/2006/relationships/image" Target="../media/image29.png"/><Relationship Id="rId1" Type="http://schemas.openxmlformats.org/officeDocument/2006/relationships/slideLayout" Target="../slideLayouts/slideLayout61.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8.png"/><Relationship Id="rId18" Type="http://schemas.openxmlformats.org/officeDocument/2006/relationships/image" Target="../media/image43.jpg"/><Relationship Id="rId26" Type="http://schemas.openxmlformats.org/officeDocument/2006/relationships/image" Target="../media/image51.png"/><Relationship Id="rId3" Type="http://schemas.openxmlformats.org/officeDocument/2006/relationships/image" Target="../media/image2.png"/><Relationship Id="rId21" Type="http://schemas.openxmlformats.org/officeDocument/2006/relationships/image" Target="../media/image46.png"/><Relationship Id="rId7" Type="http://schemas.openxmlformats.org/officeDocument/2006/relationships/image" Target="../media/image33.png"/><Relationship Id="rId12" Type="http://schemas.openxmlformats.org/officeDocument/2006/relationships/image" Target="../media/image9.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9.xml"/><Relationship Id="rId16" Type="http://schemas.openxmlformats.org/officeDocument/2006/relationships/image" Target="../media/image41.png"/><Relationship Id="rId20" Type="http://schemas.openxmlformats.org/officeDocument/2006/relationships/image" Target="../media/image45.png"/><Relationship Id="rId1" Type="http://schemas.openxmlformats.org/officeDocument/2006/relationships/slideLayout" Target="../slideLayouts/slideLayout62.xml"/><Relationship Id="rId6" Type="http://schemas.openxmlformats.org/officeDocument/2006/relationships/image" Target="../media/image14.png"/><Relationship Id="rId11" Type="http://schemas.openxmlformats.org/officeDocument/2006/relationships/image" Target="../media/image37.png"/><Relationship Id="rId24" Type="http://schemas.openxmlformats.org/officeDocument/2006/relationships/image" Target="../media/image49.jpg"/><Relationship Id="rId5" Type="http://schemas.openxmlformats.org/officeDocument/2006/relationships/image" Target="../media/image32.png"/><Relationship Id="rId15" Type="http://schemas.openxmlformats.org/officeDocument/2006/relationships/image" Target="../media/image40.png"/><Relationship Id="rId23" Type="http://schemas.openxmlformats.org/officeDocument/2006/relationships/image" Target="../media/image48.png"/><Relationship Id="rId10" Type="http://schemas.openxmlformats.org/officeDocument/2006/relationships/image" Target="../media/image36.png"/><Relationship Id="rId19" Type="http://schemas.openxmlformats.org/officeDocument/2006/relationships/image" Target="../media/image44.png"/><Relationship Id="rId4" Type="http://schemas.openxmlformats.org/officeDocument/2006/relationships/image" Target="../media/image31.png"/><Relationship Id="rId9" Type="http://schemas.openxmlformats.org/officeDocument/2006/relationships/image" Target="../media/image35.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s>
</file>

<file path=ppt/slides/_rels/slide10.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image" Target="../media/image53.png"/><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notesSlide" Target="../notesSlides/notesSlide10.xml"/><Relationship Id="rId1" Type="http://schemas.openxmlformats.org/officeDocument/2006/relationships/slideLayout" Target="../slideLayouts/slideLayout63.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11.png"/><Relationship Id="rId10" Type="http://schemas.openxmlformats.org/officeDocument/2006/relationships/image" Target="../media/image59.png"/><Relationship Id="rId4" Type="http://schemas.openxmlformats.org/officeDocument/2006/relationships/image" Target="../media/image54.png"/><Relationship Id="rId9" Type="http://schemas.openxmlformats.org/officeDocument/2006/relationships/image" Target="../media/image58.png"/><Relationship Id="rId14" Type="http://schemas.openxmlformats.org/officeDocument/2006/relationships/image" Target="../media/image63.png"/></Relationships>
</file>

<file path=ppt/slides/_rels/slide11.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png"/><Relationship Id="rId18" Type="http://schemas.openxmlformats.org/officeDocument/2006/relationships/image" Target="../media/image79.png"/><Relationship Id="rId3" Type="http://schemas.openxmlformats.org/officeDocument/2006/relationships/image" Target="../media/image64.png"/><Relationship Id="rId7" Type="http://schemas.openxmlformats.org/officeDocument/2006/relationships/image" Target="../media/image68.png"/><Relationship Id="rId12" Type="http://schemas.openxmlformats.org/officeDocument/2006/relationships/image" Target="../media/image73.png"/><Relationship Id="rId17" Type="http://schemas.openxmlformats.org/officeDocument/2006/relationships/image" Target="../media/image78.png"/><Relationship Id="rId2" Type="http://schemas.openxmlformats.org/officeDocument/2006/relationships/notesSlide" Target="../notesSlides/notesSlide11.xml"/><Relationship Id="rId16" Type="http://schemas.openxmlformats.org/officeDocument/2006/relationships/image" Target="../media/image77.png"/><Relationship Id="rId1" Type="http://schemas.openxmlformats.org/officeDocument/2006/relationships/slideLayout" Target="../slideLayouts/slideLayout64.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5" Type="http://schemas.openxmlformats.org/officeDocument/2006/relationships/image" Target="../media/image7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 Id="rId14" Type="http://schemas.openxmlformats.org/officeDocument/2006/relationships/image" Target="../media/image7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3.xml"/></Relationships>
</file>

<file path=ppt/slides/_rels/slide1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5.xml"/><Relationship Id="rId1" Type="http://schemas.openxmlformats.org/officeDocument/2006/relationships/slideLayout" Target="../slideLayouts/slideLayout5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4.xml"/></Relationships>
</file>

<file path=ppt/slides/_rels/slide2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2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2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3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4.xml"/><Relationship Id="rId1" Type="http://schemas.openxmlformats.org/officeDocument/2006/relationships/slideLayout" Target="../slideLayouts/slideLayout47.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4.xml"/></Relationships>
</file>

<file path=ppt/slides/_rels/slide3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37.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9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26.xml"/><Relationship Id="rId5" Type="http://schemas.openxmlformats.org/officeDocument/2006/relationships/slideLayout" Target="../slideLayouts/slideLayout34.xml"/><Relationship Id="rId4"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0"/>
          <p:cNvSpPr txBox="1">
            <a:spLocks noGrp="1"/>
          </p:cNvSpPr>
          <p:nvPr>
            <p:ph type="title"/>
          </p:nvPr>
        </p:nvSpPr>
        <p:spPr>
          <a:xfrm>
            <a:off x="109875" y="1925500"/>
            <a:ext cx="4862100" cy="741000"/>
          </a:xfrm>
          <a:prstGeom prst="rect">
            <a:avLst/>
          </a:prstGeom>
        </p:spPr>
        <p:txBody>
          <a:bodyPr wrap="square" lIns="91425" tIns="91425" rIns="91425" bIns="91425" anchor="b" anchorCtr="0"/>
          <a:lstStyle/>
          <a:p>
            <a:pPr marL="0" lvl="0" indent="0" algn="l">
              <a:spcBef>
                <a:spcPts val="0"/>
              </a:spcBef>
              <a:spcAft>
                <a:spcPts val="0"/>
              </a:spcAft>
              <a:buNone/>
            </a:pPr>
            <a:r>
              <a:rPr lang="zh-CN" altLang="en-US" b="1" dirty="0">
                <a:latin typeface="Microsoft YaHei"/>
                <a:ea typeface="Microsoft YaHei"/>
              </a:rPr>
              <a:t>大学生职场认知项目</a:t>
            </a:r>
            <a:endParaRPr b="1" dirty="0">
              <a:latin typeface="Microsoft YaHei"/>
              <a:ea typeface="Microsoft YaHe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a:spLocks noGrp="1"/>
          </p:cNvSpPr>
          <p:nvPr>
            <p:ph type="subTitle" idx="4"/>
          </p:nvPr>
        </p:nvSpPr>
        <p:spPr>
          <a:xfrm>
            <a:off x="5111250" y="1142800"/>
            <a:ext cx="3816600" cy="287700"/>
          </a:xfrm>
          <a:prstGeom prst="rect">
            <a:avLst/>
          </a:prstGeom>
        </p:spPr>
        <p:txBody>
          <a:bodyPr wrap="square" lIns="91425" tIns="91425" rIns="91425" bIns="91425" anchor="t" anchorCtr="0"/>
          <a:lstStyle/>
          <a:p>
            <a:pPr marL="0" lvl="0" indent="0" algn="l">
              <a:spcBef>
                <a:spcPts val="0"/>
              </a:spcBef>
              <a:spcAft>
                <a:spcPts val="0"/>
              </a:spcAft>
              <a:buNone/>
            </a:pPr>
            <a:r>
              <a:rPr lang="en" altLang="en" u="sng">
                <a:solidFill>
                  <a:srgbClr val="FFFFFF"/>
                </a:solidFill>
              </a:rPr>
              <a:t>乡村大学生职业认知研学营</a:t>
            </a:r>
            <a:endParaRPr>
              <a:solidFill>
                <a:srgbClr val="FFFFFF"/>
              </a:solidFill>
            </a:endParaRPr>
          </a:p>
          <a:p>
            <a:pPr marL="0" lvl="0" indent="0" algn="l">
              <a:spcBef>
                <a:spcPts val="0"/>
              </a:spcBef>
              <a:spcAft>
                <a:spcPts val="0"/>
              </a:spcAft>
              <a:buNone/>
            </a:pPr>
            <a:endParaRPr>
              <a:solidFill>
                <a:srgbClr val="FFFFFF"/>
              </a:solidFill>
            </a:endParaRPr>
          </a:p>
          <a:p>
            <a:pPr marL="0" lvl="0" indent="0" algn="l">
              <a:spcBef>
                <a:spcPts val="0"/>
              </a:spcBef>
              <a:spcAft>
                <a:spcPts val="0"/>
              </a:spcAft>
              <a:buNone/>
            </a:pPr>
            <a:endParaRPr>
              <a:solidFill>
                <a:srgbClr val="FFFFFF"/>
              </a:solidFill>
            </a:endParaRPr>
          </a:p>
        </p:txBody>
      </p:sp>
      <p:sp>
        <p:nvSpPr>
          <p:cNvPr id="170" name="Google Shape;170;p23"/>
          <p:cNvSpPr txBox="1">
            <a:spLocks noGrp="1"/>
          </p:cNvSpPr>
          <p:nvPr>
            <p:ph type="subTitle" idx="3"/>
          </p:nvPr>
        </p:nvSpPr>
        <p:spPr>
          <a:xfrm>
            <a:off x="5111250" y="838000"/>
            <a:ext cx="3752100" cy="287700"/>
          </a:xfrm>
          <a:prstGeom prst="rect">
            <a:avLst/>
          </a:prstGeom>
        </p:spPr>
        <p:txBody>
          <a:bodyPr wrap="square" lIns="91425" tIns="91425" rIns="91425" bIns="91425" anchor="t" anchorCtr="0"/>
          <a:lstStyle/>
          <a:p>
            <a:pPr marL="0" lvl="0" indent="0" algn="l">
              <a:spcBef>
                <a:spcPts val="0"/>
              </a:spcBef>
              <a:spcAft>
                <a:spcPts val="0"/>
              </a:spcAft>
              <a:buNone/>
            </a:pPr>
            <a:r>
              <a:rPr lang="zh-CN" altLang="zh-CN" u="sng">
                <a:solidFill>
                  <a:srgbClr val="FFFFFF"/>
                </a:solidFill>
              </a:rPr>
              <a:t>凯德中国</a:t>
            </a:r>
            <a:r>
              <a:rPr lang="en-US" altLang="en-US" u="sng">
                <a:solidFill>
                  <a:srgbClr val="FFFFFF"/>
                </a:solidFill>
              </a:rPr>
              <a:t>CSR</a:t>
            </a:r>
            <a:r>
              <a:rPr lang="zh-CN" altLang="zh-CN" u="sng">
                <a:solidFill>
                  <a:srgbClr val="FFFFFF"/>
                </a:solidFill>
              </a:rPr>
              <a:t>两年计划设计</a:t>
            </a:r>
            <a:endParaRPr u="sng">
              <a:solidFill>
                <a:srgbClr val="FFFFFF"/>
              </a:solidFill>
            </a:endParaRPr>
          </a:p>
        </p:txBody>
      </p:sp>
      <p:sp>
        <p:nvSpPr>
          <p:cNvPr id="171" name="Google Shape;171;p23"/>
          <p:cNvSpPr txBox="1">
            <a:spLocks noGrp="1"/>
          </p:cNvSpPr>
          <p:nvPr>
            <p:ph type="subTitle" idx="1"/>
          </p:nvPr>
        </p:nvSpPr>
        <p:spPr>
          <a:xfrm>
            <a:off x="5111250" y="533200"/>
            <a:ext cx="3752100" cy="287700"/>
          </a:xfrm>
          <a:prstGeom prst="rect">
            <a:avLst/>
          </a:prstGeom>
        </p:spPr>
        <p:txBody>
          <a:bodyPr wrap="square" lIns="91425" tIns="91425" rIns="91425" bIns="91425" anchor="t" anchorCtr="0"/>
          <a:lstStyle/>
          <a:p>
            <a:pPr marL="0" lvl="0" indent="0" algn="l">
              <a:spcBef>
                <a:spcPts val="0"/>
              </a:spcBef>
              <a:spcAft>
                <a:spcPts val="0"/>
              </a:spcAft>
              <a:buNone/>
            </a:pPr>
            <a:r>
              <a:rPr lang="zh-CN" altLang="zh-CN" u="sng">
                <a:solidFill>
                  <a:srgbClr val="FFFFFF"/>
                </a:solidFill>
              </a:rPr>
              <a:t>中</a:t>
            </a:r>
            <a:r>
              <a:rPr lang="en-US" altLang="en-US" u="sng">
                <a:solidFill>
                  <a:srgbClr val="FFFFFF"/>
                </a:solidFill>
              </a:rPr>
              <a:t>/</a:t>
            </a:r>
            <a:r>
              <a:rPr lang="zh-CN" altLang="zh-CN" u="sng">
                <a:solidFill>
                  <a:srgbClr val="FFFFFF"/>
                </a:solidFill>
              </a:rPr>
              <a:t>新青少年心理健康数据洞察</a:t>
            </a:r>
            <a:endParaRPr>
              <a:solidFill>
                <a:srgbClr val="FFFFFF"/>
              </a:solidFill>
            </a:endParaRPr>
          </a:p>
        </p:txBody>
      </p:sp>
      <p:sp>
        <p:nvSpPr>
          <p:cNvPr id="177" name="Google Shape;177;p23"/>
          <p:cNvSpPr txBox="1">
            <a:spLocks noGrp="1"/>
          </p:cNvSpPr>
          <p:nvPr>
            <p:ph type="subTitle" idx="5"/>
          </p:nvPr>
        </p:nvSpPr>
        <p:spPr>
          <a:xfrm>
            <a:off x="5111250" y="1704875"/>
            <a:ext cx="417600" cy="287700"/>
          </a:xfrm>
          <a:prstGeom prst="rect">
            <a:avLst/>
          </a:prstGeom>
        </p:spPr>
        <p:txBody>
          <a:bodyPr wrap="square" lIns="91425" tIns="91425" rIns="91425" bIns="91425" anchor="t" anchorCtr="0"/>
          <a:lstStyle/>
          <a:p>
            <a:pPr marL="0" lvl="0" indent="0" algn="ctr">
              <a:spcBef>
                <a:spcPts val="0"/>
              </a:spcBef>
              <a:spcAft>
                <a:spcPts val="0"/>
              </a:spcAft>
              <a:buNone/>
            </a:pPr>
            <a:r>
              <a:rPr lang="en" altLang="en">
                <a:solidFill>
                  <a:schemeClr val="accent5"/>
                </a:solidFill>
              </a:rPr>
              <a:t>a</a:t>
            </a:r>
            <a:endParaRPr>
              <a:solidFill>
                <a:schemeClr val="accent5"/>
              </a:solidFill>
            </a:endParaRPr>
          </a:p>
        </p:txBody>
      </p:sp>
      <p:sp>
        <p:nvSpPr>
          <p:cNvPr id="178" name="Google Shape;178;p23"/>
          <p:cNvSpPr txBox="1">
            <a:spLocks noGrp="1"/>
          </p:cNvSpPr>
          <p:nvPr>
            <p:ph type="subTitle" idx="5"/>
          </p:nvPr>
        </p:nvSpPr>
        <p:spPr>
          <a:xfrm>
            <a:off x="5111250" y="1992575"/>
            <a:ext cx="417600" cy="287700"/>
          </a:xfrm>
          <a:prstGeom prst="rect">
            <a:avLst/>
          </a:prstGeom>
        </p:spPr>
        <p:txBody>
          <a:bodyPr wrap="square" lIns="91425" tIns="91425" rIns="91425" bIns="91425" anchor="t" anchorCtr="0"/>
          <a:lstStyle/>
          <a:p>
            <a:pPr marL="0" lvl="0" indent="0" algn="ctr">
              <a:spcBef>
                <a:spcPts val="0"/>
              </a:spcBef>
              <a:spcAft>
                <a:spcPts val="0"/>
              </a:spcAft>
              <a:buNone/>
            </a:pPr>
            <a:r>
              <a:rPr lang="en" altLang="en">
                <a:solidFill>
                  <a:schemeClr val="accent5"/>
                </a:solidFill>
              </a:rPr>
              <a:t>b</a:t>
            </a:r>
            <a:endParaRPr>
              <a:solidFill>
                <a:schemeClr val="accent5"/>
              </a:solidFill>
            </a:endParaRPr>
          </a:p>
        </p:txBody>
      </p:sp>
      <p:sp>
        <p:nvSpPr>
          <p:cNvPr id="179" name="Google Shape;179;p23"/>
          <p:cNvSpPr txBox="1">
            <a:spLocks noGrp="1"/>
          </p:cNvSpPr>
          <p:nvPr>
            <p:ph type="subTitle" idx="5"/>
          </p:nvPr>
        </p:nvSpPr>
        <p:spPr>
          <a:xfrm>
            <a:off x="5111250" y="2297375"/>
            <a:ext cx="417600" cy="287700"/>
          </a:xfrm>
          <a:prstGeom prst="rect">
            <a:avLst/>
          </a:prstGeom>
        </p:spPr>
        <p:txBody>
          <a:bodyPr wrap="square" lIns="91425" tIns="91425" rIns="91425" bIns="91425" anchor="t" anchorCtr="0"/>
          <a:lstStyle/>
          <a:p>
            <a:pPr marL="0" lvl="0" indent="0" algn="ctr">
              <a:spcBef>
                <a:spcPts val="0"/>
              </a:spcBef>
              <a:spcAft>
                <a:spcPts val="0"/>
              </a:spcAft>
              <a:buNone/>
            </a:pPr>
            <a:r>
              <a:rPr lang="en" altLang="en">
                <a:solidFill>
                  <a:schemeClr val="accent5"/>
                </a:solidFill>
              </a:rPr>
              <a:t>c</a:t>
            </a:r>
            <a:endParaRPr>
              <a:solidFill>
                <a:schemeClr val="accent5"/>
              </a:solidFill>
            </a:endParaRPr>
          </a:p>
        </p:txBody>
      </p:sp>
      <p:sp>
        <p:nvSpPr>
          <p:cNvPr id="180" name="Google Shape;180;p23"/>
          <p:cNvSpPr txBox="1">
            <a:spLocks noGrp="1"/>
          </p:cNvSpPr>
          <p:nvPr>
            <p:ph type="subTitle" idx="5"/>
          </p:nvPr>
        </p:nvSpPr>
        <p:spPr>
          <a:xfrm>
            <a:off x="5111250" y="245500"/>
            <a:ext cx="3048000" cy="287700"/>
          </a:xfrm>
          <a:prstGeom prst="rect">
            <a:avLst/>
          </a:prstGeom>
        </p:spPr>
        <p:txBody>
          <a:bodyPr wrap="square" lIns="91425" tIns="91425" rIns="91425" bIns="91425" anchor="t" anchorCtr="0"/>
          <a:lstStyle/>
          <a:p>
            <a:pPr marL="0" lvl="0" indent="0" algn="l">
              <a:spcBef>
                <a:spcPts val="0"/>
              </a:spcBef>
              <a:spcAft>
                <a:spcPts val="0"/>
              </a:spcAft>
              <a:buNone/>
            </a:pPr>
            <a:r>
              <a:rPr lang="en" altLang="en">
                <a:solidFill>
                  <a:srgbClr val="FFFFFF"/>
                </a:solidFill>
              </a:rPr>
              <a:t>公司介绍</a:t>
            </a:r>
            <a:endParaRPr>
              <a:solidFill>
                <a:srgbClr val="FFFFFF"/>
              </a:solidFill>
            </a:endParaRPr>
          </a:p>
        </p:txBody>
      </p:sp>
      <p:sp>
        <p:nvSpPr>
          <p:cNvPr id="181" name="Google Shape;181;p23"/>
          <p:cNvSpPr txBox="1">
            <a:spLocks noGrp="1"/>
          </p:cNvSpPr>
          <p:nvPr>
            <p:ph type="subTitle" idx="5"/>
          </p:nvPr>
        </p:nvSpPr>
        <p:spPr>
          <a:xfrm>
            <a:off x="5111250" y="2571750"/>
            <a:ext cx="417600" cy="287700"/>
          </a:xfrm>
          <a:prstGeom prst="rect">
            <a:avLst/>
          </a:prstGeom>
        </p:spPr>
        <p:txBody>
          <a:bodyPr wrap="square" lIns="91425" tIns="91425" rIns="91425" bIns="91425" anchor="t" anchorCtr="0"/>
          <a:lstStyle/>
          <a:p>
            <a:pPr marL="0" lvl="0" indent="0" algn="ctr">
              <a:spcBef>
                <a:spcPts val="0"/>
              </a:spcBef>
              <a:spcAft>
                <a:spcPts val="0"/>
              </a:spcAft>
              <a:buNone/>
            </a:pPr>
            <a:r>
              <a:rPr lang="en" altLang="en">
                <a:solidFill>
                  <a:schemeClr val="accent5"/>
                </a:solidFill>
              </a:rPr>
              <a:t>d</a:t>
            </a:r>
            <a:endParaRPr>
              <a:solidFill>
                <a:schemeClr val="accent5"/>
              </a:solidFill>
            </a:endParaRPr>
          </a:p>
        </p:txBody>
      </p:sp>
      <p:pic>
        <p:nvPicPr>
          <p:cNvPr id="182" name="图片 181"/>
          <p:cNvPicPr>
            <a:picLocks noChangeAspect="1"/>
          </p:cNvPicPr>
          <p:nvPr/>
        </p:nvPicPr>
        <p:blipFill>
          <a:blip r:embed="rId3"/>
          <a:stretch/>
        </p:blipFill>
        <p:spPr>
          <a:xfrm flipV="1">
            <a:off x="4678806" y="1576969"/>
            <a:ext cx="2938512" cy="153090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5284"/>
        </a:solidFill>
        <a:effectLst/>
      </p:bgPr>
    </p:bg>
    <p:spTree>
      <p:nvGrpSpPr>
        <p:cNvPr id="1" name="Shape 417">
          <a:extLst>
            <a:ext uri="{FF2B5EF4-FFF2-40B4-BE49-F238E27FC236}">
              <a16:creationId xmlns:a16="http://schemas.microsoft.com/office/drawing/2014/main" id="{F7B1DA07-B8F3-E212-1AAC-4AD460B4CAED}"/>
            </a:ext>
          </a:extLst>
        </p:cNvPr>
        <p:cNvGrpSpPr/>
        <p:nvPr/>
      </p:nvGrpSpPr>
      <p:grpSpPr>
        <a:xfrm>
          <a:off x="0" y="0"/>
          <a:ext cx="0" cy="0"/>
          <a:chOff x="0" y="0"/>
          <a:chExt cx="0" cy="0"/>
        </a:xfrm>
      </p:grpSpPr>
      <p:sp>
        <p:nvSpPr>
          <p:cNvPr id="418" name="Google Shape;418;p56">
            <a:extLst>
              <a:ext uri="{FF2B5EF4-FFF2-40B4-BE49-F238E27FC236}">
                <a16:creationId xmlns:a16="http://schemas.microsoft.com/office/drawing/2014/main" id="{E509B894-D5FD-8B46-92D7-4DB6AC9BEBE6}"/>
              </a:ext>
            </a:extLst>
          </p:cNvPr>
          <p:cNvSpPr txBox="1"/>
          <p:nvPr/>
        </p:nvSpPr>
        <p:spPr>
          <a:xfrm>
            <a:off x="170025" y="230325"/>
            <a:ext cx="4329600" cy="778500"/>
          </a:xfrm>
          <a:prstGeom prst="rect">
            <a:avLst/>
          </a:prstGeom>
          <a:noFill/>
          <a:ln>
            <a:noFill/>
          </a:ln>
        </p:spPr>
        <p:txBody>
          <a:bodyPr wrap="square" lIns="0" tIns="0" rIns="0" bIns="0" anchor="t" anchorCtr="0"/>
          <a:lstStyle/>
          <a:p>
            <a:pPr marL="0" lvl="0" indent="0" algn="l" defTabSz="914400">
              <a:lnSpc>
                <a:spcPct val="100000"/>
              </a:lnSpc>
              <a:spcBef>
                <a:spcPts val="0"/>
              </a:spcBef>
              <a:spcAft>
                <a:spcPts val="0"/>
              </a:spcAft>
              <a:buClr>
                <a:srgbClr val="000000"/>
              </a:buClr>
              <a:buSzPts val="2800"/>
              <a:buFont typeface="Arial"/>
              <a:buNone/>
              <a:defRPr/>
            </a:pPr>
            <a:r>
              <a:rPr lang="zh-CN" altLang="en-US" sz="2800" b="0" i="0" u="none" strike="noStrike" kern="0" spc="0" baseline="0">
                <a:ln>
                  <a:noFill/>
                </a:ln>
                <a:solidFill>
                  <a:srgbClr val="FFFFFF"/>
                </a:solidFill>
                <a:effectLst/>
                <a:latin typeface="Rubik"/>
                <a:ea typeface="Rubik"/>
              </a:rPr>
              <a:t>关于</a:t>
            </a:r>
            <a:r>
              <a:rPr lang="en-US" altLang="zh-CN" sz="2800" b="0" i="0" u="none" strike="noStrike" kern="0" spc="0" baseline="0">
                <a:ln>
                  <a:noFill/>
                </a:ln>
                <a:solidFill>
                  <a:srgbClr val="FFFFFF"/>
                </a:solidFill>
                <a:effectLst/>
                <a:latin typeface="Rubik"/>
                <a:ea typeface="Rubik"/>
              </a:rPr>
              <a:t>Empact</a:t>
            </a:r>
            <a:endParaRPr sz="2800" b="0" i="0" u="none" strike="noStrike" kern="0" spc="0" baseline="0">
              <a:ln>
                <a:noFill/>
              </a:ln>
              <a:solidFill>
                <a:srgbClr val="FFFFFF"/>
              </a:solidFill>
              <a:effectLst/>
              <a:latin typeface="Rubik"/>
              <a:ea typeface="Rubik"/>
            </a:endParaRPr>
          </a:p>
          <a:p>
            <a:pPr marL="0" lvl="0" indent="0" algn="l" defTabSz="914400">
              <a:lnSpc>
                <a:spcPct val="100000"/>
              </a:lnSpc>
              <a:spcBef>
                <a:spcPts val="0"/>
              </a:spcBef>
              <a:spcAft>
                <a:spcPts val="0"/>
              </a:spcAft>
              <a:buClr>
                <a:srgbClr val="000000"/>
              </a:buClr>
              <a:buSzPts val="2400"/>
              <a:buFont typeface="Arial"/>
              <a:buNone/>
              <a:defRPr/>
            </a:pPr>
            <a:r>
              <a:rPr lang="en" altLang="en" sz="2400" b="0" i="0" u="none" strike="noStrike" kern="0" spc="0" baseline="0">
                <a:ln>
                  <a:noFill/>
                </a:ln>
                <a:solidFill>
                  <a:srgbClr val="FB394D"/>
                </a:solidFill>
                <a:effectLst/>
                <a:latin typeface="Rubik"/>
                <a:ea typeface="Rubik"/>
              </a:rPr>
              <a:t>–</a:t>
            </a:r>
            <a:endParaRPr sz="2400" b="0" i="0" u="none" strike="noStrike" kern="0" spc="0" baseline="0">
              <a:ln>
                <a:noFill/>
              </a:ln>
              <a:solidFill>
                <a:srgbClr val="FB394D"/>
              </a:solidFill>
              <a:effectLst/>
              <a:latin typeface="Rubik"/>
              <a:ea typeface="Rubik"/>
            </a:endParaRPr>
          </a:p>
        </p:txBody>
      </p:sp>
      <p:sp>
        <p:nvSpPr>
          <p:cNvPr id="419" name="Google Shape;419;p56">
            <a:extLst>
              <a:ext uri="{FF2B5EF4-FFF2-40B4-BE49-F238E27FC236}">
                <a16:creationId xmlns:a16="http://schemas.microsoft.com/office/drawing/2014/main" id="{F5960C1D-D004-8815-4E0D-7C222DDD9A5F}"/>
              </a:ext>
            </a:extLst>
          </p:cNvPr>
          <p:cNvSpPr txBox="1"/>
          <p:nvPr/>
        </p:nvSpPr>
        <p:spPr>
          <a:xfrm>
            <a:off x="170025" y="4881400"/>
            <a:ext cx="666900" cy="109500"/>
          </a:xfrm>
          <a:prstGeom prst="rect">
            <a:avLst/>
          </a:prstGeom>
          <a:noFill/>
          <a:ln>
            <a:noFill/>
          </a:ln>
        </p:spPr>
        <p:txBody>
          <a:bodyPr wrap="square" lIns="0" tIns="0" rIns="0" bIns="0" anchor="t" anchorCtr="0"/>
          <a:lstStyle/>
          <a:p>
            <a:pPr marL="0" lvl="0" indent="0" algn="l" defTabSz="914400">
              <a:lnSpc>
                <a:spcPct val="100000"/>
              </a:lnSpc>
              <a:spcBef>
                <a:spcPts val="0"/>
              </a:spcBef>
              <a:spcAft>
                <a:spcPts val="0"/>
              </a:spcAft>
              <a:buClr>
                <a:srgbClr val="000000"/>
              </a:buClr>
              <a:buSzPts val="600"/>
              <a:buFont typeface="Arial"/>
              <a:buNone/>
              <a:defRPr/>
            </a:pPr>
            <a:r>
              <a:rPr lang="en" altLang="en" sz="600" b="0" i="0" u="none" strike="noStrike" kern="0" spc="0" baseline="0">
                <a:ln>
                  <a:noFill/>
                </a:ln>
                <a:solidFill>
                  <a:srgbClr val="7197B5"/>
                </a:solidFill>
                <a:effectLst/>
                <a:latin typeface="Rubik Medium"/>
                <a:ea typeface="Rubik Medium"/>
              </a:rPr>
              <a:t>EMPACT.SG</a:t>
            </a:r>
            <a:endParaRPr sz="600" b="0" i="0" u="none" strike="noStrike" kern="0" spc="0" baseline="0">
              <a:ln>
                <a:noFill/>
              </a:ln>
              <a:solidFill>
                <a:srgbClr val="7197B5"/>
              </a:solidFill>
              <a:effectLst/>
              <a:latin typeface="Rubik Medium"/>
              <a:ea typeface="Rubik Medium"/>
            </a:endParaRPr>
          </a:p>
        </p:txBody>
      </p:sp>
    </p:spTree>
    <p:extLst>
      <p:ext uri="{BB962C8B-B14F-4D97-AF65-F5344CB8AC3E}">
        <p14:creationId xmlns:p14="http://schemas.microsoft.com/office/powerpoint/2010/main" val="1095713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5AD3B021-26DC-A327-3132-31359F38548E}"/>
            </a:ext>
          </a:extLst>
        </p:cNvPr>
        <p:cNvGrpSpPr/>
        <p:nvPr/>
      </p:nvGrpSpPr>
      <p:grpSpPr>
        <a:xfrm>
          <a:off x="0" y="0"/>
          <a:ext cx="0" cy="0"/>
          <a:chOff x="0" y="0"/>
          <a:chExt cx="0" cy="0"/>
        </a:xfrm>
      </p:grpSpPr>
      <p:sp>
        <p:nvSpPr>
          <p:cNvPr id="141" name="Google Shape;141;p20">
            <a:extLst>
              <a:ext uri="{FF2B5EF4-FFF2-40B4-BE49-F238E27FC236}">
                <a16:creationId xmlns:a16="http://schemas.microsoft.com/office/drawing/2014/main" id="{68DA4FF1-B3F1-23B8-F881-3B815E6C64A8}"/>
              </a:ext>
            </a:extLst>
          </p:cNvPr>
          <p:cNvSpPr txBox="1">
            <a:spLocks noGrp="1"/>
          </p:cNvSpPr>
          <p:nvPr>
            <p:ph type="title"/>
          </p:nvPr>
        </p:nvSpPr>
        <p:spPr>
          <a:xfrm>
            <a:off x="142235" y="198581"/>
            <a:ext cx="8433600" cy="309600"/>
          </a:xfrm>
          <a:prstGeom prst="rect">
            <a:avLst/>
          </a:prstGeom>
        </p:spPr>
        <p:txBody>
          <a:bodyPr wrap="square" lIns="91425" tIns="91425" rIns="91425" bIns="91425" anchor="t" anchorCtr="0"/>
          <a:lstStyle/>
          <a:p>
            <a:r>
              <a:rPr lang="en-US" altLang="en-US" sz="2400" b="1">
                <a:latin typeface="Microsoft YaHei"/>
                <a:ea typeface="Microsoft YaHei"/>
              </a:rPr>
              <a:t>Empact</a:t>
            </a:r>
            <a:r>
              <a:rPr lang="zh-CN" altLang="zh-CN" sz="2400" b="1">
                <a:latin typeface="Microsoft YaHei"/>
                <a:ea typeface="Microsoft YaHei"/>
              </a:rPr>
              <a:t>致力于为慈善行业赋能</a:t>
            </a:r>
            <a:endParaRPr lang="en-GB" altLang="en-GB">
              <a:solidFill>
                <a:srgbClr val="125284"/>
              </a:solidFill>
            </a:endParaRPr>
          </a:p>
        </p:txBody>
      </p:sp>
      <p:grpSp>
        <p:nvGrpSpPr>
          <p:cNvPr id="142" name="Google Shape;142;p20">
            <a:extLst>
              <a:ext uri="{FF2B5EF4-FFF2-40B4-BE49-F238E27FC236}">
                <a16:creationId xmlns:a16="http://schemas.microsoft.com/office/drawing/2014/main" id="{1A7A1A2E-F063-0516-C965-BB7A6FEBE71D}"/>
              </a:ext>
            </a:extLst>
          </p:cNvPr>
          <p:cNvGrpSpPr/>
          <p:nvPr/>
        </p:nvGrpSpPr>
        <p:grpSpPr>
          <a:xfrm>
            <a:off x="1134144" y="1100754"/>
            <a:ext cx="2280847" cy="1842710"/>
            <a:chOff x="1660800" y="1171213"/>
            <a:chExt cx="1942800" cy="1569600"/>
          </a:xfrm>
        </p:grpSpPr>
        <p:sp>
          <p:nvSpPr>
            <p:cNvPr id="143" name="Google Shape;143;p20">
              <a:extLst>
                <a:ext uri="{FF2B5EF4-FFF2-40B4-BE49-F238E27FC236}">
                  <a16:creationId xmlns:a16="http://schemas.microsoft.com/office/drawing/2014/main" id="{8CCFC731-6AD4-B790-0EFE-991EC309C28E}"/>
                </a:ext>
              </a:extLst>
            </p:cNvPr>
            <p:cNvSpPr/>
            <p:nvPr/>
          </p:nvSpPr>
          <p:spPr>
            <a:xfrm>
              <a:off x="1660800" y="1171213"/>
              <a:ext cx="1942800" cy="1569600"/>
            </a:xfrm>
            <a:prstGeom prst="round1Rect">
              <a:avLst>
                <a:gd name="adj" fmla="val 17446"/>
              </a:avLst>
            </a:prstGeom>
            <a:solidFill>
              <a:srgbClr val="2CB3B9"/>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lang="zh-CN" altLang="zh-CN" sz="1601" b="0" i="0" u="none" strike="noStrike" kern="0" spc="0" baseline="0">
                <a:ln>
                  <a:noFill/>
                </a:ln>
                <a:solidFill>
                  <a:srgbClr val="000000"/>
                </a:solidFill>
                <a:effectLst/>
                <a:latin typeface="Microsoft YaHei"/>
                <a:ea typeface="Microsoft YaHei"/>
              </a:endParaRPr>
            </a:p>
          </p:txBody>
        </p:sp>
        <p:sp>
          <p:nvSpPr>
            <p:cNvPr id="144" name="Google Shape;144;p20">
              <a:extLst>
                <a:ext uri="{FF2B5EF4-FFF2-40B4-BE49-F238E27FC236}">
                  <a16:creationId xmlns:a16="http://schemas.microsoft.com/office/drawing/2014/main" id="{DB9923B2-ED2E-0026-527F-FE1205632FD7}"/>
                </a:ext>
              </a:extLst>
            </p:cNvPr>
            <p:cNvSpPr txBox="1"/>
            <p:nvPr/>
          </p:nvSpPr>
          <p:spPr>
            <a:xfrm>
              <a:off x="1800360" y="1348670"/>
              <a:ext cx="1673397" cy="459900"/>
            </a:xfrm>
            <a:prstGeom prst="rect">
              <a:avLst/>
            </a:prstGeom>
            <a:solidFill>
              <a:srgbClr val="2CB3B9"/>
            </a:solidFill>
            <a:ln>
              <a:noFill/>
            </a:ln>
          </p:spPr>
          <p:txBody>
            <a:bodyPr wrap="square" lIns="91425" tIns="91425" rIns="91425" bIns="91425" anchor="t" anchorCtr="0"/>
            <a:lstStyle/>
            <a:p>
              <a:pPr marL="0" lvl="0" indent="0" algn="l" defTabSz="914400">
                <a:lnSpc>
                  <a:spcPct val="100000"/>
                </a:lnSpc>
                <a:spcBef>
                  <a:spcPts val="0"/>
                </a:spcBef>
                <a:spcAft>
                  <a:spcPts val="0"/>
                </a:spcAft>
                <a:buClr>
                  <a:srgbClr val="000000"/>
                </a:buClr>
                <a:buSzTx/>
                <a:buFont typeface="Arial"/>
                <a:buNone/>
                <a:defRPr/>
              </a:pPr>
              <a:r>
                <a:rPr lang="zh-CN" altLang="zh-CN" sz="1800" b="1" i="0" u="none" strike="noStrike" kern="0" spc="0" baseline="0">
                  <a:ln>
                    <a:noFill/>
                  </a:ln>
                  <a:solidFill>
                    <a:srgbClr val="FFFFFF"/>
                  </a:solidFill>
                  <a:effectLst/>
                  <a:latin typeface="Microsoft YaHei"/>
                  <a:ea typeface="Microsoft YaHei"/>
                </a:rPr>
                <a:t>公益机构</a:t>
              </a:r>
              <a:r>
                <a:rPr lang="en-US" altLang="en-US" sz="1800" b="1" i="0" u="none" strike="noStrike" kern="0" spc="0" baseline="0">
                  <a:ln>
                    <a:noFill/>
                  </a:ln>
                  <a:solidFill>
                    <a:srgbClr val="FFFFFF"/>
                  </a:solidFill>
                  <a:effectLst/>
                  <a:latin typeface="Microsoft YaHei"/>
                  <a:ea typeface="Microsoft YaHei"/>
                </a:rPr>
                <a:t>/</a:t>
              </a:r>
              <a:r>
                <a:rPr lang="zh-CN" altLang="zh-CN" sz="1800" b="1" i="0" u="none" strike="noStrike" kern="0" spc="0" baseline="0">
                  <a:ln>
                    <a:noFill/>
                  </a:ln>
                  <a:solidFill>
                    <a:srgbClr val="FFFFFF"/>
                  </a:solidFill>
                  <a:effectLst/>
                  <a:latin typeface="Microsoft YaHei"/>
                  <a:ea typeface="Microsoft YaHei"/>
                </a:rPr>
                <a:t>公益人</a:t>
              </a:r>
              <a:endParaRPr lang="en-GB" altLang="en-GB" sz="1699" b="0" i="0" u="none" strike="noStrike" kern="0" spc="0" baseline="0">
                <a:ln>
                  <a:noFill/>
                </a:ln>
                <a:solidFill>
                  <a:srgbClr val="FFFFFF"/>
                </a:solidFill>
                <a:effectLst/>
                <a:latin typeface="Al Bayan Plain"/>
                <a:ea typeface="Nunito Sans"/>
              </a:endParaRPr>
            </a:p>
          </p:txBody>
        </p:sp>
        <p:sp>
          <p:nvSpPr>
            <p:cNvPr id="145" name="Google Shape;145;p20">
              <a:extLst>
                <a:ext uri="{FF2B5EF4-FFF2-40B4-BE49-F238E27FC236}">
                  <a16:creationId xmlns:a16="http://schemas.microsoft.com/office/drawing/2014/main" id="{58128EC9-71F0-BE5F-AC50-95D7141DC245}"/>
                </a:ext>
              </a:extLst>
            </p:cNvPr>
            <p:cNvSpPr txBox="1"/>
            <p:nvPr/>
          </p:nvSpPr>
          <p:spPr>
            <a:xfrm>
              <a:off x="1830522" y="1655947"/>
              <a:ext cx="1451700" cy="512400"/>
            </a:xfrm>
            <a:prstGeom prst="rect">
              <a:avLst/>
            </a:prstGeom>
            <a:solidFill>
              <a:srgbClr val="2CB3B9"/>
            </a:solidFill>
            <a:ln>
              <a:noFill/>
            </a:ln>
          </p:spPr>
          <p:txBody>
            <a:bodyPr wrap="square" lIns="91425" tIns="91425" rIns="91425" bIns="91425" anchor="t" anchorCtr="0"/>
            <a:lstStyle/>
            <a:p>
              <a:pPr marL="128588" lvl="0" indent="-147638" algn="l" defTabSz="914400">
                <a:lnSpc>
                  <a:spcPct val="150000"/>
                </a:lnSpc>
                <a:spcBef>
                  <a:spcPts val="0"/>
                </a:spcBef>
                <a:spcAft>
                  <a:spcPts val="0"/>
                </a:spcAft>
                <a:buClr>
                  <a:srgbClr val="FFFFFF"/>
                </a:buClr>
                <a:buSzPts val="1300"/>
                <a:buFont typeface="Nunito Sans"/>
                <a:buChar char="-"/>
                <a:defRPr/>
              </a:pPr>
              <a:r>
                <a:rPr lang="zh-CN" altLang="zh-CN" sz="1350" b="0" i="0" u="none" strike="noStrike" kern="0" spc="0" baseline="0">
                  <a:ln>
                    <a:noFill/>
                  </a:ln>
                  <a:solidFill>
                    <a:srgbClr val="FFFFFF"/>
                  </a:solidFill>
                  <a:effectLst/>
                  <a:latin typeface="Microsoft YaHei"/>
                  <a:ea typeface="Microsoft YaHei"/>
                </a:rPr>
                <a:t>战略咨询</a:t>
              </a:r>
              <a:endParaRPr sz="1301" b="0" i="0" u="none" strike="noStrike" kern="0" spc="0" baseline="0">
                <a:ln>
                  <a:noFill/>
                </a:ln>
                <a:solidFill>
                  <a:srgbClr val="FFFFFF"/>
                </a:solidFill>
                <a:effectLst/>
                <a:latin typeface="Al Bayan Plain"/>
                <a:ea typeface="Nunito Sans"/>
              </a:endParaRPr>
            </a:p>
            <a:p>
              <a:pPr marL="128588" lvl="0" indent="-147638" algn="l" defTabSz="914400">
                <a:lnSpc>
                  <a:spcPct val="150000"/>
                </a:lnSpc>
                <a:spcBef>
                  <a:spcPts val="0"/>
                </a:spcBef>
                <a:spcAft>
                  <a:spcPts val="0"/>
                </a:spcAft>
                <a:buClr>
                  <a:srgbClr val="FFFFFF"/>
                </a:buClr>
                <a:buSzPts val="1300"/>
                <a:buFont typeface="Nunito Sans"/>
                <a:buChar char="-"/>
                <a:defRPr/>
              </a:pPr>
              <a:r>
                <a:rPr lang="zh-CN" altLang="zh-CN" sz="1350" b="0" i="0" u="none" strike="noStrike" kern="0" spc="0" baseline="0">
                  <a:ln>
                    <a:noFill/>
                  </a:ln>
                  <a:solidFill>
                    <a:srgbClr val="FFFFFF"/>
                  </a:solidFill>
                  <a:effectLst/>
                  <a:latin typeface="Microsoft YaHei"/>
                  <a:ea typeface="Microsoft YaHei"/>
                </a:rPr>
                <a:t>影响力评估</a:t>
              </a:r>
              <a:endParaRPr sz="1301" b="0" i="0" u="none" strike="noStrike" kern="0" spc="0" baseline="0">
                <a:ln>
                  <a:noFill/>
                </a:ln>
                <a:solidFill>
                  <a:srgbClr val="FFFFFF"/>
                </a:solidFill>
                <a:effectLst/>
                <a:latin typeface="Al Bayan Plain"/>
                <a:ea typeface="Nunito Sans"/>
              </a:endParaRPr>
            </a:p>
            <a:p>
              <a:pPr marL="128588" lvl="0" indent="-147638" algn="l" defTabSz="914400">
                <a:lnSpc>
                  <a:spcPct val="150000"/>
                </a:lnSpc>
                <a:spcBef>
                  <a:spcPts val="0"/>
                </a:spcBef>
                <a:spcAft>
                  <a:spcPts val="0"/>
                </a:spcAft>
                <a:buClr>
                  <a:srgbClr val="FFFFFF"/>
                </a:buClr>
                <a:buSzPts val="1300"/>
                <a:buFont typeface="Nunito Sans"/>
                <a:buChar char="-"/>
                <a:defRPr/>
              </a:pPr>
              <a:r>
                <a:rPr lang="zh-CN" altLang="zh-CN" sz="1350" b="0" i="0" u="none" strike="noStrike" kern="0" spc="0" baseline="0">
                  <a:ln>
                    <a:noFill/>
                  </a:ln>
                  <a:solidFill>
                    <a:srgbClr val="FFFFFF"/>
                  </a:solidFill>
                  <a:effectLst/>
                  <a:latin typeface="Microsoft YaHei"/>
                  <a:ea typeface="Microsoft YaHei"/>
                </a:rPr>
                <a:t>领导力培训</a:t>
              </a:r>
              <a:endParaRPr sz="1301" b="0" i="0" u="none" strike="noStrike" kern="0" spc="0" baseline="0">
                <a:ln>
                  <a:noFill/>
                </a:ln>
                <a:solidFill>
                  <a:srgbClr val="FFFFFF"/>
                </a:solidFill>
                <a:effectLst/>
                <a:latin typeface="Al Bayan Plain"/>
                <a:ea typeface="Nunito Sans"/>
              </a:endParaRPr>
            </a:p>
            <a:p>
              <a:pPr marL="0" lvl="0" indent="0" algn="l" defTabSz="914400">
                <a:lnSpc>
                  <a:spcPct val="115000"/>
                </a:lnSpc>
                <a:spcBef>
                  <a:spcPts val="1200"/>
                </a:spcBef>
                <a:spcAft>
                  <a:spcPts val="0"/>
                </a:spcAft>
                <a:buClr>
                  <a:srgbClr val="000000"/>
                </a:buClr>
                <a:buSzTx/>
                <a:buFont typeface="Arial"/>
                <a:buNone/>
                <a:defRPr/>
              </a:pPr>
              <a:endParaRPr lang="zh-CN" altLang="zh-CN" sz="1301" b="0" i="0" u="none" strike="noStrike" kern="0" spc="0" baseline="0">
                <a:ln>
                  <a:noFill/>
                </a:ln>
                <a:solidFill>
                  <a:srgbClr val="FFFFFF"/>
                </a:solidFill>
                <a:effectLst/>
                <a:latin typeface="Microsoft YaHei"/>
                <a:ea typeface="Microsoft YaHei"/>
              </a:endParaRPr>
            </a:p>
            <a:p>
              <a:pPr marL="0" lvl="0" indent="0" algn="l" defTabSz="914400">
                <a:lnSpc>
                  <a:spcPct val="115000"/>
                </a:lnSpc>
                <a:spcBef>
                  <a:spcPts val="1200"/>
                </a:spcBef>
                <a:spcAft>
                  <a:spcPts val="1200"/>
                </a:spcAft>
                <a:buClr>
                  <a:srgbClr val="000000"/>
                </a:buClr>
                <a:buSzTx/>
                <a:buFont typeface="Arial"/>
                <a:buNone/>
                <a:defRPr/>
              </a:pPr>
              <a:endParaRPr lang="zh-CN" altLang="zh-CN" sz="1301" b="0" i="0" u="none" strike="noStrike" kern="0" spc="0" baseline="0">
                <a:ln>
                  <a:noFill/>
                </a:ln>
                <a:solidFill>
                  <a:srgbClr val="FFFFFF"/>
                </a:solidFill>
                <a:effectLst/>
                <a:latin typeface="Microsoft YaHei"/>
                <a:ea typeface="Microsoft YaHei"/>
              </a:endParaRPr>
            </a:p>
          </p:txBody>
        </p:sp>
      </p:grpSp>
      <p:grpSp>
        <p:nvGrpSpPr>
          <p:cNvPr id="146" name="Google Shape;146;p20">
            <a:extLst>
              <a:ext uri="{FF2B5EF4-FFF2-40B4-BE49-F238E27FC236}">
                <a16:creationId xmlns:a16="http://schemas.microsoft.com/office/drawing/2014/main" id="{A3243519-F3D9-2940-9B30-0B40D335338A}"/>
              </a:ext>
            </a:extLst>
          </p:cNvPr>
          <p:cNvGrpSpPr/>
          <p:nvPr/>
        </p:nvGrpSpPr>
        <p:grpSpPr>
          <a:xfrm>
            <a:off x="3411470" y="1100754"/>
            <a:ext cx="2280847" cy="1842710"/>
            <a:chOff x="3600600" y="1170963"/>
            <a:chExt cx="1942800" cy="1569600"/>
          </a:xfrm>
        </p:grpSpPr>
        <p:sp>
          <p:nvSpPr>
            <p:cNvPr id="147" name="Google Shape;147;p20">
              <a:extLst>
                <a:ext uri="{FF2B5EF4-FFF2-40B4-BE49-F238E27FC236}">
                  <a16:creationId xmlns:a16="http://schemas.microsoft.com/office/drawing/2014/main" id="{074A39B2-DB63-987F-52C4-082A446C0C86}"/>
                </a:ext>
              </a:extLst>
            </p:cNvPr>
            <p:cNvSpPr/>
            <p:nvPr/>
          </p:nvSpPr>
          <p:spPr>
            <a:xfrm>
              <a:off x="3600600" y="1170963"/>
              <a:ext cx="1942800" cy="1569600"/>
            </a:xfrm>
            <a:prstGeom prst="round2SameRect">
              <a:avLst>
                <a:gd name="adj1" fmla="val 18098"/>
                <a:gd name="adj2" fmla="val 0"/>
              </a:avLst>
            </a:prstGeom>
            <a:solidFill>
              <a:srgbClr val="8D64A3"/>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lang="zh-CN" altLang="zh-CN" sz="1601" b="0" i="0" u="none" strike="noStrike" kern="0" spc="0" baseline="0">
                <a:ln>
                  <a:noFill/>
                </a:ln>
                <a:solidFill>
                  <a:srgbClr val="000000"/>
                </a:solidFill>
                <a:effectLst/>
                <a:latin typeface="Microsoft YaHei"/>
                <a:ea typeface="Microsoft YaHei"/>
              </a:endParaRPr>
            </a:p>
          </p:txBody>
        </p:sp>
        <p:sp>
          <p:nvSpPr>
            <p:cNvPr id="148" name="Google Shape;148;p20">
              <a:extLst>
                <a:ext uri="{FF2B5EF4-FFF2-40B4-BE49-F238E27FC236}">
                  <a16:creationId xmlns:a16="http://schemas.microsoft.com/office/drawing/2014/main" id="{A75DE477-8F96-9C7A-7908-2A419C13B160}"/>
                </a:ext>
              </a:extLst>
            </p:cNvPr>
            <p:cNvSpPr txBox="1"/>
            <p:nvPr/>
          </p:nvSpPr>
          <p:spPr>
            <a:xfrm>
              <a:off x="3819008" y="1348666"/>
              <a:ext cx="1641568" cy="459900"/>
            </a:xfrm>
            <a:prstGeom prst="rect">
              <a:avLst/>
            </a:prstGeom>
            <a:solidFill>
              <a:srgbClr val="8D64A3"/>
            </a:solidFill>
            <a:ln>
              <a:noFill/>
            </a:ln>
          </p:spPr>
          <p:txBody>
            <a:bodyPr wrap="square" lIns="91425" tIns="91425" rIns="91425" bIns="91425" anchor="t" anchorCtr="0"/>
            <a:lstStyle/>
            <a:p>
              <a:pPr marL="0" lvl="0" indent="0" algn="l" defTabSz="914400">
                <a:lnSpc>
                  <a:spcPct val="100000"/>
                </a:lnSpc>
                <a:spcBef>
                  <a:spcPts val="0"/>
                </a:spcBef>
                <a:spcAft>
                  <a:spcPts val="0"/>
                </a:spcAft>
                <a:buClr>
                  <a:srgbClr val="000000"/>
                </a:buClr>
                <a:buSzTx/>
                <a:buFont typeface="Arial"/>
                <a:buNone/>
                <a:defRPr/>
              </a:pPr>
              <a:r>
                <a:rPr lang="zh-CN" altLang="zh-CN" sz="1800" b="1" i="0" u="none" strike="noStrike" kern="0" spc="0" baseline="0">
                  <a:ln>
                    <a:noFill/>
                  </a:ln>
                  <a:solidFill>
                    <a:srgbClr val="FFFFFF"/>
                  </a:solidFill>
                  <a:effectLst/>
                  <a:latin typeface="Microsoft YaHei"/>
                  <a:ea typeface="Microsoft YaHei"/>
                </a:rPr>
                <a:t>企业</a:t>
              </a:r>
              <a:r>
                <a:rPr lang="en-US" altLang="en-US" sz="1800" b="1" i="0" u="none" strike="noStrike" kern="0" spc="0" baseline="0">
                  <a:ln>
                    <a:noFill/>
                  </a:ln>
                  <a:solidFill>
                    <a:srgbClr val="FFFFFF"/>
                  </a:solidFill>
                  <a:effectLst/>
                  <a:latin typeface="Microsoft YaHei"/>
                  <a:ea typeface="Microsoft YaHei"/>
                </a:rPr>
                <a:t> - </a:t>
              </a:r>
              <a:r>
                <a:rPr lang="zh-CN" altLang="zh-CN" sz="1800" b="1" i="0" u="none" strike="noStrike" kern="0" spc="0" baseline="0">
                  <a:ln>
                    <a:noFill/>
                  </a:ln>
                  <a:solidFill>
                    <a:srgbClr val="FFFFFF"/>
                  </a:solidFill>
                  <a:effectLst/>
                  <a:latin typeface="Microsoft YaHei"/>
                  <a:ea typeface="Microsoft YaHei"/>
                </a:rPr>
                <a:t>商业向善</a:t>
              </a:r>
              <a:endParaRPr lang="en-GB" altLang="en-GB" sz="1699" b="0" i="0" u="none" strike="noStrike" kern="0" spc="0" baseline="0">
                <a:ln>
                  <a:noFill/>
                </a:ln>
                <a:solidFill>
                  <a:srgbClr val="FFFFFF"/>
                </a:solidFill>
                <a:effectLst/>
                <a:latin typeface="Al Bayan Plain"/>
                <a:ea typeface="Nunito Sans"/>
              </a:endParaRPr>
            </a:p>
          </p:txBody>
        </p:sp>
      </p:grpSp>
      <p:grpSp>
        <p:nvGrpSpPr>
          <p:cNvPr id="149" name="Google Shape;149;p20">
            <a:extLst>
              <a:ext uri="{FF2B5EF4-FFF2-40B4-BE49-F238E27FC236}">
                <a16:creationId xmlns:a16="http://schemas.microsoft.com/office/drawing/2014/main" id="{160AF765-68E2-59A4-3ECC-3183DDAA976F}"/>
              </a:ext>
            </a:extLst>
          </p:cNvPr>
          <p:cNvGrpSpPr/>
          <p:nvPr/>
        </p:nvGrpSpPr>
        <p:grpSpPr>
          <a:xfrm>
            <a:off x="5688131" y="1120631"/>
            <a:ext cx="2280847" cy="1822776"/>
            <a:chOff x="5539816" y="1171213"/>
            <a:chExt cx="1942800" cy="1569600"/>
          </a:xfrm>
        </p:grpSpPr>
        <p:sp>
          <p:nvSpPr>
            <p:cNvPr id="150" name="Google Shape;150;p20">
              <a:extLst>
                <a:ext uri="{FF2B5EF4-FFF2-40B4-BE49-F238E27FC236}">
                  <a16:creationId xmlns:a16="http://schemas.microsoft.com/office/drawing/2014/main" id="{061BB61B-795C-E4DC-47AE-10373AB68713}"/>
                </a:ext>
              </a:extLst>
            </p:cNvPr>
            <p:cNvSpPr/>
            <p:nvPr/>
          </p:nvSpPr>
          <p:spPr>
            <a:xfrm flipH="1">
              <a:off x="5539816" y="1171213"/>
              <a:ext cx="1942800" cy="1569600"/>
            </a:xfrm>
            <a:prstGeom prst="round1Rect">
              <a:avLst>
                <a:gd name="adj" fmla="val 17446"/>
              </a:avLst>
            </a:prstGeom>
            <a:solidFill>
              <a:srgbClr val="FB6171"/>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lang="zh-CN" altLang="zh-CN" sz="1601" b="0" i="0" u="none" strike="noStrike" kern="0" spc="0" baseline="0">
                <a:ln>
                  <a:noFill/>
                </a:ln>
                <a:solidFill>
                  <a:srgbClr val="000000"/>
                </a:solidFill>
                <a:effectLst/>
                <a:latin typeface="Microsoft YaHei"/>
                <a:ea typeface="Microsoft YaHei"/>
              </a:endParaRPr>
            </a:p>
          </p:txBody>
        </p:sp>
        <p:sp>
          <p:nvSpPr>
            <p:cNvPr id="151" name="Google Shape;151;p20">
              <a:extLst>
                <a:ext uri="{FF2B5EF4-FFF2-40B4-BE49-F238E27FC236}">
                  <a16:creationId xmlns:a16="http://schemas.microsoft.com/office/drawing/2014/main" id="{088CC109-BE4D-36F4-93DA-BF3C0B86D3BD}"/>
                </a:ext>
              </a:extLst>
            </p:cNvPr>
            <p:cNvSpPr txBox="1"/>
            <p:nvPr/>
          </p:nvSpPr>
          <p:spPr>
            <a:xfrm>
              <a:off x="5912560" y="1312238"/>
              <a:ext cx="1451700" cy="459900"/>
            </a:xfrm>
            <a:prstGeom prst="rect">
              <a:avLst/>
            </a:prstGeom>
            <a:solidFill>
              <a:srgbClr val="FB6171"/>
            </a:solidFill>
            <a:ln>
              <a:noFill/>
            </a:ln>
          </p:spPr>
          <p:txBody>
            <a:bodyPr wrap="square" lIns="91425" tIns="91425" rIns="91425" bIns="91425" anchor="t" anchorCtr="0"/>
            <a:lstStyle/>
            <a:p>
              <a:pPr marL="0" lvl="0" indent="0" algn="l" defTabSz="914400">
                <a:lnSpc>
                  <a:spcPct val="100000"/>
                </a:lnSpc>
                <a:spcBef>
                  <a:spcPts val="0"/>
                </a:spcBef>
                <a:spcAft>
                  <a:spcPts val="0"/>
                </a:spcAft>
                <a:buClr>
                  <a:srgbClr val="000000"/>
                </a:buClr>
                <a:buSzTx/>
                <a:buFont typeface="Arial"/>
                <a:buNone/>
                <a:defRPr/>
              </a:pPr>
              <a:r>
                <a:rPr lang="zh-CN" altLang="zh-CN" sz="1800" b="1" i="0" u="none" strike="noStrike" kern="0" spc="0" baseline="0">
                  <a:ln>
                    <a:noFill/>
                  </a:ln>
                  <a:solidFill>
                    <a:srgbClr val="FFFFFF"/>
                  </a:solidFill>
                  <a:effectLst/>
                  <a:latin typeface="Microsoft YaHei"/>
                  <a:ea typeface="Microsoft YaHei"/>
                </a:rPr>
                <a:t>政府</a:t>
              </a:r>
              <a:endParaRPr lang="en-GB" altLang="en-GB" sz="1699" b="0" i="0" u="none" strike="noStrike" kern="0" spc="0" baseline="0">
                <a:ln>
                  <a:noFill/>
                </a:ln>
                <a:solidFill>
                  <a:srgbClr val="FFFFFF"/>
                </a:solidFill>
                <a:effectLst/>
                <a:latin typeface="Al Bayan Plain"/>
                <a:ea typeface="Nunito Sans"/>
              </a:endParaRPr>
            </a:p>
          </p:txBody>
        </p:sp>
      </p:grpSp>
      <p:grpSp>
        <p:nvGrpSpPr>
          <p:cNvPr id="152" name="Google Shape;152;p20">
            <a:extLst>
              <a:ext uri="{FF2B5EF4-FFF2-40B4-BE49-F238E27FC236}">
                <a16:creationId xmlns:a16="http://schemas.microsoft.com/office/drawing/2014/main" id="{88E8CACB-C41D-BC92-DF35-7CFD098C3504}"/>
              </a:ext>
            </a:extLst>
          </p:cNvPr>
          <p:cNvGrpSpPr/>
          <p:nvPr/>
        </p:nvGrpSpPr>
        <p:grpSpPr>
          <a:xfrm>
            <a:off x="3262674" y="1988695"/>
            <a:ext cx="305666" cy="305666"/>
            <a:chOff x="3157188" y="909150"/>
            <a:chExt cx="470400" cy="470400"/>
          </a:xfrm>
        </p:grpSpPr>
        <p:sp>
          <p:nvSpPr>
            <p:cNvPr id="153" name="Google Shape;153;p20">
              <a:extLst>
                <a:ext uri="{FF2B5EF4-FFF2-40B4-BE49-F238E27FC236}">
                  <a16:creationId xmlns:a16="http://schemas.microsoft.com/office/drawing/2014/main" id="{918A5C43-F79B-2B56-C331-18A782ECBFFA}"/>
                </a:ext>
              </a:extLst>
            </p:cNvPr>
            <p:cNvSpPr/>
            <p:nvPr/>
          </p:nvSpPr>
          <p:spPr>
            <a:xfrm>
              <a:off x="3157188" y="909150"/>
              <a:ext cx="470400" cy="470400"/>
            </a:xfrm>
            <a:prstGeom prst="ellipse">
              <a:avLst/>
            </a:prstGeom>
            <a:solidFill>
              <a:srgbClr val="FFFFFF"/>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lang="zh-CN" altLang="zh-CN" sz="1601" b="0" i="0" u="none" strike="noStrike" kern="0" spc="0" baseline="0">
                <a:ln>
                  <a:noFill/>
                </a:ln>
                <a:solidFill>
                  <a:srgbClr val="000000"/>
                </a:solidFill>
                <a:effectLst/>
                <a:latin typeface="Microsoft YaHei"/>
                <a:ea typeface="Microsoft YaHei"/>
              </a:endParaRPr>
            </a:p>
          </p:txBody>
        </p:sp>
        <p:sp>
          <p:nvSpPr>
            <p:cNvPr id="154" name="Google Shape;154;p20">
              <a:extLst>
                <a:ext uri="{FF2B5EF4-FFF2-40B4-BE49-F238E27FC236}">
                  <a16:creationId xmlns:a16="http://schemas.microsoft.com/office/drawing/2014/main" id="{D293696B-8F23-9E52-038E-0734263C8772}"/>
                </a:ext>
              </a:extLst>
            </p:cNvPr>
            <p:cNvSpPr/>
            <p:nvPr/>
          </p:nvSpPr>
          <p:spPr>
            <a:xfrm>
              <a:off x="3243138" y="995100"/>
              <a:ext cx="298500" cy="298500"/>
            </a:xfrm>
            <a:prstGeom prst="mathPlus">
              <a:avLst>
                <a:gd name="adj1" fmla="val 9900"/>
              </a:avLst>
            </a:prstGeom>
            <a:solidFill>
              <a:srgbClr val="125284"/>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lang="zh-CN" altLang="zh-CN" sz="1601" b="0" i="0" u="none" strike="noStrike" kern="0" spc="0" baseline="0">
                <a:ln>
                  <a:noFill/>
                </a:ln>
                <a:solidFill>
                  <a:srgbClr val="000000"/>
                </a:solidFill>
                <a:effectLst/>
                <a:latin typeface="Microsoft YaHei"/>
                <a:ea typeface="Microsoft YaHei"/>
              </a:endParaRPr>
            </a:p>
          </p:txBody>
        </p:sp>
      </p:grpSp>
      <p:grpSp>
        <p:nvGrpSpPr>
          <p:cNvPr id="155" name="Google Shape;155;p20">
            <a:extLst>
              <a:ext uri="{FF2B5EF4-FFF2-40B4-BE49-F238E27FC236}">
                <a16:creationId xmlns:a16="http://schemas.microsoft.com/office/drawing/2014/main" id="{5EE84788-5644-6FFF-DA97-3196339063D7}"/>
              </a:ext>
            </a:extLst>
          </p:cNvPr>
          <p:cNvGrpSpPr/>
          <p:nvPr/>
        </p:nvGrpSpPr>
        <p:grpSpPr>
          <a:xfrm>
            <a:off x="5539231" y="1988695"/>
            <a:ext cx="305666" cy="305666"/>
            <a:chOff x="3157188" y="909150"/>
            <a:chExt cx="470400" cy="470400"/>
          </a:xfrm>
        </p:grpSpPr>
        <p:sp>
          <p:nvSpPr>
            <p:cNvPr id="156" name="Google Shape;156;p20">
              <a:extLst>
                <a:ext uri="{FF2B5EF4-FFF2-40B4-BE49-F238E27FC236}">
                  <a16:creationId xmlns:a16="http://schemas.microsoft.com/office/drawing/2014/main" id="{2B866AB0-6C96-95A9-819C-62CD92BA1F7B}"/>
                </a:ext>
              </a:extLst>
            </p:cNvPr>
            <p:cNvSpPr/>
            <p:nvPr/>
          </p:nvSpPr>
          <p:spPr>
            <a:xfrm>
              <a:off x="3157188" y="909150"/>
              <a:ext cx="470400" cy="470400"/>
            </a:xfrm>
            <a:prstGeom prst="ellipse">
              <a:avLst/>
            </a:prstGeom>
            <a:solidFill>
              <a:srgbClr val="FFFFFF"/>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lang="zh-CN" altLang="zh-CN" sz="1601" b="0" i="0" u="none" strike="noStrike" kern="0" spc="0" baseline="0">
                <a:ln>
                  <a:noFill/>
                </a:ln>
                <a:solidFill>
                  <a:srgbClr val="000000"/>
                </a:solidFill>
                <a:effectLst/>
                <a:latin typeface="Microsoft YaHei"/>
                <a:ea typeface="Microsoft YaHei"/>
              </a:endParaRPr>
            </a:p>
          </p:txBody>
        </p:sp>
        <p:sp>
          <p:nvSpPr>
            <p:cNvPr id="157" name="Google Shape;157;p20">
              <a:extLst>
                <a:ext uri="{FF2B5EF4-FFF2-40B4-BE49-F238E27FC236}">
                  <a16:creationId xmlns:a16="http://schemas.microsoft.com/office/drawing/2014/main" id="{7BE26499-65FC-8016-EAFA-30B777E4F1EF}"/>
                </a:ext>
              </a:extLst>
            </p:cNvPr>
            <p:cNvSpPr/>
            <p:nvPr/>
          </p:nvSpPr>
          <p:spPr>
            <a:xfrm>
              <a:off x="3243138" y="995100"/>
              <a:ext cx="298500" cy="298500"/>
            </a:xfrm>
            <a:prstGeom prst="mathPlus">
              <a:avLst>
                <a:gd name="adj1" fmla="val 9900"/>
              </a:avLst>
            </a:prstGeom>
            <a:solidFill>
              <a:srgbClr val="125284"/>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lang="zh-CN" altLang="zh-CN" sz="1601" b="0" i="0" u="none" strike="noStrike" kern="0" spc="0" baseline="0">
                <a:ln>
                  <a:noFill/>
                </a:ln>
                <a:solidFill>
                  <a:srgbClr val="000000"/>
                </a:solidFill>
                <a:effectLst/>
                <a:latin typeface="Microsoft YaHei"/>
                <a:ea typeface="Microsoft YaHei"/>
              </a:endParaRPr>
            </a:p>
          </p:txBody>
        </p:sp>
      </p:grpSp>
      <p:grpSp>
        <p:nvGrpSpPr>
          <p:cNvPr id="158" name="Google Shape;158;p20">
            <a:extLst>
              <a:ext uri="{FF2B5EF4-FFF2-40B4-BE49-F238E27FC236}">
                <a16:creationId xmlns:a16="http://schemas.microsoft.com/office/drawing/2014/main" id="{C2B4C0D7-BC52-09D2-0851-A081E4112131}"/>
              </a:ext>
            </a:extLst>
          </p:cNvPr>
          <p:cNvGrpSpPr/>
          <p:nvPr/>
        </p:nvGrpSpPr>
        <p:grpSpPr>
          <a:xfrm>
            <a:off x="1133481" y="2963284"/>
            <a:ext cx="6835498" cy="1567153"/>
            <a:chOff x="1660800" y="2723938"/>
            <a:chExt cx="5822400" cy="1248600"/>
          </a:xfrm>
        </p:grpSpPr>
        <p:sp>
          <p:nvSpPr>
            <p:cNvPr id="159" name="Google Shape;159;p20">
              <a:extLst>
                <a:ext uri="{FF2B5EF4-FFF2-40B4-BE49-F238E27FC236}">
                  <a16:creationId xmlns:a16="http://schemas.microsoft.com/office/drawing/2014/main" id="{15CA99FF-1594-57C2-1A82-4BEF37506BD2}"/>
                </a:ext>
              </a:extLst>
            </p:cNvPr>
            <p:cNvSpPr/>
            <p:nvPr/>
          </p:nvSpPr>
          <p:spPr>
            <a:xfrm rot="10800000">
              <a:off x="1660800" y="2723938"/>
              <a:ext cx="5822400" cy="1248600"/>
            </a:xfrm>
            <a:prstGeom prst="round2SameRect">
              <a:avLst>
                <a:gd name="adj1" fmla="val 18098"/>
                <a:gd name="adj2" fmla="val 0"/>
              </a:avLst>
            </a:prstGeom>
            <a:solidFill>
              <a:srgbClr val="125284"/>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lang="zh-CN" altLang="zh-CN" sz="1601" b="0" i="0" u="none" strike="noStrike" kern="0" spc="0" baseline="0">
                <a:ln>
                  <a:noFill/>
                </a:ln>
                <a:solidFill>
                  <a:srgbClr val="000000"/>
                </a:solidFill>
                <a:effectLst/>
                <a:latin typeface="Microsoft YaHei"/>
                <a:ea typeface="Microsoft YaHei"/>
              </a:endParaRPr>
            </a:p>
          </p:txBody>
        </p:sp>
        <p:sp>
          <p:nvSpPr>
            <p:cNvPr id="160" name="Google Shape;160;p20">
              <a:extLst>
                <a:ext uri="{FF2B5EF4-FFF2-40B4-BE49-F238E27FC236}">
                  <a16:creationId xmlns:a16="http://schemas.microsoft.com/office/drawing/2014/main" id="{E4F8201F-96E2-C56B-F8B7-CC1313036AE2}"/>
                </a:ext>
              </a:extLst>
            </p:cNvPr>
            <p:cNvSpPr txBox="1"/>
            <p:nvPr/>
          </p:nvSpPr>
          <p:spPr>
            <a:xfrm>
              <a:off x="2276412" y="2811512"/>
              <a:ext cx="4742097" cy="572700"/>
            </a:xfrm>
            <a:prstGeom prst="rect">
              <a:avLst/>
            </a:prstGeom>
            <a:solidFill>
              <a:srgbClr val="125284"/>
            </a:solidFill>
            <a:ln>
              <a:noFill/>
            </a:ln>
          </p:spPr>
          <p:txBody>
            <a:bodyPr wrap="square" lIns="91425" tIns="91425" rIns="91425" bIns="91425" anchor="t" anchorCtr="0"/>
            <a:lstStyle/>
            <a:p>
              <a:pPr marL="0" lvl="0" indent="0" algn="ctr" defTabSz="914400">
                <a:lnSpc>
                  <a:spcPct val="100000"/>
                </a:lnSpc>
                <a:spcBef>
                  <a:spcPts val="0"/>
                </a:spcBef>
                <a:spcAft>
                  <a:spcPts val="0"/>
                </a:spcAft>
                <a:buClr>
                  <a:srgbClr val="000000"/>
                </a:buClr>
                <a:buSzTx/>
                <a:buFont typeface="Arial"/>
                <a:buNone/>
                <a:defRPr/>
              </a:pPr>
              <a:r>
                <a:rPr lang="zh-CN" altLang="zh-CN" sz="1800" b="1" i="0" u="none" strike="noStrike" kern="0" spc="0" baseline="0">
                  <a:ln>
                    <a:noFill/>
                  </a:ln>
                  <a:solidFill>
                    <a:srgbClr val="FFFFFF"/>
                  </a:solidFill>
                  <a:effectLst/>
                  <a:latin typeface="Microsoft YaHei"/>
                  <a:ea typeface="Microsoft YaHei"/>
                </a:rPr>
                <a:t>愿景：为亚太慈善行业赋能</a:t>
              </a:r>
              <a:endParaRPr sz="1601" b="0" i="0" u="none" strike="noStrike" kern="0" spc="0" baseline="0">
                <a:ln>
                  <a:noFill/>
                </a:ln>
                <a:solidFill>
                  <a:srgbClr val="FFFFFF"/>
                </a:solidFill>
                <a:effectLst/>
                <a:latin typeface="Al Bayan Plain"/>
                <a:ea typeface="Nunito Sans"/>
              </a:endParaRPr>
            </a:p>
            <a:p>
              <a:pPr marL="0" lvl="0" indent="0" algn="ctr" defTabSz="914400">
                <a:lnSpc>
                  <a:spcPct val="100000"/>
                </a:lnSpc>
                <a:spcBef>
                  <a:spcPts val="0"/>
                </a:spcBef>
                <a:spcAft>
                  <a:spcPts val="0"/>
                </a:spcAft>
                <a:buClr>
                  <a:srgbClr val="000000"/>
                </a:buClr>
                <a:buSzTx/>
                <a:buFont typeface="Arial"/>
                <a:buNone/>
                <a:defRPr/>
              </a:pPr>
              <a:endParaRPr lang="zh-CN" altLang="zh-CN" sz="1099" b="0" i="0" u="none" strike="noStrike" kern="0" spc="0" baseline="0">
                <a:ln>
                  <a:noFill/>
                </a:ln>
                <a:solidFill>
                  <a:srgbClr val="FFFFFF"/>
                </a:solidFill>
                <a:effectLst/>
                <a:latin typeface="Microsoft YaHei"/>
                <a:ea typeface="Microsoft YaHei"/>
              </a:endParaRPr>
            </a:p>
            <a:p>
              <a:pPr marL="0" lvl="0" indent="0" algn="ctr" defTabSz="914400">
                <a:lnSpc>
                  <a:spcPct val="100000"/>
                </a:lnSpc>
                <a:spcBef>
                  <a:spcPts val="0"/>
                </a:spcBef>
                <a:spcAft>
                  <a:spcPts val="0"/>
                </a:spcAft>
                <a:buClr>
                  <a:srgbClr val="000000"/>
                </a:buClr>
                <a:buSzTx/>
                <a:buFont typeface="Arial"/>
                <a:buNone/>
                <a:defRPr/>
              </a:pPr>
              <a:r>
                <a:rPr lang="en-US" altLang="en-US" sz="1350" b="0" i="0" u="none" strike="noStrike" kern="0" spc="0" baseline="0">
                  <a:ln>
                    <a:noFill/>
                  </a:ln>
                  <a:solidFill>
                    <a:srgbClr val="FFFFFF"/>
                  </a:solidFill>
                  <a:effectLst/>
                  <a:latin typeface="Microsoft YaHei"/>
                  <a:ea typeface="Microsoft YaHei"/>
                </a:rPr>
                <a:t>2011</a:t>
              </a:r>
              <a:r>
                <a:rPr lang="zh-CN" altLang="zh-CN" sz="1350" b="0" i="0" u="none" strike="noStrike" kern="0" spc="0" baseline="0">
                  <a:ln>
                    <a:noFill/>
                  </a:ln>
                  <a:solidFill>
                    <a:srgbClr val="FFFFFF"/>
                  </a:solidFill>
                  <a:effectLst/>
                  <a:latin typeface="Microsoft YaHei"/>
                  <a:ea typeface="Microsoft YaHei"/>
                </a:rPr>
                <a:t>年成立的社会企业。</a:t>
              </a:r>
            </a:p>
            <a:p>
              <a:pPr marL="0" lvl="0" indent="0" algn="ctr" defTabSz="914400">
                <a:lnSpc>
                  <a:spcPct val="100000"/>
                </a:lnSpc>
                <a:spcBef>
                  <a:spcPts val="0"/>
                </a:spcBef>
                <a:spcAft>
                  <a:spcPts val="0"/>
                </a:spcAft>
                <a:buClr>
                  <a:srgbClr val="000000"/>
                </a:buClr>
                <a:buSzTx/>
                <a:buFont typeface="Arial"/>
                <a:buNone/>
                <a:defRPr/>
              </a:pPr>
              <a:r>
                <a:rPr lang="zh-CN" altLang="zh-CN" sz="1350" b="0" i="0" u="none" strike="noStrike" kern="0" spc="0" baseline="0">
                  <a:ln>
                    <a:noFill/>
                  </a:ln>
                  <a:solidFill>
                    <a:srgbClr val="FFFFFF"/>
                  </a:solidFill>
                  <a:effectLst/>
                  <a:latin typeface="Microsoft YaHei"/>
                  <a:ea typeface="Microsoft YaHei"/>
                </a:rPr>
                <a:t>总部在新加坡，在中国大陆，中国香港设立办公室。</a:t>
              </a:r>
            </a:p>
            <a:p>
              <a:pPr marL="0" lvl="0" indent="0" algn="ctr" defTabSz="914400">
                <a:lnSpc>
                  <a:spcPct val="100000"/>
                </a:lnSpc>
                <a:spcBef>
                  <a:spcPts val="0"/>
                </a:spcBef>
                <a:spcAft>
                  <a:spcPts val="0"/>
                </a:spcAft>
                <a:buClr>
                  <a:srgbClr val="000000"/>
                </a:buClr>
                <a:buSzTx/>
                <a:buFont typeface="Arial"/>
                <a:buNone/>
                <a:defRPr/>
              </a:pPr>
              <a:r>
                <a:rPr lang="zh-CN" altLang="zh-CN" sz="1350" b="0" i="0" u="none" strike="noStrike" kern="0" spc="0" baseline="0">
                  <a:ln>
                    <a:noFill/>
                  </a:ln>
                  <a:solidFill>
                    <a:srgbClr val="FFFFFF"/>
                  </a:solidFill>
                  <a:effectLst/>
                  <a:latin typeface="Microsoft YaHei"/>
                  <a:ea typeface="Microsoft YaHei"/>
                </a:rPr>
                <a:t>在亚太其它地区靠网络伙伴经共创影响力。</a:t>
              </a:r>
              <a:endParaRPr sz="1099" b="0" i="0" u="none" strike="noStrike" kern="0" spc="0" baseline="0">
                <a:ln>
                  <a:noFill/>
                </a:ln>
                <a:solidFill>
                  <a:srgbClr val="FFFFFF"/>
                </a:solidFill>
                <a:effectLst/>
                <a:latin typeface="Al Bayan Plain"/>
                <a:ea typeface="Nunito Sans"/>
              </a:endParaRPr>
            </a:p>
          </p:txBody>
        </p:sp>
      </p:grpSp>
      <p:sp>
        <p:nvSpPr>
          <p:cNvPr id="161" name="Google Shape;161;p20">
            <a:extLst>
              <a:ext uri="{FF2B5EF4-FFF2-40B4-BE49-F238E27FC236}">
                <a16:creationId xmlns:a16="http://schemas.microsoft.com/office/drawing/2014/main" id="{BD734B2D-572E-31EF-6A24-110908896251}"/>
              </a:ext>
            </a:extLst>
          </p:cNvPr>
          <p:cNvSpPr txBox="1"/>
          <p:nvPr/>
        </p:nvSpPr>
        <p:spPr>
          <a:xfrm>
            <a:off x="3604268" y="1671389"/>
            <a:ext cx="1704300" cy="1200000"/>
          </a:xfrm>
          <a:prstGeom prst="rect">
            <a:avLst/>
          </a:prstGeom>
          <a:noFill/>
          <a:ln>
            <a:noFill/>
          </a:ln>
        </p:spPr>
        <p:txBody>
          <a:bodyPr wrap="square" lIns="91425" tIns="91425" rIns="91425" bIns="91425" anchor="t" anchorCtr="0"/>
          <a:lstStyle/>
          <a:p>
            <a:pPr marL="171450" lvl="0" indent="-147638" algn="l" defTabSz="914400">
              <a:lnSpc>
                <a:spcPct val="150000"/>
              </a:lnSpc>
              <a:spcBef>
                <a:spcPts val="0"/>
              </a:spcBef>
              <a:spcAft>
                <a:spcPts val="0"/>
              </a:spcAft>
              <a:buClr>
                <a:srgbClr val="FFFFFF"/>
              </a:buClr>
              <a:buSzPts val="1300"/>
              <a:buFont typeface="Nunito Sans"/>
              <a:buChar char="-"/>
              <a:defRPr/>
            </a:pPr>
            <a:r>
              <a:rPr lang="en-US" altLang="en-US" sz="1350" b="0" i="0" u="none" strike="noStrike" kern="0" spc="0" baseline="0">
                <a:ln>
                  <a:noFill/>
                </a:ln>
                <a:solidFill>
                  <a:srgbClr val="FFFFFF"/>
                </a:solidFill>
                <a:effectLst/>
                <a:latin typeface="Microsoft YaHei"/>
                <a:ea typeface="Microsoft YaHei"/>
              </a:rPr>
              <a:t>CSR</a:t>
            </a:r>
            <a:r>
              <a:rPr lang="zh-CN" altLang="zh-CN" sz="1350" b="0" i="0" u="none" strike="noStrike" kern="0" spc="0" baseline="0">
                <a:ln>
                  <a:noFill/>
                </a:ln>
                <a:solidFill>
                  <a:srgbClr val="FFFFFF"/>
                </a:solidFill>
                <a:effectLst/>
                <a:latin typeface="Microsoft YaHei"/>
                <a:ea typeface="Microsoft YaHei"/>
              </a:rPr>
              <a:t>咨询和执行</a:t>
            </a:r>
            <a:endParaRPr sz="1301" b="0" i="0" u="none" strike="noStrike" kern="0" spc="0" baseline="0">
              <a:ln>
                <a:noFill/>
              </a:ln>
              <a:solidFill>
                <a:srgbClr val="FFFFFF"/>
              </a:solidFill>
              <a:effectLst/>
              <a:latin typeface="Al Bayan Plain"/>
              <a:ea typeface="Nunito Sans"/>
            </a:endParaRPr>
          </a:p>
          <a:p>
            <a:pPr marL="171450" lvl="0" indent="-147638" algn="l" defTabSz="914400">
              <a:lnSpc>
                <a:spcPct val="150000"/>
              </a:lnSpc>
              <a:spcBef>
                <a:spcPts val="0"/>
              </a:spcBef>
              <a:spcAft>
                <a:spcPts val="0"/>
              </a:spcAft>
              <a:buClr>
                <a:srgbClr val="FFFFFF"/>
              </a:buClr>
              <a:buSzPts val="1300"/>
              <a:buFont typeface="Nunito Sans"/>
              <a:buChar char="-"/>
              <a:defRPr/>
            </a:pPr>
            <a:r>
              <a:rPr lang="zh-CN" altLang="zh-CN" sz="1350" b="0" i="0" u="none" strike="noStrike" kern="0" spc="0" baseline="0">
                <a:ln>
                  <a:noFill/>
                </a:ln>
                <a:solidFill>
                  <a:srgbClr val="FFFFFF"/>
                </a:solidFill>
                <a:effectLst/>
                <a:latin typeface="Microsoft YaHei"/>
                <a:ea typeface="Microsoft YaHei"/>
              </a:rPr>
              <a:t>社会影响力评估</a:t>
            </a:r>
            <a:endParaRPr sz="1301" b="0" i="0" u="none" strike="noStrike" kern="0" spc="0" baseline="0">
              <a:ln>
                <a:noFill/>
              </a:ln>
              <a:solidFill>
                <a:srgbClr val="FFFFFF"/>
              </a:solidFill>
              <a:effectLst/>
              <a:latin typeface="Al Bayan Plain"/>
              <a:ea typeface="Nunito Sans"/>
            </a:endParaRPr>
          </a:p>
          <a:p>
            <a:pPr marL="171450" lvl="0" indent="-147638" algn="l" defTabSz="914400">
              <a:lnSpc>
                <a:spcPct val="150000"/>
              </a:lnSpc>
              <a:spcBef>
                <a:spcPts val="0"/>
              </a:spcBef>
              <a:spcAft>
                <a:spcPts val="0"/>
              </a:spcAft>
              <a:buClr>
                <a:srgbClr val="FFFFFF"/>
              </a:buClr>
              <a:buSzPts val="1300"/>
              <a:buFont typeface="Nunito Sans"/>
              <a:buChar char="-"/>
              <a:defRPr/>
            </a:pPr>
            <a:r>
              <a:rPr lang="zh-CN" altLang="zh-CN" sz="1350" b="0" i="0" u="none" strike="noStrike" kern="0" spc="0" baseline="0">
                <a:ln>
                  <a:noFill/>
                </a:ln>
                <a:solidFill>
                  <a:srgbClr val="FFFFFF"/>
                </a:solidFill>
                <a:effectLst/>
                <a:latin typeface="Microsoft YaHei"/>
                <a:ea typeface="Microsoft YaHei"/>
              </a:rPr>
              <a:t>志愿者项目管理</a:t>
            </a:r>
            <a:endParaRPr sz="1301" b="0" i="0" u="none" strike="noStrike" kern="0" spc="0" baseline="0">
              <a:ln>
                <a:noFill/>
              </a:ln>
              <a:solidFill>
                <a:srgbClr val="FFFFFF"/>
              </a:solidFill>
              <a:effectLst/>
              <a:latin typeface="Al Bayan Plain"/>
              <a:ea typeface="Nunito Sans"/>
            </a:endParaRPr>
          </a:p>
          <a:p>
            <a:pPr marL="0" lvl="0" indent="0" algn="l" defTabSz="914400">
              <a:lnSpc>
                <a:spcPct val="115000"/>
              </a:lnSpc>
              <a:spcBef>
                <a:spcPts val="1200"/>
              </a:spcBef>
              <a:spcAft>
                <a:spcPts val="0"/>
              </a:spcAft>
              <a:buClr>
                <a:srgbClr val="000000"/>
              </a:buClr>
              <a:buSzTx/>
              <a:buFont typeface="Arial"/>
              <a:buNone/>
              <a:defRPr/>
            </a:pPr>
            <a:endParaRPr lang="zh-CN" altLang="zh-CN" sz="1301" b="0" i="0" u="none" strike="noStrike" kern="0" spc="0" baseline="0">
              <a:ln>
                <a:noFill/>
              </a:ln>
              <a:solidFill>
                <a:srgbClr val="FFFFFF"/>
              </a:solidFill>
              <a:effectLst/>
              <a:latin typeface="Microsoft YaHei"/>
              <a:ea typeface="Microsoft YaHei"/>
            </a:endParaRPr>
          </a:p>
          <a:p>
            <a:pPr marL="0" lvl="0" indent="0" algn="l" defTabSz="914400">
              <a:lnSpc>
                <a:spcPct val="115000"/>
              </a:lnSpc>
              <a:spcBef>
                <a:spcPts val="1200"/>
              </a:spcBef>
              <a:spcAft>
                <a:spcPts val="1200"/>
              </a:spcAft>
              <a:buClr>
                <a:srgbClr val="000000"/>
              </a:buClr>
              <a:buSzTx/>
              <a:buFont typeface="Arial"/>
              <a:buNone/>
              <a:defRPr/>
            </a:pPr>
            <a:endParaRPr lang="zh-CN" altLang="zh-CN" sz="1301" b="0" i="0" u="none" strike="noStrike" kern="0" spc="0" baseline="0">
              <a:ln>
                <a:noFill/>
              </a:ln>
              <a:solidFill>
                <a:srgbClr val="FFFFFF"/>
              </a:solidFill>
              <a:effectLst/>
              <a:latin typeface="Microsoft YaHei"/>
              <a:ea typeface="Microsoft YaHei"/>
            </a:endParaRPr>
          </a:p>
        </p:txBody>
      </p:sp>
      <p:sp>
        <p:nvSpPr>
          <p:cNvPr id="162" name="Google Shape;162;p20">
            <a:extLst>
              <a:ext uri="{FF2B5EF4-FFF2-40B4-BE49-F238E27FC236}">
                <a16:creationId xmlns:a16="http://schemas.microsoft.com/office/drawing/2014/main" id="{ABE62E57-C76A-9610-7A8F-BA1E98112719}"/>
              </a:ext>
            </a:extLst>
          </p:cNvPr>
          <p:cNvSpPr txBox="1"/>
          <p:nvPr/>
        </p:nvSpPr>
        <p:spPr>
          <a:xfrm>
            <a:off x="5937946" y="1637011"/>
            <a:ext cx="1704300" cy="601500"/>
          </a:xfrm>
          <a:prstGeom prst="rect">
            <a:avLst/>
          </a:prstGeom>
          <a:noFill/>
          <a:ln>
            <a:noFill/>
          </a:ln>
        </p:spPr>
        <p:txBody>
          <a:bodyPr wrap="square" lIns="91425" tIns="91425" rIns="91425" bIns="91425" anchor="t" anchorCtr="0"/>
          <a:lstStyle/>
          <a:p>
            <a:pPr marL="171450" lvl="0" indent="-147638" algn="l" defTabSz="914400">
              <a:lnSpc>
                <a:spcPct val="150000"/>
              </a:lnSpc>
              <a:spcBef>
                <a:spcPts val="0"/>
              </a:spcBef>
              <a:spcAft>
                <a:spcPts val="0"/>
              </a:spcAft>
              <a:buClr>
                <a:srgbClr val="FFFFFF"/>
              </a:buClr>
              <a:buSzPts val="1300"/>
              <a:buFont typeface="Nunito Sans"/>
              <a:buChar char="-"/>
              <a:defRPr/>
            </a:pPr>
            <a:r>
              <a:rPr lang="zh-CN" altLang="zh-CN" sz="1350" b="0" i="0" u="none" strike="noStrike" kern="0" spc="0" baseline="0">
                <a:ln>
                  <a:noFill/>
                </a:ln>
                <a:solidFill>
                  <a:srgbClr val="FFFFFF"/>
                </a:solidFill>
                <a:effectLst/>
                <a:latin typeface="Microsoft YaHei"/>
                <a:ea typeface="Microsoft YaHei"/>
              </a:rPr>
              <a:t>行业政策咨询</a:t>
            </a:r>
            <a:endParaRPr sz="1301" b="0" i="0" u="none" strike="noStrike" kern="0" spc="0" baseline="0">
              <a:ln>
                <a:noFill/>
              </a:ln>
              <a:solidFill>
                <a:srgbClr val="FFFFFF"/>
              </a:solidFill>
              <a:effectLst/>
              <a:latin typeface="Al Bayan Plain"/>
              <a:ea typeface="Nunito Sans"/>
            </a:endParaRPr>
          </a:p>
          <a:p>
            <a:pPr marL="171450" lvl="0" indent="-147638" algn="l" defTabSz="914400">
              <a:lnSpc>
                <a:spcPct val="150000"/>
              </a:lnSpc>
              <a:spcBef>
                <a:spcPts val="0"/>
              </a:spcBef>
              <a:spcAft>
                <a:spcPts val="0"/>
              </a:spcAft>
              <a:buClr>
                <a:srgbClr val="FFFFFF"/>
              </a:buClr>
              <a:buSzPts val="1300"/>
              <a:buFont typeface="Nunito Sans"/>
              <a:buChar char="-"/>
              <a:defRPr/>
            </a:pPr>
            <a:r>
              <a:rPr lang="zh-CN" altLang="zh-CN" sz="1350" b="0" i="0" u="none" strike="noStrike" kern="0" spc="0" baseline="0">
                <a:ln>
                  <a:noFill/>
                </a:ln>
                <a:solidFill>
                  <a:srgbClr val="FFFFFF"/>
                </a:solidFill>
                <a:effectLst/>
                <a:latin typeface="Microsoft YaHei"/>
                <a:ea typeface="Microsoft YaHei"/>
              </a:rPr>
              <a:t>行业指标建立</a:t>
            </a:r>
            <a:endParaRPr sz="1301" b="0" i="0" u="none" strike="noStrike" kern="0" spc="0" baseline="0">
              <a:ln>
                <a:noFill/>
              </a:ln>
              <a:solidFill>
                <a:srgbClr val="FFFFFF"/>
              </a:solidFill>
              <a:effectLst/>
              <a:latin typeface="Al Bayan Plain"/>
              <a:ea typeface="Nunito Sans"/>
            </a:endParaRPr>
          </a:p>
          <a:p>
            <a:pPr marL="171450" lvl="0" indent="-147638" algn="l" defTabSz="914400">
              <a:lnSpc>
                <a:spcPct val="150000"/>
              </a:lnSpc>
              <a:spcBef>
                <a:spcPts val="0"/>
              </a:spcBef>
              <a:spcAft>
                <a:spcPts val="0"/>
              </a:spcAft>
              <a:buClr>
                <a:srgbClr val="FFFFFF"/>
              </a:buClr>
              <a:buSzPts val="1300"/>
              <a:buFont typeface="Nunito Sans"/>
              <a:buChar char="-"/>
              <a:defRPr/>
            </a:pPr>
            <a:r>
              <a:rPr lang="zh-CN" altLang="zh-CN" sz="1350" b="0" i="0" u="none" strike="noStrike" kern="0" spc="0" baseline="0">
                <a:ln>
                  <a:noFill/>
                </a:ln>
                <a:solidFill>
                  <a:srgbClr val="FFFFFF"/>
                </a:solidFill>
                <a:effectLst/>
                <a:latin typeface="Microsoft YaHei"/>
                <a:ea typeface="Microsoft YaHei"/>
              </a:rPr>
              <a:t>影响力体系设立</a:t>
            </a:r>
            <a:endParaRPr sz="1301" b="0" i="0" u="none" strike="noStrike" kern="0" spc="0" baseline="0">
              <a:ln>
                <a:noFill/>
              </a:ln>
              <a:solidFill>
                <a:srgbClr val="FFFFFF"/>
              </a:solidFill>
              <a:effectLst/>
              <a:latin typeface="Al Bayan Plain"/>
              <a:ea typeface="Nunito Sans"/>
            </a:endParaRPr>
          </a:p>
          <a:p>
            <a:pPr marL="171450" lvl="0" indent="-85725" algn="l" defTabSz="914400">
              <a:lnSpc>
                <a:spcPct val="150000"/>
              </a:lnSpc>
              <a:spcBef>
                <a:spcPts val="1200"/>
              </a:spcBef>
              <a:spcAft>
                <a:spcPts val="0"/>
              </a:spcAft>
              <a:buClr>
                <a:srgbClr val="000000"/>
              </a:buClr>
              <a:buSzTx/>
              <a:buFont typeface="Arial"/>
              <a:buNone/>
              <a:defRPr/>
            </a:pPr>
            <a:endParaRPr lang="zh-CN" altLang="zh-CN" sz="1301" b="0" i="0" u="none" strike="noStrike" kern="0" spc="0" baseline="0">
              <a:ln>
                <a:noFill/>
              </a:ln>
              <a:solidFill>
                <a:srgbClr val="FFFFFF"/>
              </a:solidFill>
              <a:effectLst/>
              <a:latin typeface="Microsoft YaHei"/>
              <a:ea typeface="Microsoft YaHei"/>
            </a:endParaRPr>
          </a:p>
          <a:p>
            <a:pPr marL="0" lvl="0" indent="0" algn="l" defTabSz="914400">
              <a:lnSpc>
                <a:spcPct val="115000"/>
              </a:lnSpc>
              <a:spcBef>
                <a:spcPts val="1200"/>
              </a:spcBef>
              <a:spcAft>
                <a:spcPts val="1200"/>
              </a:spcAft>
              <a:buClr>
                <a:srgbClr val="000000"/>
              </a:buClr>
              <a:buSzTx/>
              <a:buFont typeface="Arial"/>
              <a:buNone/>
              <a:defRPr/>
            </a:pPr>
            <a:endParaRPr lang="zh-CN" altLang="zh-CN" sz="1301" b="0" i="0" u="none" strike="noStrike" kern="0" spc="0" baseline="0">
              <a:ln>
                <a:noFill/>
              </a:ln>
              <a:solidFill>
                <a:srgbClr val="FFFFFF"/>
              </a:solidFill>
              <a:effectLst/>
              <a:latin typeface="Microsoft YaHei"/>
              <a:ea typeface="Microsoft YaHei"/>
            </a:endParaRPr>
          </a:p>
        </p:txBody>
      </p:sp>
    </p:spTree>
    <p:extLst>
      <p:ext uri="{BB962C8B-B14F-4D97-AF65-F5344CB8AC3E}">
        <p14:creationId xmlns:p14="http://schemas.microsoft.com/office/powerpoint/2010/main" val="2618847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0"/>
        <p:cNvGrpSpPr/>
        <p:nvPr/>
      </p:nvGrpSpPr>
      <p:grpSpPr>
        <a:xfrm>
          <a:off x="0" y="0"/>
          <a:ext cx="0" cy="0"/>
          <a:chOff x="0" y="0"/>
          <a:chExt cx="0" cy="0"/>
        </a:xfrm>
      </p:grpSpPr>
      <p:sp>
        <p:nvSpPr>
          <p:cNvPr id="141" name="Google Shape;141;p20"/>
          <p:cNvSpPr txBox="1">
            <a:spLocks noGrp="1"/>
          </p:cNvSpPr>
          <p:nvPr>
            <p:ph type="title"/>
          </p:nvPr>
        </p:nvSpPr>
        <p:spPr>
          <a:xfrm>
            <a:off x="93825" y="154125"/>
            <a:ext cx="4040726" cy="309600"/>
          </a:xfrm>
          <a:prstGeom prst="rect">
            <a:avLst/>
          </a:prstGeom>
          <a:noFill/>
          <a:ln>
            <a:noFill/>
          </a:ln>
        </p:spPr>
        <p:txBody>
          <a:bodyPr wrap="square" lIns="91425" tIns="91425" rIns="91425" bIns="91425" anchor="t" anchorCtr="0"/>
          <a:lstStyle>
            <a:lvl1pPr lvl="0" algn="l" defTabSz="914400">
              <a:lnSpc>
                <a:spcPct val="100000"/>
              </a:lnSpc>
              <a:spcBef>
                <a:spcPts val="0"/>
              </a:spcBef>
              <a:spcAft>
                <a:spcPts val="0"/>
              </a:spcAft>
              <a:buNone/>
              <a:defRPr sz="1800" b="0" i="0" u="none" strike="noStrike" kern="1200">
                <a:solidFill>
                  <a:srgbClr val="125284"/>
                </a:solidFill>
                <a:latin typeface="Poppins"/>
                <a:ea typeface="Poppins"/>
              </a:defRPr>
            </a:lvl1pPr>
            <a:lvl2pPr lvl="1" algn="l">
              <a:lnSpc>
                <a:spcPct val="100000"/>
              </a:lnSpc>
              <a:spcBef>
                <a:spcPts val="0"/>
              </a:spcBef>
              <a:spcAft>
                <a:spcPts val="0"/>
              </a:spcAft>
              <a:buNone/>
              <a:defRPr sz="1800" b="0" i="0" u="none" strike="noStrike">
                <a:solidFill>
                  <a:srgbClr val="125284"/>
                </a:solidFill>
                <a:latin typeface="Poppins"/>
                <a:ea typeface="Poppins"/>
              </a:defRPr>
            </a:lvl2pPr>
            <a:lvl3pPr lvl="2" algn="l">
              <a:lnSpc>
                <a:spcPct val="100000"/>
              </a:lnSpc>
              <a:spcBef>
                <a:spcPts val="0"/>
              </a:spcBef>
              <a:spcAft>
                <a:spcPts val="0"/>
              </a:spcAft>
              <a:buNone/>
              <a:defRPr sz="1800" b="0" i="0" u="none" strike="noStrike">
                <a:solidFill>
                  <a:srgbClr val="125284"/>
                </a:solidFill>
                <a:latin typeface="Poppins"/>
                <a:ea typeface="Poppins"/>
              </a:defRPr>
            </a:lvl3pPr>
            <a:lvl4pPr lvl="3" algn="l">
              <a:lnSpc>
                <a:spcPct val="100000"/>
              </a:lnSpc>
              <a:spcBef>
                <a:spcPts val="0"/>
              </a:spcBef>
              <a:spcAft>
                <a:spcPts val="0"/>
              </a:spcAft>
              <a:buNone/>
              <a:defRPr sz="1800" b="0" i="0" u="none" strike="noStrike">
                <a:solidFill>
                  <a:srgbClr val="125284"/>
                </a:solidFill>
                <a:latin typeface="Poppins"/>
                <a:ea typeface="Poppins"/>
              </a:defRPr>
            </a:lvl4pPr>
            <a:lvl5pPr lvl="4" algn="l">
              <a:lnSpc>
                <a:spcPct val="100000"/>
              </a:lnSpc>
              <a:spcBef>
                <a:spcPts val="0"/>
              </a:spcBef>
              <a:spcAft>
                <a:spcPts val="0"/>
              </a:spcAft>
              <a:buNone/>
              <a:defRPr sz="1800" b="0" i="0" u="none" strike="noStrike">
                <a:solidFill>
                  <a:srgbClr val="125284"/>
                </a:solidFill>
                <a:latin typeface="Poppins"/>
                <a:ea typeface="Poppins"/>
              </a:defRPr>
            </a:lvl5pPr>
            <a:lvl6pPr lvl="5" algn="l">
              <a:lnSpc>
                <a:spcPct val="100000"/>
              </a:lnSpc>
              <a:spcBef>
                <a:spcPts val="0"/>
              </a:spcBef>
              <a:spcAft>
                <a:spcPts val="0"/>
              </a:spcAft>
              <a:buNone/>
              <a:defRPr sz="1800" b="0" i="0" u="none" strike="noStrike">
                <a:solidFill>
                  <a:srgbClr val="125284"/>
                </a:solidFill>
                <a:latin typeface="Poppins"/>
                <a:ea typeface="Poppins"/>
              </a:defRPr>
            </a:lvl6pPr>
            <a:lvl7pPr lvl="6" algn="l">
              <a:lnSpc>
                <a:spcPct val="100000"/>
              </a:lnSpc>
              <a:spcBef>
                <a:spcPts val="0"/>
              </a:spcBef>
              <a:spcAft>
                <a:spcPts val="0"/>
              </a:spcAft>
              <a:buNone/>
              <a:defRPr sz="1800" b="0" i="0" u="none" strike="noStrike">
                <a:solidFill>
                  <a:srgbClr val="125284"/>
                </a:solidFill>
                <a:latin typeface="Poppins"/>
                <a:ea typeface="Poppins"/>
              </a:defRPr>
            </a:lvl7pPr>
            <a:lvl8pPr lvl="7" algn="l">
              <a:lnSpc>
                <a:spcPct val="100000"/>
              </a:lnSpc>
              <a:spcBef>
                <a:spcPts val="0"/>
              </a:spcBef>
              <a:spcAft>
                <a:spcPts val="0"/>
              </a:spcAft>
              <a:buNone/>
              <a:defRPr sz="1800" b="0" i="0" u="none" strike="noStrike">
                <a:solidFill>
                  <a:srgbClr val="125284"/>
                </a:solidFill>
                <a:latin typeface="Poppins"/>
                <a:ea typeface="Poppins"/>
              </a:defRPr>
            </a:lvl8pPr>
            <a:lvl9pPr lvl="8" algn="l">
              <a:lnSpc>
                <a:spcPct val="100000"/>
              </a:lnSpc>
              <a:spcBef>
                <a:spcPts val="0"/>
              </a:spcBef>
              <a:spcAft>
                <a:spcPts val="0"/>
              </a:spcAft>
              <a:buNone/>
              <a:defRPr sz="1800" b="0" i="0" u="none" strike="noStrike">
                <a:solidFill>
                  <a:srgbClr val="125284"/>
                </a:solidFill>
                <a:latin typeface="Poppins"/>
                <a:ea typeface="Poppins"/>
              </a:defRPr>
            </a:lvl9pPr>
          </a:lstStyle>
          <a:p>
            <a:pPr marL="0" lvl="0" indent="0" algn="l">
              <a:spcBef>
                <a:spcPts val="0"/>
              </a:spcBef>
              <a:spcAft>
                <a:spcPts val="0"/>
              </a:spcAft>
              <a:buNone/>
            </a:pPr>
            <a:r>
              <a:rPr lang="zh-CN" altLang="zh-CN"/>
              <a:t>公益机构赋能服务概览</a:t>
            </a:r>
            <a:endParaRPr/>
          </a:p>
        </p:txBody>
      </p:sp>
      <p:sp>
        <p:nvSpPr>
          <p:cNvPr id="142" name="Google Shape;142;p20"/>
          <p:cNvSpPr/>
          <p:nvPr/>
        </p:nvSpPr>
        <p:spPr>
          <a:xfrm>
            <a:off x="2678450" y="1261050"/>
            <a:ext cx="1848900" cy="554700"/>
          </a:xfrm>
          <a:prstGeom prst="roundRect">
            <a:avLst>
              <a:gd name="adj" fmla="val 16667"/>
            </a:avLst>
          </a:prstGeom>
          <a:solidFill>
            <a:schemeClr val="accent2"/>
          </a:solidFill>
          <a:ln w="9525" cap="flat" cmpd="sng">
            <a:solidFill>
              <a:schemeClr val="dk2"/>
            </a:solidFill>
            <a:prstDash val="solid"/>
            <a:round/>
            <a:headEnd type="none" w="sm" len="sm"/>
            <a:tailEnd type="none" w="sm" len="sm"/>
          </a:ln>
        </p:spPr>
        <p:txBody>
          <a:bodyPr wrap="square" lIns="91425" tIns="91425" rIns="91425" bIns="91425" anchor="ctr" anchorCtr="0"/>
          <a:lstStyle>
            <a:lvl1pPr marL="0" lvl="0"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1pPr>
            <a:lvl2pPr marL="457200" lvl="1"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2pPr>
            <a:lvl3pPr marL="914400" lvl="2"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3pPr>
            <a:lvl4pPr marL="1371600" lvl="3"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4pPr>
            <a:lvl5pPr marL="1828800" lvl="4"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5pPr>
            <a:lvl6pPr marL="2286000" lvl="5"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6pPr>
            <a:lvl7pPr marL="2743200" lvl="6"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7pPr>
            <a:lvl8pPr marL="3200400" lvl="7"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8pPr>
            <a:lvl9pPr marL="3657600" lvl="8"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9pPr>
          </a:lstStyle>
          <a:p>
            <a:pPr marL="0" lvl="0" indent="0" algn="ctr" defTabSz="914400">
              <a:lnSpc>
                <a:spcPct val="100000"/>
              </a:lnSpc>
              <a:spcBef>
                <a:spcPts val="0"/>
              </a:spcBef>
              <a:spcAft>
                <a:spcPts val="0"/>
              </a:spcAft>
              <a:buClr>
                <a:srgbClr val="000000"/>
              </a:buClr>
              <a:buSzTx/>
              <a:buFont typeface="Arial"/>
              <a:buNone/>
              <a:defRPr/>
            </a:pPr>
            <a:r>
              <a:rPr lang="zh-CN" altLang="zh-CN" sz="1400" b="0" i="0" u="none" strike="noStrike" kern="1200" spc="0" baseline="0">
                <a:ln>
                  <a:noFill/>
                </a:ln>
                <a:solidFill>
                  <a:srgbClr val="FAFAFA"/>
                </a:solidFill>
                <a:effectLst/>
                <a:latin typeface="Nunito Sans"/>
                <a:ea typeface="Nunito Sans"/>
              </a:rPr>
              <a:t>有影响力</a:t>
            </a:r>
          </a:p>
          <a:p>
            <a:pPr marL="0" lvl="0" indent="0" algn="ctr" defTabSz="914400">
              <a:lnSpc>
                <a:spcPct val="100000"/>
              </a:lnSpc>
              <a:spcBef>
                <a:spcPts val="0"/>
              </a:spcBef>
              <a:spcAft>
                <a:spcPts val="0"/>
              </a:spcAft>
              <a:buClr>
                <a:srgbClr val="000000"/>
              </a:buClr>
              <a:buSzTx/>
              <a:buFont typeface="Arial"/>
              <a:buNone/>
              <a:defRPr/>
            </a:pPr>
            <a:r>
              <a:rPr lang="en-US" altLang="en-US" sz="1400" b="0" i="0" u="none" strike="noStrike" kern="1200" spc="0" baseline="0">
                <a:ln>
                  <a:noFill/>
                </a:ln>
                <a:solidFill>
                  <a:srgbClr val="FAFAFA"/>
                </a:solidFill>
                <a:effectLst/>
                <a:latin typeface="Nunito Sans"/>
                <a:ea typeface="Nunito Sans"/>
              </a:rPr>
              <a:t>Effective / Impactful</a:t>
            </a:r>
            <a:endParaRPr sz="1400" b="0" i="0" u="none" strike="noStrike" kern="1200" spc="0" baseline="0">
              <a:ln>
                <a:noFill/>
              </a:ln>
              <a:solidFill>
                <a:srgbClr val="FAFAFA"/>
              </a:solidFill>
              <a:effectLst/>
              <a:latin typeface="Nunito Sans"/>
              <a:ea typeface="Nunito Sans"/>
            </a:endParaRPr>
          </a:p>
        </p:txBody>
      </p:sp>
      <p:sp>
        <p:nvSpPr>
          <p:cNvPr id="143" name="Google Shape;143;p20"/>
          <p:cNvSpPr/>
          <p:nvPr/>
        </p:nvSpPr>
        <p:spPr>
          <a:xfrm>
            <a:off x="2678450" y="2110250"/>
            <a:ext cx="1848900" cy="586450"/>
          </a:xfrm>
          <a:prstGeom prst="roundRect">
            <a:avLst>
              <a:gd name="adj" fmla="val 16667"/>
            </a:avLst>
          </a:prstGeom>
          <a:solidFill>
            <a:schemeClr val="accent3"/>
          </a:solidFill>
          <a:ln w="9525" cap="flat" cmpd="sng">
            <a:solidFill>
              <a:schemeClr val="dk2"/>
            </a:solidFill>
            <a:prstDash val="solid"/>
            <a:round/>
            <a:headEnd type="none" w="sm" len="sm"/>
            <a:tailEnd type="none" w="sm" len="sm"/>
          </a:ln>
        </p:spPr>
        <p:txBody>
          <a:bodyPr wrap="square" lIns="91425" tIns="91425" rIns="91425" bIns="91425" anchor="ctr" anchorCtr="0"/>
          <a:lstStyle>
            <a:lvl1pPr marL="0" lvl="0"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1pPr>
            <a:lvl2pPr marL="457200" lvl="1"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2pPr>
            <a:lvl3pPr marL="914400" lvl="2"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3pPr>
            <a:lvl4pPr marL="1371600" lvl="3"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4pPr>
            <a:lvl5pPr marL="1828800" lvl="4"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5pPr>
            <a:lvl6pPr marL="2286000" lvl="5"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6pPr>
            <a:lvl7pPr marL="2743200" lvl="6"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7pPr>
            <a:lvl8pPr marL="3200400" lvl="7"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8pPr>
            <a:lvl9pPr marL="3657600" lvl="8"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9pPr>
          </a:lstStyle>
          <a:p>
            <a:pPr marL="0" lvl="0" indent="0" algn="ctr" defTabSz="914400">
              <a:lnSpc>
                <a:spcPct val="100000"/>
              </a:lnSpc>
              <a:spcBef>
                <a:spcPts val="0"/>
              </a:spcBef>
              <a:spcAft>
                <a:spcPts val="0"/>
              </a:spcAft>
              <a:buClr>
                <a:srgbClr val="000000"/>
              </a:buClr>
              <a:buSzTx/>
              <a:buFont typeface="Arial"/>
              <a:buNone/>
              <a:defRPr/>
            </a:pPr>
            <a:r>
              <a:rPr lang="zh-CN" altLang="zh-CN" sz="1400" b="0" i="0" u="none" strike="noStrike" kern="1200" spc="0" baseline="0">
                <a:ln>
                  <a:noFill/>
                </a:ln>
                <a:solidFill>
                  <a:srgbClr val="FAFAFA"/>
                </a:solidFill>
                <a:effectLst/>
                <a:latin typeface="Nunito Sans"/>
                <a:ea typeface="Nunito Sans"/>
              </a:rPr>
              <a:t>高效的</a:t>
            </a:r>
          </a:p>
          <a:p>
            <a:pPr marL="0" lvl="0" indent="0" algn="ctr" defTabSz="914400">
              <a:lnSpc>
                <a:spcPct val="100000"/>
              </a:lnSpc>
              <a:spcBef>
                <a:spcPts val="0"/>
              </a:spcBef>
              <a:spcAft>
                <a:spcPts val="0"/>
              </a:spcAft>
              <a:buClr>
                <a:srgbClr val="000000"/>
              </a:buClr>
              <a:buSzTx/>
              <a:buFont typeface="Arial"/>
              <a:buNone/>
              <a:defRPr/>
            </a:pPr>
            <a:r>
              <a:rPr lang="en-US" altLang="en-US" sz="1400" b="0" i="0" u="none" strike="noStrike" kern="1200" spc="0" baseline="0">
                <a:ln>
                  <a:noFill/>
                </a:ln>
                <a:solidFill>
                  <a:srgbClr val="FAFAFA"/>
                </a:solidFill>
                <a:effectLst/>
                <a:latin typeface="Nunito Sans"/>
                <a:ea typeface="Nunito Sans"/>
              </a:rPr>
              <a:t>Efficient / Productive</a:t>
            </a:r>
            <a:endParaRPr sz="1400" b="0" i="0" u="none" strike="noStrike" kern="1200" spc="0" baseline="0">
              <a:ln>
                <a:noFill/>
              </a:ln>
              <a:solidFill>
                <a:srgbClr val="FAFAFA"/>
              </a:solidFill>
              <a:effectLst/>
              <a:latin typeface="Nunito Sans"/>
              <a:ea typeface="Nunito Sans"/>
            </a:endParaRPr>
          </a:p>
        </p:txBody>
      </p:sp>
      <p:sp>
        <p:nvSpPr>
          <p:cNvPr id="144" name="Google Shape;144;p20"/>
          <p:cNvSpPr/>
          <p:nvPr/>
        </p:nvSpPr>
        <p:spPr>
          <a:xfrm>
            <a:off x="2678450" y="3022950"/>
            <a:ext cx="1848900" cy="5547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wrap="square" lIns="91425" tIns="91425" rIns="91425" bIns="91425" anchor="ctr" anchorCtr="0"/>
          <a:lstStyle>
            <a:lvl1pPr marL="0" lvl="0"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1pPr>
            <a:lvl2pPr marL="457200" lvl="1"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2pPr>
            <a:lvl3pPr marL="914400" lvl="2"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3pPr>
            <a:lvl4pPr marL="1371600" lvl="3"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4pPr>
            <a:lvl5pPr marL="1828800" lvl="4"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5pPr>
            <a:lvl6pPr marL="2286000" lvl="5"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6pPr>
            <a:lvl7pPr marL="2743200" lvl="6"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7pPr>
            <a:lvl8pPr marL="3200400" lvl="7"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8pPr>
            <a:lvl9pPr marL="3657600" lvl="8"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9pPr>
          </a:lstStyle>
          <a:p>
            <a:pPr marL="0" lvl="0" indent="0" algn="ctr" defTabSz="914400">
              <a:lnSpc>
                <a:spcPct val="100000"/>
              </a:lnSpc>
              <a:spcBef>
                <a:spcPts val="0"/>
              </a:spcBef>
              <a:spcAft>
                <a:spcPts val="0"/>
              </a:spcAft>
              <a:buClr>
                <a:srgbClr val="000000"/>
              </a:buClr>
              <a:buSzTx/>
              <a:buFont typeface="Arial"/>
              <a:buNone/>
              <a:defRPr/>
            </a:pPr>
            <a:r>
              <a:rPr lang="zh-CN" altLang="zh-CN" sz="1400" b="0" i="0" u="none" strike="noStrike" kern="1200" spc="0" baseline="0">
                <a:ln>
                  <a:noFill/>
                </a:ln>
                <a:solidFill>
                  <a:srgbClr val="FAFAFA"/>
                </a:solidFill>
                <a:effectLst/>
                <a:latin typeface="Nunito Sans"/>
                <a:ea typeface="Nunito Sans"/>
              </a:rPr>
              <a:t>治理好的</a:t>
            </a:r>
          </a:p>
          <a:p>
            <a:pPr marL="0" lvl="0" indent="0" algn="ctr" defTabSz="914400">
              <a:lnSpc>
                <a:spcPct val="100000"/>
              </a:lnSpc>
              <a:spcBef>
                <a:spcPts val="0"/>
              </a:spcBef>
              <a:spcAft>
                <a:spcPts val="0"/>
              </a:spcAft>
              <a:buClr>
                <a:srgbClr val="000000"/>
              </a:buClr>
              <a:buSzTx/>
              <a:buFont typeface="Arial"/>
              <a:buNone/>
              <a:defRPr/>
            </a:pPr>
            <a:r>
              <a:rPr lang="en-US" altLang="en-US" sz="1400" b="0" i="0" u="none" strike="noStrike" kern="1200" spc="0" baseline="0">
                <a:ln>
                  <a:noFill/>
                </a:ln>
                <a:solidFill>
                  <a:srgbClr val="FAFAFA"/>
                </a:solidFill>
                <a:effectLst/>
                <a:latin typeface="Nunito Sans"/>
                <a:ea typeface="Nunito Sans"/>
              </a:rPr>
              <a:t>Well governed</a:t>
            </a:r>
            <a:endParaRPr sz="1400" b="0" i="0" u="none" strike="noStrike" kern="1200" spc="0" baseline="0">
              <a:ln>
                <a:noFill/>
              </a:ln>
              <a:solidFill>
                <a:srgbClr val="FAFAFA"/>
              </a:solidFill>
              <a:effectLst/>
              <a:latin typeface="Nunito Sans"/>
              <a:ea typeface="Nunito Sans"/>
            </a:endParaRPr>
          </a:p>
        </p:txBody>
      </p:sp>
      <p:sp>
        <p:nvSpPr>
          <p:cNvPr id="145" name="Google Shape;145;p20"/>
          <p:cNvSpPr/>
          <p:nvPr/>
        </p:nvSpPr>
        <p:spPr>
          <a:xfrm>
            <a:off x="5604175" y="662875"/>
            <a:ext cx="2185800" cy="554700"/>
          </a:xfrm>
          <a:prstGeom prst="roundRect">
            <a:avLst>
              <a:gd name="adj" fmla="val 16667"/>
            </a:avLst>
          </a:prstGeom>
          <a:solidFill>
            <a:schemeClr val="accent2"/>
          </a:solidFill>
          <a:ln w="9525" cap="flat" cmpd="sng">
            <a:solidFill>
              <a:schemeClr val="dk2"/>
            </a:solidFill>
            <a:prstDash val="solid"/>
            <a:round/>
            <a:headEnd type="none" w="sm" len="sm"/>
            <a:tailEnd type="none" w="sm" len="sm"/>
          </a:ln>
        </p:spPr>
        <p:txBody>
          <a:bodyPr wrap="square" lIns="91425" tIns="91425" rIns="91425" bIns="91425" anchor="ctr" anchorCtr="0"/>
          <a:lstStyle>
            <a:lvl1pPr marL="0" lvl="0"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1pPr>
            <a:lvl2pPr marL="457200" lvl="1"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2pPr>
            <a:lvl3pPr marL="914400" lvl="2"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3pPr>
            <a:lvl4pPr marL="1371600" lvl="3"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4pPr>
            <a:lvl5pPr marL="1828800" lvl="4"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5pPr>
            <a:lvl6pPr marL="2286000" lvl="5"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6pPr>
            <a:lvl7pPr marL="2743200" lvl="6"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7pPr>
            <a:lvl8pPr marL="3200400" lvl="7"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8pPr>
            <a:lvl9pPr marL="3657600" lvl="8"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9pPr>
          </a:lstStyle>
          <a:p>
            <a:pPr marL="0" lvl="0" indent="0" algn="ctr" defTabSz="914400">
              <a:lnSpc>
                <a:spcPct val="100000"/>
              </a:lnSpc>
              <a:spcBef>
                <a:spcPts val="0"/>
              </a:spcBef>
              <a:spcAft>
                <a:spcPts val="0"/>
              </a:spcAft>
              <a:buClr>
                <a:srgbClr val="000000"/>
              </a:buClr>
              <a:buSzTx/>
              <a:buFont typeface="Arial"/>
              <a:buNone/>
              <a:defRPr/>
            </a:pPr>
            <a:r>
              <a:rPr lang="zh-CN" altLang="zh-CN" sz="1400" b="0" i="0" u="none" strike="noStrike" kern="1200" spc="0" baseline="0">
                <a:ln>
                  <a:noFill/>
                </a:ln>
                <a:solidFill>
                  <a:srgbClr val="FAFAFA"/>
                </a:solidFill>
                <a:effectLst/>
                <a:latin typeface="Nunito Sans"/>
                <a:ea typeface="Nunito Sans"/>
              </a:rPr>
              <a:t>影响力评估</a:t>
            </a:r>
          </a:p>
          <a:p>
            <a:pPr marL="0" lvl="0" indent="0" algn="ctr" defTabSz="914400">
              <a:lnSpc>
                <a:spcPct val="100000"/>
              </a:lnSpc>
              <a:spcBef>
                <a:spcPts val="0"/>
              </a:spcBef>
              <a:spcAft>
                <a:spcPts val="0"/>
              </a:spcAft>
              <a:buClr>
                <a:srgbClr val="000000"/>
              </a:buClr>
              <a:buSzTx/>
              <a:buFont typeface="Arial"/>
              <a:buNone/>
              <a:defRPr/>
            </a:pPr>
            <a:r>
              <a:rPr lang="en-US" altLang="en-US" sz="1400" b="0" i="0" u="none" strike="noStrike" kern="1200" spc="0" baseline="0">
                <a:ln>
                  <a:noFill/>
                </a:ln>
                <a:solidFill>
                  <a:srgbClr val="FAFAFA"/>
                </a:solidFill>
                <a:effectLst/>
                <a:latin typeface="Nunito Sans"/>
                <a:ea typeface="Nunito Sans"/>
              </a:rPr>
              <a:t>Impact Measurement</a:t>
            </a:r>
            <a:endParaRPr sz="1400" b="0" i="0" u="none" strike="noStrike" kern="1200" spc="0" baseline="0">
              <a:ln>
                <a:noFill/>
              </a:ln>
              <a:solidFill>
                <a:srgbClr val="FAFAFA"/>
              </a:solidFill>
              <a:effectLst/>
              <a:latin typeface="Nunito Sans"/>
              <a:ea typeface="Nunito Sans"/>
            </a:endParaRPr>
          </a:p>
        </p:txBody>
      </p:sp>
      <p:sp>
        <p:nvSpPr>
          <p:cNvPr id="146" name="Google Shape;146;p20"/>
          <p:cNvSpPr/>
          <p:nvPr/>
        </p:nvSpPr>
        <p:spPr>
          <a:xfrm>
            <a:off x="5604175" y="1408000"/>
            <a:ext cx="2185800" cy="554700"/>
          </a:xfrm>
          <a:prstGeom prst="roundRect">
            <a:avLst>
              <a:gd name="adj" fmla="val 16667"/>
            </a:avLst>
          </a:prstGeom>
          <a:solidFill>
            <a:schemeClr val="accent2"/>
          </a:solidFill>
          <a:ln w="9525" cap="flat" cmpd="sng">
            <a:solidFill>
              <a:schemeClr val="dk2"/>
            </a:solidFill>
            <a:prstDash val="solid"/>
            <a:round/>
            <a:headEnd type="none" w="sm" len="sm"/>
            <a:tailEnd type="none" w="sm" len="sm"/>
          </a:ln>
        </p:spPr>
        <p:txBody>
          <a:bodyPr wrap="square" lIns="91425" tIns="91425" rIns="91425" bIns="91425" anchor="ctr" anchorCtr="0"/>
          <a:lstStyle>
            <a:lvl1pPr marL="0" lvl="0"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1pPr>
            <a:lvl2pPr marL="457200" lvl="1"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2pPr>
            <a:lvl3pPr marL="914400" lvl="2"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3pPr>
            <a:lvl4pPr marL="1371600" lvl="3"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4pPr>
            <a:lvl5pPr marL="1828800" lvl="4"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5pPr>
            <a:lvl6pPr marL="2286000" lvl="5"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6pPr>
            <a:lvl7pPr marL="2743200" lvl="6"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7pPr>
            <a:lvl8pPr marL="3200400" lvl="7"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8pPr>
            <a:lvl9pPr marL="3657600" lvl="8"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9pPr>
          </a:lstStyle>
          <a:p>
            <a:pPr marL="0" lvl="0" indent="0" algn="ctr" defTabSz="914400">
              <a:lnSpc>
                <a:spcPct val="100000"/>
              </a:lnSpc>
              <a:spcBef>
                <a:spcPts val="0"/>
              </a:spcBef>
              <a:spcAft>
                <a:spcPts val="0"/>
              </a:spcAft>
              <a:buClr>
                <a:srgbClr val="000000"/>
              </a:buClr>
              <a:buSzTx/>
              <a:buFont typeface="Arial"/>
              <a:buNone/>
              <a:defRPr/>
            </a:pPr>
            <a:r>
              <a:rPr lang="zh-CN" altLang="zh-CN" sz="1400" b="0" i="0" u="none" strike="noStrike" kern="1200" spc="0" baseline="0">
                <a:ln>
                  <a:noFill/>
                </a:ln>
                <a:solidFill>
                  <a:srgbClr val="FAFAFA"/>
                </a:solidFill>
                <a:effectLst/>
                <a:latin typeface="Nunito Sans"/>
                <a:ea typeface="Nunito Sans"/>
              </a:rPr>
              <a:t>服务与策略制定</a:t>
            </a:r>
          </a:p>
          <a:p>
            <a:pPr marL="0" lvl="0" indent="0" algn="ctr" defTabSz="914400">
              <a:lnSpc>
                <a:spcPct val="100000"/>
              </a:lnSpc>
              <a:spcBef>
                <a:spcPts val="0"/>
              </a:spcBef>
              <a:spcAft>
                <a:spcPts val="0"/>
              </a:spcAft>
              <a:buClr>
                <a:srgbClr val="000000"/>
              </a:buClr>
              <a:buSzTx/>
              <a:buFont typeface="Arial"/>
              <a:buNone/>
              <a:defRPr/>
            </a:pPr>
            <a:r>
              <a:rPr lang="en-US" altLang="en-US" sz="1400" b="0" i="0" u="none" strike="noStrike" kern="1200" spc="0" baseline="0">
                <a:ln>
                  <a:noFill/>
                </a:ln>
                <a:solidFill>
                  <a:srgbClr val="FAFAFA"/>
                </a:solidFill>
                <a:effectLst/>
                <a:latin typeface="Nunito Sans"/>
                <a:ea typeface="Nunito Sans"/>
              </a:rPr>
              <a:t>Services &amp; Strategies</a:t>
            </a:r>
            <a:endParaRPr sz="1400" b="0" i="0" u="none" strike="noStrike" kern="1200" spc="0" baseline="0">
              <a:ln>
                <a:noFill/>
              </a:ln>
              <a:solidFill>
                <a:srgbClr val="FAFAFA"/>
              </a:solidFill>
              <a:effectLst/>
              <a:latin typeface="Nunito Sans"/>
              <a:ea typeface="Nunito Sans"/>
            </a:endParaRPr>
          </a:p>
        </p:txBody>
      </p:sp>
      <p:sp>
        <p:nvSpPr>
          <p:cNvPr id="147" name="Google Shape;147;p20"/>
          <p:cNvSpPr/>
          <p:nvPr/>
        </p:nvSpPr>
        <p:spPr>
          <a:xfrm>
            <a:off x="5604175" y="2153125"/>
            <a:ext cx="2185800" cy="554700"/>
          </a:xfrm>
          <a:prstGeom prst="roundRect">
            <a:avLst>
              <a:gd name="adj" fmla="val 16667"/>
            </a:avLst>
          </a:prstGeom>
          <a:solidFill>
            <a:schemeClr val="accent3"/>
          </a:solidFill>
          <a:ln w="9525" cap="flat" cmpd="sng">
            <a:solidFill>
              <a:schemeClr val="dk2"/>
            </a:solidFill>
            <a:prstDash val="solid"/>
            <a:round/>
            <a:headEnd type="none" w="sm" len="sm"/>
            <a:tailEnd type="none" w="sm" len="sm"/>
          </a:ln>
        </p:spPr>
        <p:txBody>
          <a:bodyPr wrap="square" lIns="91425" tIns="91425" rIns="91425" bIns="91425" anchor="ctr" anchorCtr="0"/>
          <a:lstStyle>
            <a:lvl1pPr marL="0" lvl="0"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1pPr>
            <a:lvl2pPr marL="457200" lvl="1"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2pPr>
            <a:lvl3pPr marL="914400" lvl="2"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3pPr>
            <a:lvl4pPr marL="1371600" lvl="3"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4pPr>
            <a:lvl5pPr marL="1828800" lvl="4"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5pPr>
            <a:lvl6pPr marL="2286000" lvl="5"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6pPr>
            <a:lvl7pPr marL="2743200" lvl="6"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7pPr>
            <a:lvl8pPr marL="3200400" lvl="7"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8pPr>
            <a:lvl9pPr marL="3657600" lvl="8"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9pPr>
          </a:lstStyle>
          <a:p>
            <a:pPr marL="0" lvl="0" indent="0" algn="ctr" defTabSz="914400">
              <a:lnSpc>
                <a:spcPct val="100000"/>
              </a:lnSpc>
              <a:spcBef>
                <a:spcPts val="0"/>
              </a:spcBef>
              <a:spcAft>
                <a:spcPts val="0"/>
              </a:spcAft>
              <a:buClr>
                <a:srgbClr val="000000"/>
              </a:buClr>
              <a:buSzTx/>
              <a:buFont typeface="Arial"/>
              <a:buNone/>
              <a:defRPr/>
            </a:pPr>
            <a:r>
              <a:rPr lang="zh-CN" altLang="zh-CN" sz="1400" b="0" i="0" u="none" strike="noStrike" kern="1200" spc="0" baseline="0">
                <a:ln>
                  <a:noFill/>
                </a:ln>
                <a:solidFill>
                  <a:srgbClr val="FAFAFA"/>
                </a:solidFill>
                <a:effectLst/>
                <a:latin typeface="Nunito Sans"/>
                <a:ea typeface="Nunito Sans"/>
              </a:rPr>
              <a:t>数字化转型</a:t>
            </a:r>
          </a:p>
          <a:p>
            <a:pPr marL="0" lvl="0" indent="0" algn="ctr" defTabSz="914400">
              <a:lnSpc>
                <a:spcPct val="100000"/>
              </a:lnSpc>
              <a:spcBef>
                <a:spcPts val="0"/>
              </a:spcBef>
              <a:spcAft>
                <a:spcPts val="0"/>
              </a:spcAft>
              <a:buClr>
                <a:srgbClr val="000000"/>
              </a:buClr>
              <a:buSzTx/>
              <a:buFont typeface="Arial"/>
              <a:buNone/>
              <a:defRPr/>
            </a:pPr>
            <a:r>
              <a:rPr lang="en-US" altLang="en-US" sz="1400" b="0" i="0" u="none" strike="noStrike" kern="1200" spc="0" baseline="0">
                <a:ln>
                  <a:noFill/>
                </a:ln>
                <a:solidFill>
                  <a:srgbClr val="FAFAFA"/>
                </a:solidFill>
                <a:effectLst/>
                <a:latin typeface="Nunito Sans"/>
                <a:ea typeface="Nunito Sans"/>
              </a:rPr>
              <a:t>Social Sector Tech</a:t>
            </a:r>
            <a:endParaRPr sz="1400" b="0" i="0" u="none" strike="noStrike" kern="1200" spc="0" baseline="0">
              <a:ln>
                <a:noFill/>
              </a:ln>
              <a:solidFill>
                <a:srgbClr val="FAFAFA"/>
              </a:solidFill>
              <a:effectLst/>
              <a:latin typeface="Nunito Sans"/>
              <a:ea typeface="Nunito Sans"/>
            </a:endParaRPr>
          </a:p>
        </p:txBody>
      </p:sp>
      <p:sp>
        <p:nvSpPr>
          <p:cNvPr id="148" name="Google Shape;148;p20"/>
          <p:cNvSpPr/>
          <p:nvPr/>
        </p:nvSpPr>
        <p:spPr>
          <a:xfrm>
            <a:off x="5604175" y="3577650"/>
            <a:ext cx="2185800" cy="620425"/>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wrap="square" lIns="91425" tIns="91425" rIns="91425" bIns="91425" anchor="ctr" anchorCtr="0"/>
          <a:lstStyle>
            <a:lvl1pPr marL="0" lvl="0"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1pPr>
            <a:lvl2pPr marL="457200" lvl="1"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2pPr>
            <a:lvl3pPr marL="914400" lvl="2"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3pPr>
            <a:lvl4pPr marL="1371600" lvl="3"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4pPr>
            <a:lvl5pPr marL="1828800" lvl="4"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5pPr>
            <a:lvl6pPr marL="2286000" lvl="5"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6pPr>
            <a:lvl7pPr marL="2743200" lvl="6"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7pPr>
            <a:lvl8pPr marL="3200400" lvl="7"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8pPr>
            <a:lvl9pPr marL="3657600" lvl="8"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9pPr>
          </a:lstStyle>
          <a:p>
            <a:pPr marL="0" lvl="0" indent="0" algn="ctr" defTabSz="914400">
              <a:lnSpc>
                <a:spcPct val="100000"/>
              </a:lnSpc>
              <a:spcBef>
                <a:spcPts val="0"/>
              </a:spcBef>
              <a:spcAft>
                <a:spcPts val="0"/>
              </a:spcAft>
              <a:buClr>
                <a:srgbClr val="000000"/>
              </a:buClr>
              <a:buSzTx/>
              <a:buFont typeface="Arial"/>
              <a:buNone/>
              <a:defRPr/>
            </a:pPr>
            <a:r>
              <a:rPr lang="zh-CN" altLang="zh-CN" sz="1400" b="0" i="0" u="none" strike="noStrike" kern="1200" spc="0" baseline="0">
                <a:ln>
                  <a:noFill/>
                </a:ln>
                <a:solidFill>
                  <a:srgbClr val="FAFAFA"/>
                </a:solidFill>
                <a:effectLst/>
                <a:latin typeface="Nunito Sans"/>
                <a:ea typeface="Nunito Sans"/>
              </a:rPr>
              <a:t>财务和人力资源外包</a:t>
            </a:r>
          </a:p>
          <a:p>
            <a:pPr marL="0" lvl="0" indent="0" algn="ctr" defTabSz="914400">
              <a:lnSpc>
                <a:spcPct val="100000"/>
              </a:lnSpc>
              <a:spcBef>
                <a:spcPts val="0"/>
              </a:spcBef>
              <a:spcAft>
                <a:spcPts val="0"/>
              </a:spcAft>
              <a:buClr>
                <a:srgbClr val="000000"/>
              </a:buClr>
              <a:buSzTx/>
              <a:buFont typeface="Arial"/>
              <a:buNone/>
              <a:defRPr/>
            </a:pPr>
            <a:r>
              <a:rPr lang="en-US" altLang="en-US" sz="1400" b="0" i="0" u="none" strike="noStrike" kern="1200" spc="0" baseline="0">
                <a:ln>
                  <a:noFill/>
                </a:ln>
                <a:solidFill>
                  <a:srgbClr val="FAFAFA"/>
                </a:solidFill>
                <a:effectLst/>
                <a:latin typeface="Nunito Sans"/>
                <a:ea typeface="Nunito Sans"/>
              </a:rPr>
              <a:t>Finance / HR outsourcing</a:t>
            </a:r>
          </a:p>
        </p:txBody>
      </p:sp>
      <p:sp>
        <p:nvSpPr>
          <p:cNvPr id="149" name="Google Shape;149;p20"/>
          <p:cNvSpPr/>
          <p:nvPr/>
        </p:nvSpPr>
        <p:spPr>
          <a:xfrm>
            <a:off x="5604175" y="2898250"/>
            <a:ext cx="2185800" cy="554700"/>
          </a:xfrm>
          <a:prstGeom prst="roundRect">
            <a:avLst>
              <a:gd name="adj" fmla="val 16667"/>
            </a:avLst>
          </a:prstGeom>
          <a:solidFill>
            <a:srgbClr val="CC4125"/>
          </a:solidFill>
          <a:ln w="9525" cap="flat" cmpd="sng">
            <a:solidFill>
              <a:schemeClr val="dk2"/>
            </a:solidFill>
            <a:prstDash val="solid"/>
            <a:round/>
            <a:headEnd type="none" w="sm" len="sm"/>
            <a:tailEnd type="none" w="sm" len="sm"/>
          </a:ln>
        </p:spPr>
        <p:txBody>
          <a:bodyPr wrap="square" lIns="91425" tIns="91425" rIns="91425" bIns="91425" anchor="ctr" anchorCtr="0"/>
          <a:lstStyle>
            <a:lvl1pPr marL="0" lvl="0"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1pPr>
            <a:lvl2pPr marL="457200" lvl="1"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2pPr>
            <a:lvl3pPr marL="914400" lvl="2"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3pPr>
            <a:lvl4pPr marL="1371600" lvl="3"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4pPr>
            <a:lvl5pPr marL="1828800" lvl="4"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5pPr>
            <a:lvl6pPr marL="2286000" lvl="5"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6pPr>
            <a:lvl7pPr marL="2743200" lvl="6"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7pPr>
            <a:lvl8pPr marL="3200400" lvl="7"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8pPr>
            <a:lvl9pPr marL="3657600" lvl="8"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9pPr>
          </a:lstStyle>
          <a:p>
            <a:pPr marL="0" lvl="0" indent="0" algn="ctr" defTabSz="914400">
              <a:lnSpc>
                <a:spcPct val="100000"/>
              </a:lnSpc>
              <a:spcBef>
                <a:spcPts val="0"/>
              </a:spcBef>
              <a:spcAft>
                <a:spcPts val="0"/>
              </a:spcAft>
              <a:buClr>
                <a:srgbClr val="000000"/>
              </a:buClr>
              <a:buSzTx/>
              <a:buFont typeface="Arial"/>
              <a:buNone/>
              <a:defRPr/>
            </a:pPr>
            <a:r>
              <a:rPr lang="zh-CN" altLang="zh-CN" sz="1400" b="0" i="0" u="none" strike="noStrike" kern="1200" spc="0" baseline="0">
                <a:ln>
                  <a:noFill/>
                </a:ln>
                <a:solidFill>
                  <a:srgbClr val="FAFAFA"/>
                </a:solidFill>
                <a:effectLst/>
                <a:latin typeface="Nunito Sans"/>
                <a:ea typeface="Nunito Sans"/>
              </a:rPr>
              <a:t>员工和志愿者管理</a:t>
            </a:r>
          </a:p>
          <a:p>
            <a:pPr marL="0" lvl="0" indent="0" algn="ctr" defTabSz="914400">
              <a:lnSpc>
                <a:spcPct val="100000"/>
              </a:lnSpc>
              <a:spcBef>
                <a:spcPts val="0"/>
              </a:spcBef>
              <a:spcAft>
                <a:spcPts val="0"/>
              </a:spcAft>
              <a:buClr>
                <a:srgbClr val="000000"/>
              </a:buClr>
              <a:buSzTx/>
              <a:buFont typeface="Arial"/>
              <a:buNone/>
              <a:defRPr/>
            </a:pPr>
            <a:r>
              <a:rPr lang="en-US" altLang="en-US" sz="1400" b="0" i="0" u="none" strike="noStrike" kern="1200" spc="0" baseline="0">
                <a:ln>
                  <a:noFill/>
                </a:ln>
                <a:solidFill>
                  <a:srgbClr val="FAFAFA"/>
                </a:solidFill>
                <a:effectLst/>
                <a:latin typeface="Nunito Sans"/>
                <a:ea typeface="Nunito Sans"/>
              </a:rPr>
              <a:t>Volunteer &amp; Staff Mgt</a:t>
            </a:r>
            <a:endParaRPr sz="1400" b="0" i="0" u="none" strike="noStrike" kern="1200" spc="0" baseline="0">
              <a:ln>
                <a:noFill/>
              </a:ln>
              <a:solidFill>
                <a:srgbClr val="FAFAFA"/>
              </a:solidFill>
              <a:effectLst/>
              <a:latin typeface="Nunito Sans"/>
              <a:ea typeface="Nunito Sans"/>
            </a:endParaRPr>
          </a:p>
        </p:txBody>
      </p:sp>
      <p:sp>
        <p:nvSpPr>
          <p:cNvPr id="150" name="Google Shape;150;p20"/>
          <p:cNvSpPr/>
          <p:nvPr/>
        </p:nvSpPr>
        <p:spPr>
          <a:xfrm rot="-2386045">
            <a:off x="4921448" y="1092031"/>
            <a:ext cx="288429" cy="253052"/>
          </a:xfrm>
          <a:prstGeom prst="rightArrow">
            <a:avLst>
              <a:gd name="adj1" fmla="val 50000"/>
              <a:gd name="adj2" fmla="val 50000"/>
            </a:avLst>
          </a:prstGeom>
          <a:solidFill>
            <a:srgbClr val="B7B7B7"/>
          </a:solidFill>
          <a:ln w="9525" cap="flat" cmpd="sng">
            <a:solidFill>
              <a:schemeClr val="dk2"/>
            </a:solidFill>
            <a:prstDash val="solid"/>
            <a:round/>
            <a:headEnd type="none" w="sm" len="sm"/>
            <a:tailEnd type="none" w="sm" len="sm"/>
          </a:ln>
        </p:spPr>
        <p:txBody>
          <a:bodyPr wrap="square" lIns="91425" tIns="91425" rIns="91425" bIns="91425" anchor="ctr" anchorCtr="0"/>
          <a:lstStyle>
            <a:lvl1pPr marL="0" lvl="0"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1pPr>
            <a:lvl2pPr marL="457200" lvl="1"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2pPr>
            <a:lvl3pPr marL="914400" lvl="2"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3pPr>
            <a:lvl4pPr marL="1371600" lvl="3"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4pPr>
            <a:lvl5pPr marL="1828800" lvl="4"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5pPr>
            <a:lvl6pPr marL="2286000" lvl="5"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6pPr>
            <a:lvl7pPr marL="2743200" lvl="6"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7pPr>
            <a:lvl8pPr marL="3200400" lvl="7"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8pPr>
            <a:lvl9pPr marL="3657600" lvl="8"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9pPr>
          </a:lstStyle>
          <a:p>
            <a:pPr marL="0" lvl="0" indent="0" algn="ctr" defTabSz="914400">
              <a:lnSpc>
                <a:spcPct val="100000"/>
              </a:lnSpc>
              <a:spcBef>
                <a:spcPts val="0"/>
              </a:spcBef>
              <a:spcAft>
                <a:spcPts val="0"/>
              </a:spcAft>
              <a:buClr>
                <a:srgbClr val="000000"/>
              </a:buClr>
              <a:buSzTx/>
              <a:buFont typeface="Arial"/>
              <a:buNone/>
              <a:defRPr/>
            </a:pPr>
            <a:endParaRPr sz="1400" b="0" i="0" u="none" strike="noStrike" kern="1200" spc="0" baseline="0">
              <a:ln>
                <a:noFill/>
              </a:ln>
              <a:solidFill>
                <a:srgbClr val="000000"/>
              </a:solidFill>
              <a:effectLst/>
              <a:latin typeface="Nunito Sans"/>
              <a:ea typeface="Nunito Sans"/>
            </a:endParaRPr>
          </a:p>
        </p:txBody>
      </p:sp>
      <p:sp>
        <p:nvSpPr>
          <p:cNvPr id="151" name="Google Shape;151;p20"/>
          <p:cNvSpPr/>
          <p:nvPr/>
        </p:nvSpPr>
        <p:spPr>
          <a:xfrm rot="1904411">
            <a:off x="4882775" y="3583513"/>
            <a:ext cx="288556" cy="253100"/>
          </a:xfrm>
          <a:prstGeom prst="rightArrow">
            <a:avLst>
              <a:gd name="adj1" fmla="val 50000"/>
              <a:gd name="adj2" fmla="val 50000"/>
            </a:avLst>
          </a:prstGeom>
          <a:solidFill>
            <a:srgbClr val="B7B7B7"/>
          </a:solidFill>
          <a:ln w="9525" cap="flat" cmpd="sng">
            <a:solidFill>
              <a:schemeClr val="dk2"/>
            </a:solidFill>
            <a:prstDash val="solid"/>
            <a:round/>
            <a:headEnd type="none" w="sm" len="sm"/>
            <a:tailEnd type="none" w="sm" len="sm"/>
          </a:ln>
        </p:spPr>
        <p:txBody>
          <a:bodyPr wrap="square" lIns="91425" tIns="91425" rIns="91425" bIns="91425" anchor="ctr" anchorCtr="0"/>
          <a:lstStyle>
            <a:lvl1pPr marL="0" lvl="0"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1pPr>
            <a:lvl2pPr marL="457200" lvl="1"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2pPr>
            <a:lvl3pPr marL="914400" lvl="2"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3pPr>
            <a:lvl4pPr marL="1371600" lvl="3"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4pPr>
            <a:lvl5pPr marL="1828800" lvl="4"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5pPr>
            <a:lvl6pPr marL="2286000" lvl="5"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6pPr>
            <a:lvl7pPr marL="2743200" lvl="6"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7pPr>
            <a:lvl8pPr marL="3200400" lvl="7"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8pPr>
            <a:lvl9pPr marL="3657600" lvl="8"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9pPr>
          </a:lstStyle>
          <a:p>
            <a:pPr marL="0" lvl="0" indent="0" algn="ctr" defTabSz="914400">
              <a:lnSpc>
                <a:spcPct val="100000"/>
              </a:lnSpc>
              <a:spcBef>
                <a:spcPts val="0"/>
              </a:spcBef>
              <a:spcAft>
                <a:spcPts val="0"/>
              </a:spcAft>
              <a:buClr>
                <a:srgbClr val="000000"/>
              </a:buClr>
              <a:buSzTx/>
              <a:buFont typeface="Arial"/>
              <a:buNone/>
              <a:defRPr/>
            </a:pPr>
            <a:endParaRPr sz="1400" b="0" i="0" u="none" strike="noStrike" kern="1200" spc="0" baseline="0">
              <a:ln>
                <a:noFill/>
              </a:ln>
              <a:solidFill>
                <a:srgbClr val="000000"/>
              </a:solidFill>
              <a:effectLst/>
              <a:latin typeface="Nunito Sans"/>
              <a:ea typeface="Nunito Sans"/>
            </a:endParaRPr>
          </a:p>
        </p:txBody>
      </p:sp>
      <p:sp>
        <p:nvSpPr>
          <p:cNvPr id="152" name="Google Shape;152;p20"/>
          <p:cNvSpPr/>
          <p:nvPr/>
        </p:nvSpPr>
        <p:spPr>
          <a:xfrm rot="7155">
            <a:off x="4900812" y="2320216"/>
            <a:ext cx="288301" cy="252900"/>
          </a:xfrm>
          <a:prstGeom prst="rightArrow">
            <a:avLst>
              <a:gd name="adj1" fmla="val 50000"/>
              <a:gd name="adj2" fmla="val 50000"/>
            </a:avLst>
          </a:prstGeom>
          <a:solidFill>
            <a:srgbClr val="B7B7B7"/>
          </a:solidFill>
          <a:ln w="9525" cap="flat" cmpd="sng">
            <a:solidFill>
              <a:schemeClr val="dk2"/>
            </a:solidFill>
            <a:prstDash val="solid"/>
            <a:round/>
            <a:headEnd type="none" w="sm" len="sm"/>
            <a:tailEnd type="none" w="sm" len="sm"/>
          </a:ln>
        </p:spPr>
        <p:txBody>
          <a:bodyPr wrap="square" lIns="91425" tIns="91425" rIns="91425" bIns="91425" anchor="ctr" anchorCtr="0"/>
          <a:lstStyle>
            <a:lvl1pPr marL="0" lvl="0"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1pPr>
            <a:lvl2pPr marL="457200" lvl="1"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2pPr>
            <a:lvl3pPr marL="914400" lvl="2"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3pPr>
            <a:lvl4pPr marL="1371600" lvl="3"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4pPr>
            <a:lvl5pPr marL="1828800" lvl="4"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5pPr>
            <a:lvl6pPr marL="2286000" lvl="5"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6pPr>
            <a:lvl7pPr marL="2743200" lvl="6"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7pPr>
            <a:lvl8pPr marL="3200400" lvl="7"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8pPr>
            <a:lvl9pPr marL="3657600" lvl="8"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9pPr>
          </a:lstStyle>
          <a:p>
            <a:pPr marL="0" lvl="0" indent="0" algn="ctr" defTabSz="914400">
              <a:lnSpc>
                <a:spcPct val="100000"/>
              </a:lnSpc>
              <a:spcBef>
                <a:spcPts val="0"/>
              </a:spcBef>
              <a:spcAft>
                <a:spcPts val="0"/>
              </a:spcAft>
              <a:buClr>
                <a:srgbClr val="000000"/>
              </a:buClr>
              <a:buSzTx/>
              <a:buFont typeface="Arial"/>
              <a:buNone/>
              <a:defRPr/>
            </a:pPr>
            <a:endParaRPr sz="1400" b="0" i="0" u="none" strike="noStrike" kern="1200" spc="0" baseline="0">
              <a:ln>
                <a:noFill/>
              </a:ln>
              <a:solidFill>
                <a:srgbClr val="000000"/>
              </a:solidFill>
              <a:effectLst/>
              <a:latin typeface="Nunito Sans"/>
              <a:ea typeface="Nunito Sans"/>
            </a:endParaRPr>
          </a:p>
        </p:txBody>
      </p:sp>
      <p:sp>
        <p:nvSpPr>
          <p:cNvPr id="155" name="Google Shape;155;p20"/>
          <p:cNvSpPr txBox="1"/>
          <p:nvPr/>
        </p:nvSpPr>
        <p:spPr>
          <a:xfrm>
            <a:off x="366700" y="1729050"/>
            <a:ext cx="1993800" cy="1685400"/>
          </a:xfrm>
          <a:prstGeom prst="rect">
            <a:avLst/>
          </a:prstGeom>
          <a:noFill/>
          <a:ln>
            <a:noFill/>
          </a:ln>
        </p:spPr>
        <p:txBody>
          <a:bodyPr wrap="square" lIns="91425" tIns="91425" rIns="91425" bIns="91425" anchor="t" anchorCtr="0"/>
          <a:lstStyle>
            <a:lvl1pPr marL="0" lvl="0"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1pPr>
            <a:lvl2pPr marL="457200" lvl="1"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2pPr>
            <a:lvl3pPr marL="914400" lvl="2"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3pPr>
            <a:lvl4pPr marL="1371600" lvl="3"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4pPr>
            <a:lvl5pPr marL="1828800" lvl="4"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5pPr>
            <a:lvl6pPr marL="2286000" lvl="5"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6pPr>
            <a:lvl7pPr marL="2743200" lvl="6"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7pPr>
            <a:lvl8pPr marL="3200400" lvl="7"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8pPr>
            <a:lvl9pPr marL="3657600" lvl="8"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a:pPr>
            <a:endParaRPr sz="1400" b="1" i="0" u="none" strike="noStrike" kern="1200" spc="0" baseline="0">
              <a:ln>
                <a:noFill/>
              </a:ln>
              <a:solidFill>
                <a:srgbClr val="125284"/>
              </a:solidFill>
              <a:effectLst/>
              <a:latin typeface="Nunito Sans"/>
              <a:ea typeface="Nunito Sans"/>
            </a:endParaRPr>
          </a:p>
          <a:p>
            <a:pPr marL="0" lvl="0" indent="0" algn="l" defTabSz="914400">
              <a:lnSpc>
                <a:spcPct val="100000"/>
              </a:lnSpc>
              <a:spcBef>
                <a:spcPts val="0"/>
              </a:spcBef>
              <a:spcAft>
                <a:spcPts val="0"/>
              </a:spcAft>
              <a:buClr>
                <a:srgbClr val="000000"/>
              </a:buClr>
              <a:buSzTx/>
              <a:buFont typeface="Arial"/>
              <a:buNone/>
              <a:defRPr/>
            </a:pPr>
            <a:r>
              <a:rPr lang="en-US" altLang="en-US" sz="2400" b="0" i="0" u="none" strike="noStrike" kern="1200" spc="0" baseline="0">
                <a:ln>
                  <a:noFill/>
                </a:ln>
                <a:solidFill>
                  <a:srgbClr val="125284"/>
                </a:solidFill>
                <a:effectLst/>
                <a:latin typeface="Nunito Sans"/>
                <a:ea typeface="Nunito Sans"/>
              </a:rPr>
              <a:t>2,500+ </a:t>
            </a:r>
            <a:endParaRPr sz="2400" b="0" i="0" u="none" strike="noStrike" kern="1200" spc="0" baseline="0">
              <a:ln>
                <a:noFill/>
              </a:ln>
              <a:solidFill>
                <a:srgbClr val="125284"/>
              </a:solidFill>
              <a:effectLst/>
              <a:latin typeface="Nunito Sans"/>
              <a:ea typeface="Nunito Sans"/>
            </a:endParaRPr>
          </a:p>
          <a:p>
            <a:pPr marL="0" lvl="0" indent="0" algn="l" defTabSz="914400">
              <a:lnSpc>
                <a:spcPct val="100000"/>
              </a:lnSpc>
              <a:spcBef>
                <a:spcPts val="0"/>
              </a:spcBef>
              <a:spcAft>
                <a:spcPts val="0"/>
              </a:spcAft>
              <a:buClr>
                <a:srgbClr val="000000"/>
              </a:buClr>
              <a:buSzTx/>
              <a:buFont typeface="Arial"/>
              <a:buNone/>
              <a:defRPr/>
            </a:pPr>
            <a:r>
              <a:rPr lang="zh-CN" altLang="zh-CN" sz="1400" b="1" i="0" u="none" strike="noStrike" kern="1200" spc="0" baseline="0">
                <a:ln>
                  <a:noFill/>
                </a:ln>
                <a:solidFill>
                  <a:srgbClr val="125284"/>
                </a:solidFill>
                <a:effectLst/>
                <a:latin typeface="Nunito Sans"/>
                <a:ea typeface="Nunito Sans"/>
              </a:rPr>
              <a:t>慈善机构和</a:t>
            </a:r>
          </a:p>
          <a:p>
            <a:pPr marL="0" lvl="0" indent="0" algn="l" defTabSz="914400">
              <a:lnSpc>
                <a:spcPct val="100000"/>
              </a:lnSpc>
              <a:spcBef>
                <a:spcPts val="0"/>
              </a:spcBef>
              <a:spcAft>
                <a:spcPts val="0"/>
              </a:spcAft>
              <a:buClr>
                <a:srgbClr val="000000"/>
              </a:buClr>
              <a:buSzTx/>
              <a:buFont typeface="Arial"/>
              <a:buNone/>
              <a:defRPr/>
            </a:pPr>
            <a:r>
              <a:rPr lang="zh-CN" altLang="zh-CN" sz="1400" b="1" i="0" u="none" strike="noStrike" kern="1200" spc="0" baseline="0">
                <a:ln>
                  <a:noFill/>
                </a:ln>
                <a:solidFill>
                  <a:srgbClr val="125284"/>
                </a:solidFill>
                <a:effectLst/>
                <a:latin typeface="Nunito Sans"/>
                <a:ea typeface="Nunito Sans"/>
              </a:rPr>
              <a:t>社会企业</a:t>
            </a:r>
          </a:p>
          <a:p>
            <a:pPr marL="0" lvl="0" indent="0" algn="l" defTabSz="914400">
              <a:lnSpc>
                <a:spcPct val="100000"/>
              </a:lnSpc>
              <a:spcBef>
                <a:spcPts val="0"/>
              </a:spcBef>
              <a:spcAft>
                <a:spcPts val="0"/>
              </a:spcAft>
              <a:buClr>
                <a:srgbClr val="000000"/>
              </a:buClr>
              <a:buSzTx/>
              <a:buFont typeface="Arial"/>
              <a:buNone/>
              <a:defRPr/>
            </a:pPr>
            <a:r>
              <a:rPr lang="en-US" altLang="en-US" sz="1400" b="1" i="0" u="none" strike="noStrike" kern="1200" spc="0" baseline="0">
                <a:ln>
                  <a:noFill/>
                </a:ln>
                <a:solidFill>
                  <a:srgbClr val="125284"/>
                </a:solidFill>
                <a:effectLst/>
                <a:latin typeface="Nunito Sans"/>
                <a:ea typeface="Nunito Sans"/>
              </a:rPr>
              <a:t>NPOs &amp; SEs</a:t>
            </a:r>
            <a:endParaRPr sz="1400" b="1" i="0" u="none" strike="noStrike" kern="1200" spc="0" baseline="0">
              <a:ln>
                <a:noFill/>
              </a:ln>
              <a:solidFill>
                <a:srgbClr val="125284"/>
              </a:solidFill>
              <a:effectLst/>
              <a:latin typeface="Nunito Sans"/>
              <a:ea typeface="Nunito Sans"/>
            </a:endParaRPr>
          </a:p>
          <a:p>
            <a:pPr marL="0" lvl="0" indent="0" algn="l" defTabSz="914400">
              <a:lnSpc>
                <a:spcPct val="100000"/>
              </a:lnSpc>
              <a:spcBef>
                <a:spcPts val="0"/>
              </a:spcBef>
              <a:spcAft>
                <a:spcPts val="0"/>
              </a:spcAft>
              <a:buClr>
                <a:srgbClr val="000000"/>
              </a:buClr>
              <a:buSzTx/>
              <a:buFont typeface="Arial"/>
              <a:buNone/>
              <a:defRPr/>
            </a:pPr>
            <a:r>
              <a:rPr lang="en-US" altLang="en-US" sz="1400" b="0" i="0" u="none" strike="noStrike" kern="1200" spc="0" baseline="0">
                <a:ln>
                  <a:noFill/>
                </a:ln>
                <a:solidFill>
                  <a:srgbClr val="125284"/>
                </a:solidFill>
                <a:effectLst/>
                <a:latin typeface="Nunito Sans"/>
                <a:ea typeface="Nunito Sans"/>
              </a:rPr>
              <a:t>in Asia</a:t>
            </a:r>
            <a:endParaRPr sz="1400" b="0" i="0" u="none" strike="noStrike" kern="1200" spc="0" baseline="0">
              <a:ln>
                <a:noFill/>
              </a:ln>
              <a:solidFill>
                <a:srgbClr val="125284"/>
              </a:solidFill>
              <a:effectLst/>
              <a:latin typeface="Nunito Sans"/>
              <a:ea typeface="Nunito Sans"/>
            </a:endParaRPr>
          </a:p>
          <a:p>
            <a:pPr marL="0" lvl="0" indent="0" algn="l" defTabSz="914400">
              <a:lnSpc>
                <a:spcPct val="100000"/>
              </a:lnSpc>
              <a:spcBef>
                <a:spcPts val="0"/>
              </a:spcBef>
              <a:spcAft>
                <a:spcPts val="0"/>
              </a:spcAft>
              <a:buClr>
                <a:srgbClr val="000000"/>
              </a:buClr>
              <a:buSzTx/>
              <a:buFont typeface="Arial"/>
              <a:buNone/>
              <a:defRPr/>
            </a:pPr>
            <a:endParaRPr sz="1400" b="0" i="0" u="none" strike="noStrike" kern="1200" spc="0" baseline="0">
              <a:ln>
                <a:noFill/>
              </a:ln>
              <a:solidFill>
                <a:srgbClr val="125284"/>
              </a:solidFill>
              <a:effectLst/>
              <a:latin typeface="Nunito Sans"/>
              <a:ea typeface="Nunito Sans"/>
            </a:endParaRPr>
          </a:p>
          <a:p>
            <a:pPr marL="0" lvl="0" indent="0" algn="l" defTabSz="914400">
              <a:lnSpc>
                <a:spcPct val="100000"/>
              </a:lnSpc>
              <a:spcBef>
                <a:spcPts val="0"/>
              </a:spcBef>
              <a:spcAft>
                <a:spcPts val="0"/>
              </a:spcAft>
              <a:buClr>
                <a:srgbClr val="000000"/>
              </a:buClr>
              <a:buSzTx/>
              <a:buFont typeface="Arial"/>
              <a:buNone/>
              <a:defRPr/>
            </a:pPr>
            <a:endParaRPr sz="1400" b="0" i="0" u="none" strike="noStrike" kern="1200" spc="0" baseline="0">
              <a:ln>
                <a:noFill/>
              </a:ln>
              <a:solidFill>
                <a:srgbClr val="125284"/>
              </a:solidFill>
              <a:effectLst/>
              <a:latin typeface="Nunito Sans"/>
              <a:ea typeface="Nunito Sans"/>
            </a:endParaRPr>
          </a:p>
        </p:txBody>
      </p:sp>
      <p:sp>
        <p:nvSpPr>
          <p:cNvPr id="157" name="Google Shape;157;p20"/>
          <p:cNvSpPr/>
          <p:nvPr/>
        </p:nvSpPr>
        <p:spPr>
          <a:xfrm rot="694722">
            <a:off x="1950863" y="2955346"/>
            <a:ext cx="288470" cy="253167"/>
          </a:xfrm>
          <a:prstGeom prst="rightArrow">
            <a:avLst>
              <a:gd name="adj1" fmla="val 50000"/>
              <a:gd name="adj2" fmla="val 50000"/>
            </a:avLst>
          </a:prstGeom>
          <a:solidFill>
            <a:srgbClr val="B7B7B7"/>
          </a:solidFill>
          <a:ln w="9525" cap="flat" cmpd="sng">
            <a:solidFill>
              <a:schemeClr val="dk2"/>
            </a:solidFill>
            <a:prstDash val="solid"/>
            <a:round/>
            <a:headEnd type="none" w="sm" len="sm"/>
            <a:tailEnd type="none" w="sm" len="sm"/>
          </a:ln>
        </p:spPr>
        <p:txBody>
          <a:bodyPr wrap="square" lIns="91425" tIns="91425" rIns="91425" bIns="91425" anchor="ctr" anchorCtr="0"/>
          <a:lstStyle>
            <a:lvl1pPr marL="0" lvl="0"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1pPr>
            <a:lvl2pPr marL="457200" lvl="1"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2pPr>
            <a:lvl3pPr marL="914400" lvl="2"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3pPr>
            <a:lvl4pPr marL="1371600" lvl="3"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4pPr>
            <a:lvl5pPr marL="1828800" lvl="4"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5pPr>
            <a:lvl6pPr marL="2286000" lvl="5"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6pPr>
            <a:lvl7pPr marL="2743200" lvl="6"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7pPr>
            <a:lvl8pPr marL="3200400" lvl="7"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8pPr>
            <a:lvl9pPr marL="3657600" lvl="8"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9pPr>
          </a:lstStyle>
          <a:p>
            <a:pPr marL="0" lvl="0" indent="0" algn="ctr" defTabSz="914400">
              <a:lnSpc>
                <a:spcPct val="100000"/>
              </a:lnSpc>
              <a:spcBef>
                <a:spcPts val="0"/>
              </a:spcBef>
              <a:spcAft>
                <a:spcPts val="0"/>
              </a:spcAft>
              <a:buClr>
                <a:srgbClr val="000000"/>
              </a:buClr>
              <a:buSzTx/>
              <a:buFont typeface="Arial"/>
              <a:buNone/>
              <a:defRPr/>
            </a:pPr>
            <a:endParaRPr sz="1400" b="0" i="0" u="none" strike="noStrike" kern="1200" spc="0" baseline="0">
              <a:ln>
                <a:noFill/>
              </a:ln>
              <a:solidFill>
                <a:srgbClr val="000000"/>
              </a:solidFill>
              <a:effectLst/>
              <a:latin typeface="Nunito Sans"/>
              <a:ea typeface="Nunito Sans"/>
            </a:endParaRPr>
          </a:p>
        </p:txBody>
      </p:sp>
      <p:sp>
        <p:nvSpPr>
          <p:cNvPr id="158" name="Google Shape;158;p20"/>
          <p:cNvSpPr/>
          <p:nvPr/>
        </p:nvSpPr>
        <p:spPr>
          <a:xfrm rot="7155">
            <a:off x="1951012" y="2223454"/>
            <a:ext cx="288301" cy="252900"/>
          </a:xfrm>
          <a:prstGeom prst="rightArrow">
            <a:avLst>
              <a:gd name="adj1" fmla="val 50000"/>
              <a:gd name="adj2" fmla="val 50000"/>
            </a:avLst>
          </a:prstGeom>
          <a:solidFill>
            <a:srgbClr val="B7B7B7"/>
          </a:solidFill>
          <a:ln w="9525" cap="flat" cmpd="sng">
            <a:solidFill>
              <a:schemeClr val="dk2"/>
            </a:solidFill>
            <a:prstDash val="solid"/>
            <a:round/>
            <a:headEnd type="none" w="sm" len="sm"/>
            <a:tailEnd type="none" w="sm" len="sm"/>
          </a:ln>
        </p:spPr>
        <p:txBody>
          <a:bodyPr wrap="square" lIns="91425" tIns="91425" rIns="91425" bIns="91425" anchor="ctr" anchorCtr="0"/>
          <a:lstStyle>
            <a:lvl1pPr marL="0" lvl="0"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1pPr>
            <a:lvl2pPr marL="457200" lvl="1"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2pPr>
            <a:lvl3pPr marL="914400" lvl="2"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3pPr>
            <a:lvl4pPr marL="1371600" lvl="3"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4pPr>
            <a:lvl5pPr marL="1828800" lvl="4"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5pPr>
            <a:lvl6pPr marL="2286000" lvl="5"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6pPr>
            <a:lvl7pPr marL="2743200" lvl="6"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7pPr>
            <a:lvl8pPr marL="3200400" lvl="7"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8pPr>
            <a:lvl9pPr marL="3657600" lvl="8"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9pPr>
          </a:lstStyle>
          <a:p>
            <a:pPr marL="0" lvl="0" indent="0" algn="ctr" defTabSz="914400">
              <a:lnSpc>
                <a:spcPct val="100000"/>
              </a:lnSpc>
              <a:spcBef>
                <a:spcPts val="0"/>
              </a:spcBef>
              <a:spcAft>
                <a:spcPts val="0"/>
              </a:spcAft>
              <a:buClr>
                <a:srgbClr val="000000"/>
              </a:buClr>
              <a:buSzTx/>
              <a:buFont typeface="Arial"/>
              <a:buNone/>
              <a:defRPr/>
            </a:pPr>
            <a:endParaRPr sz="1400" b="0" i="0" u="none" strike="noStrike" kern="1200" spc="0" baseline="0">
              <a:ln>
                <a:noFill/>
              </a:ln>
              <a:solidFill>
                <a:srgbClr val="000000"/>
              </a:solidFill>
              <a:effectLst/>
              <a:latin typeface="Nunito Sans"/>
              <a:ea typeface="Nunito Sans"/>
            </a:endParaRPr>
          </a:p>
        </p:txBody>
      </p:sp>
      <p:sp>
        <p:nvSpPr>
          <p:cNvPr id="159" name="Google Shape;159;p20"/>
          <p:cNvSpPr/>
          <p:nvPr/>
        </p:nvSpPr>
        <p:spPr>
          <a:xfrm rot="-775389">
            <a:off x="1950862" y="1558902"/>
            <a:ext cx="288405" cy="253034"/>
          </a:xfrm>
          <a:prstGeom prst="rightArrow">
            <a:avLst>
              <a:gd name="adj1" fmla="val 50000"/>
              <a:gd name="adj2" fmla="val 50000"/>
            </a:avLst>
          </a:prstGeom>
          <a:solidFill>
            <a:srgbClr val="B7B7B7"/>
          </a:solidFill>
          <a:ln w="9525" cap="flat" cmpd="sng">
            <a:solidFill>
              <a:schemeClr val="dk2"/>
            </a:solidFill>
            <a:prstDash val="solid"/>
            <a:round/>
            <a:headEnd type="none" w="sm" len="sm"/>
            <a:tailEnd type="none" w="sm" len="sm"/>
          </a:ln>
        </p:spPr>
        <p:txBody>
          <a:bodyPr wrap="square" lIns="91425" tIns="91425" rIns="91425" bIns="91425" anchor="ctr" anchorCtr="0"/>
          <a:lstStyle>
            <a:lvl1pPr marL="0" lvl="0"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1pPr>
            <a:lvl2pPr marL="457200" lvl="1"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2pPr>
            <a:lvl3pPr marL="914400" lvl="2"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3pPr>
            <a:lvl4pPr marL="1371600" lvl="3"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4pPr>
            <a:lvl5pPr marL="1828800" lvl="4"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5pPr>
            <a:lvl6pPr marL="2286000" lvl="5"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6pPr>
            <a:lvl7pPr marL="2743200" lvl="6"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7pPr>
            <a:lvl8pPr marL="3200400" lvl="7"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8pPr>
            <a:lvl9pPr marL="3657600" lvl="8" algn="l" defTabSz="914400">
              <a:lnSpc>
                <a:spcPct val="100000"/>
              </a:lnSpc>
              <a:spcBef>
                <a:spcPts val="0"/>
              </a:spcBef>
              <a:spcAft>
                <a:spcPts val="0"/>
              </a:spcAft>
              <a:buClr>
                <a:srgbClr val="000000"/>
              </a:buClr>
              <a:buFont typeface="Arial"/>
              <a:defRPr sz="1400" b="0" i="0" u="none" strike="noStrike" kern="1200">
                <a:solidFill>
                  <a:srgbClr val="000000"/>
                </a:solidFill>
                <a:latin typeface="Arial"/>
                <a:ea typeface="Arial"/>
              </a:defRPr>
            </a:lvl9pPr>
          </a:lstStyle>
          <a:p>
            <a:pPr marL="0" lvl="0" indent="0" algn="ctr" defTabSz="914400">
              <a:lnSpc>
                <a:spcPct val="100000"/>
              </a:lnSpc>
              <a:spcBef>
                <a:spcPts val="0"/>
              </a:spcBef>
              <a:spcAft>
                <a:spcPts val="0"/>
              </a:spcAft>
              <a:buClr>
                <a:srgbClr val="000000"/>
              </a:buClr>
              <a:buSzTx/>
              <a:buFont typeface="Arial"/>
              <a:buNone/>
              <a:defRPr/>
            </a:pPr>
            <a:endParaRPr sz="1400" b="0" i="0" u="none" strike="noStrike" kern="1200" spc="0" baseline="0">
              <a:ln>
                <a:noFill/>
              </a:ln>
              <a:solidFill>
                <a:srgbClr val="000000"/>
              </a:solidFill>
              <a:effectLst/>
              <a:latin typeface="Nunito Sans"/>
              <a:ea typeface="Nunito Sans"/>
            </a:endParaRPr>
          </a:p>
        </p:txBody>
      </p:sp>
      <p:graphicFrame>
        <p:nvGraphicFramePr>
          <p:cNvPr id="160" name="Google Shape;165;p21"/>
          <p:cNvGraphicFramePr/>
          <p:nvPr/>
        </p:nvGraphicFramePr>
        <p:xfrm>
          <a:off x="331886" y="4408432"/>
          <a:ext cx="8277302" cy="365730"/>
        </p:xfrm>
        <a:graphic>
          <a:graphicData uri="http://schemas.openxmlformats.org/drawingml/2006/table">
            <a:tbl>
              <a:tblPr>
                <a:tableStyleId>{5C22544A-7EE6-4342-B048-85BDC9FD1C3A}</a:tableStyleId>
              </a:tblPr>
              <a:tblGrid>
                <a:gridCol w="2840080">
                  <a:extLst>
                    <a:ext uri="{9D8B030D-6E8A-4147-A177-3AD203B41FA5}">
                      <a16:colId xmlns:a16="http://schemas.microsoft.com/office/drawing/2014/main" val="20000"/>
                    </a:ext>
                  </a:extLst>
                </a:gridCol>
                <a:gridCol w="2608710">
                  <a:extLst>
                    <a:ext uri="{9D8B030D-6E8A-4147-A177-3AD203B41FA5}">
                      <a16:colId xmlns:a16="http://schemas.microsoft.com/office/drawing/2014/main" val="20001"/>
                    </a:ext>
                  </a:extLst>
                </a:gridCol>
                <a:gridCol w="2828512">
                  <a:extLst>
                    <a:ext uri="{9D8B030D-6E8A-4147-A177-3AD203B41FA5}">
                      <a16:colId xmlns:a16="http://schemas.microsoft.com/office/drawing/2014/main" val="20002"/>
                    </a:ext>
                  </a:extLst>
                </a:gridCol>
              </a:tblGrid>
              <a:tr h="290512">
                <a:tc>
                  <a:txBody>
                    <a:bodyPr/>
                    <a:lstStyle/>
                    <a:p>
                      <a:pPr marL="0" lvl="0" indent="0" algn="ctr">
                        <a:spcBef>
                          <a:spcPts val="0"/>
                        </a:spcBef>
                        <a:spcAft>
                          <a:spcPts val="0"/>
                        </a:spcAft>
                        <a:buNone/>
                      </a:pPr>
                      <a:r>
                        <a:rPr lang="zh-CN" altLang="zh-CN" sz="1200">
                          <a:solidFill>
                            <a:srgbClr val="FAFAFA"/>
                          </a:solidFill>
                          <a:latin typeface="微软雅黑"/>
                          <a:ea typeface="微软雅黑"/>
                        </a:rPr>
                        <a:t>培训</a:t>
                      </a:r>
                      <a:r>
                        <a:rPr lang="en-US" altLang="en-US" sz="1200">
                          <a:solidFill>
                            <a:srgbClr val="FAFAFA"/>
                          </a:solidFill>
                          <a:latin typeface="微软雅黑"/>
                          <a:ea typeface="微软雅黑"/>
                        </a:rPr>
                        <a:t> Training</a:t>
                      </a:r>
                    </a:p>
                  </a:txBody>
                  <a:tcPr marL="91425" marR="91425" marT="91425" marB="91425">
                    <a:lnL w="9525" cap="flat" cmpd="sng">
                      <a:solidFill>
                        <a:srgbClr val="E9E9E9"/>
                      </a:solidFill>
                      <a:prstDash val="solid"/>
                      <a:round/>
                      <a:headEnd type="none" w="sm" len="sm"/>
                      <a:tailEnd type="none" w="sm" len="sm"/>
                    </a:lnL>
                    <a:lnR w="9525" cap="flat" cmpd="sng">
                      <a:solidFill>
                        <a:srgbClr val="E9E9E9"/>
                      </a:solidFill>
                      <a:prstDash val="solid"/>
                      <a:round/>
                      <a:headEnd type="none" w="sm" len="sm"/>
                      <a:tailEnd type="none" w="sm" len="sm"/>
                    </a:lnR>
                    <a:lnT w="9525" cap="flat" cmpd="sng">
                      <a:solidFill>
                        <a:srgbClr val="E9E9E9"/>
                      </a:solidFill>
                      <a:prstDash val="solid"/>
                      <a:round/>
                      <a:headEnd type="none" w="sm" len="sm"/>
                      <a:tailEnd type="none" w="sm" len="sm"/>
                    </a:lnT>
                    <a:lnB w="9525" cap="flat" cmpd="sng">
                      <a:solidFill>
                        <a:srgbClr val="E9E9E9"/>
                      </a:solidFill>
                      <a:prstDash val="solid"/>
                      <a:round/>
                      <a:headEnd type="none" w="sm" len="sm"/>
                      <a:tailEnd type="none" w="sm" len="sm"/>
                    </a:lnB>
                    <a:solidFill>
                      <a:srgbClr val="C4C4C4"/>
                    </a:solidFill>
                  </a:tcPr>
                </a:tc>
                <a:tc>
                  <a:txBody>
                    <a:bodyPr/>
                    <a:lstStyle/>
                    <a:p>
                      <a:pPr marL="0" lvl="0" indent="0" algn="ctr" defTabSz="0">
                        <a:lnSpc>
                          <a:spcPct val="100000"/>
                        </a:lnSpc>
                        <a:spcBef>
                          <a:spcPts val="0"/>
                        </a:spcBef>
                        <a:spcAft>
                          <a:spcPts val="0"/>
                        </a:spcAft>
                        <a:buNone/>
                      </a:pPr>
                      <a:r>
                        <a:rPr lang="zh-CN" altLang="zh-CN" sz="1200" b="0" i="0" strike="noStrike" spc="0">
                          <a:solidFill>
                            <a:srgbClr val="FAFAFA"/>
                          </a:solidFill>
                          <a:latin typeface="微软雅黑"/>
                          <a:ea typeface="微软雅黑"/>
                        </a:rPr>
                        <a:t>咨询</a:t>
                      </a:r>
                      <a:r>
                        <a:rPr lang="en-US" altLang="en-US" sz="1200" b="0" i="0" strike="noStrike" spc="0">
                          <a:solidFill>
                            <a:srgbClr val="FAFAFA"/>
                          </a:solidFill>
                          <a:latin typeface="微软雅黑"/>
                          <a:ea typeface="微软雅黑"/>
                        </a:rPr>
                        <a:t> Consulting</a:t>
                      </a:r>
                    </a:p>
                  </a:txBody>
                  <a:tcPr marL="91425" marR="91425" marT="91425" marB="91425">
                    <a:lnL w="9525" cap="flat" cmpd="sng">
                      <a:solidFill>
                        <a:srgbClr val="E9E9E9"/>
                      </a:solidFill>
                      <a:prstDash val="solid"/>
                      <a:round/>
                      <a:headEnd type="none" w="sm" len="sm"/>
                      <a:tailEnd type="none" w="sm" len="sm"/>
                    </a:lnL>
                    <a:lnR w="9525" cap="flat" cmpd="sng">
                      <a:solidFill>
                        <a:srgbClr val="E9E9E9"/>
                      </a:solidFill>
                      <a:prstDash val="solid"/>
                      <a:round/>
                      <a:headEnd type="none" w="sm" len="sm"/>
                      <a:tailEnd type="none" w="sm" len="sm"/>
                    </a:lnR>
                    <a:lnT w="9525" cap="flat" cmpd="sng">
                      <a:solidFill>
                        <a:srgbClr val="E9E9E9"/>
                      </a:solidFill>
                      <a:prstDash val="solid"/>
                      <a:round/>
                      <a:headEnd type="none" w="sm" len="sm"/>
                      <a:tailEnd type="none" w="sm" len="sm"/>
                    </a:lnT>
                    <a:lnB w="9525" cap="flat" cmpd="sng">
                      <a:solidFill>
                        <a:srgbClr val="E9E9E9"/>
                      </a:solidFill>
                      <a:prstDash val="solid"/>
                      <a:round/>
                      <a:headEnd type="none" w="sm" len="sm"/>
                      <a:tailEnd type="none" w="sm" len="sm"/>
                    </a:lnB>
                    <a:solidFill>
                      <a:srgbClr val="C4C4C4"/>
                    </a:solidFill>
                  </a:tcPr>
                </a:tc>
                <a:tc>
                  <a:txBody>
                    <a:bodyPr/>
                    <a:lstStyle/>
                    <a:p>
                      <a:pPr marL="0" lvl="0" indent="0" algn="ctr" defTabSz="0">
                        <a:lnSpc>
                          <a:spcPct val="100000"/>
                        </a:lnSpc>
                        <a:spcBef>
                          <a:spcPts val="0"/>
                        </a:spcBef>
                        <a:spcAft>
                          <a:spcPts val="0"/>
                        </a:spcAft>
                        <a:buNone/>
                      </a:pPr>
                      <a:r>
                        <a:rPr lang="zh-CN" altLang="zh-CN" sz="1200" b="0" i="0" strike="noStrike" spc="0">
                          <a:solidFill>
                            <a:srgbClr val="FAFAFA"/>
                          </a:solidFill>
                          <a:latin typeface="微软雅黑"/>
                          <a:ea typeface="微软雅黑"/>
                        </a:rPr>
                        <a:t>执行</a:t>
                      </a:r>
                      <a:r>
                        <a:rPr lang="en-US" altLang="en-US" sz="1200" b="0" i="0" strike="noStrike" spc="0">
                          <a:solidFill>
                            <a:srgbClr val="FAFAFA"/>
                          </a:solidFill>
                          <a:latin typeface="微软雅黑"/>
                          <a:ea typeface="微软雅黑"/>
                        </a:rPr>
                        <a:t> Implementation</a:t>
                      </a:r>
                    </a:p>
                  </a:txBody>
                  <a:tcPr marL="91425" marR="91425" marT="91425" marB="91425">
                    <a:lnL w="9525" cap="flat" cmpd="sng">
                      <a:solidFill>
                        <a:srgbClr val="E9E9E9"/>
                      </a:solidFill>
                      <a:prstDash val="solid"/>
                      <a:round/>
                      <a:headEnd type="none" w="sm" len="sm"/>
                      <a:tailEnd type="none" w="sm" len="sm"/>
                    </a:lnL>
                    <a:lnR w="9525" cap="flat" cmpd="sng">
                      <a:solidFill>
                        <a:srgbClr val="E9E9E9"/>
                      </a:solidFill>
                      <a:prstDash val="solid"/>
                      <a:round/>
                      <a:headEnd type="none" w="sm" len="sm"/>
                      <a:tailEnd type="none" w="sm" len="sm"/>
                    </a:lnR>
                    <a:lnT w="9525" cap="flat" cmpd="sng">
                      <a:solidFill>
                        <a:srgbClr val="E9E9E9"/>
                      </a:solidFill>
                      <a:prstDash val="solid"/>
                      <a:round/>
                      <a:headEnd type="none" w="sm" len="sm"/>
                      <a:tailEnd type="none" w="sm" len="sm"/>
                    </a:lnT>
                    <a:lnB w="9525" cap="flat" cmpd="sng">
                      <a:solidFill>
                        <a:srgbClr val="E9E9E9"/>
                      </a:solidFill>
                      <a:prstDash val="solid"/>
                      <a:round/>
                      <a:headEnd type="none" w="sm" len="sm"/>
                      <a:tailEnd type="none" w="sm" len="sm"/>
                    </a:lnB>
                    <a:solidFill>
                      <a:srgbClr val="C4C4C4"/>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8148D272-5851-4742-CDDC-340DFB3176F1}"/>
            </a:ext>
          </a:extLst>
        </p:cNvPr>
        <p:cNvGrpSpPr/>
        <p:nvPr/>
      </p:nvGrpSpPr>
      <p:grpSpPr>
        <a:xfrm>
          <a:off x="0" y="0"/>
          <a:ext cx="0" cy="0"/>
          <a:chOff x="0" y="0"/>
          <a:chExt cx="0" cy="0"/>
        </a:xfrm>
      </p:grpSpPr>
      <p:pic>
        <p:nvPicPr>
          <p:cNvPr id="259" name="Google Shape;259;p13" descr="/private/var/folders/j1/fzgchh153kx396jpv4z13mrw0000gn/T/com.kingsoft.wpsoffice.mac/picturecompress_20231023223649/output_1.pngoutput_1">
            <a:extLst>
              <a:ext uri="{FF2B5EF4-FFF2-40B4-BE49-F238E27FC236}">
                <a16:creationId xmlns:a16="http://schemas.microsoft.com/office/drawing/2014/main" id="{8AA3F2B9-9013-22B3-7C86-AA87D7A01782}"/>
              </a:ext>
            </a:extLst>
          </p:cNvPr>
          <p:cNvPicPr preferRelativeResize="0">
            <a:picLocks/>
          </p:cNvPicPr>
          <p:nvPr/>
        </p:nvPicPr>
        <p:blipFill rotWithShape="1">
          <a:blip r:embed="rId3"/>
          <a:srcRect/>
          <a:stretch>
            <a:fillRect/>
          </a:stretch>
        </p:blipFill>
        <p:spPr>
          <a:xfrm>
            <a:off x="285267" y="1396819"/>
            <a:ext cx="4199890" cy="2799715"/>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DEEF1929-486D-26A3-7AAE-3EFE7DE0DF04}"/>
              </a:ext>
            </a:extLst>
          </p:cNvPr>
          <p:cNvSpPr txBox="1"/>
          <p:nvPr/>
        </p:nvSpPr>
        <p:spPr>
          <a:xfrm>
            <a:off x="4781715" y="2244641"/>
            <a:ext cx="3986213" cy="1563505"/>
          </a:xfrm>
          <a:prstGeom prst="rect">
            <a:avLst/>
          </a:prstGeom>
          <a:noFill/>
        </p:spPr>
        <p:txBody>
          <a:bodyPr wrap="square">
            <a:spAutoFit/>
          </a:bodyPr>
          <a:lstStyle/>
          <a:p>
            <a:pPr marL="0" lvl="0" indent="0" algn="l" defTabSz="914400">
              <a:lnSpc>
                <a:spcPct val="130000"/>
              </a:lnSpc>
              <a:spcBef>
                <a:spcPts val="0"/>
              </a:spcBef>
              <a:spcAft>
                <a:spcPts val="0"/>
              </a:spcAft>
              <a:buClr>
                <a:srgbClr val="000000"/>
              </a:buClr>
              <a:buSzTx/>
              <a:buFont typeface="Arial"/>
              <a:buNone/>
              <a:defRPr/>
            </a:pPr>
            <a:r>
              <a:rPr lang="en-US" altLang="en-US" sz="1500" b="0" i="0" u="none" strike="noStrike" kern="0" spc="0" baseline="0">
                <a:ln>
                  <a:noFill/>
                </a:ln>
                <a:solidFill>
                  <a:srgbClr val="125284"/>
                </a:solidFill>
                <a:effectLst/>
                <a:latin typeface="Microsoft YaHei"/>
                <a:ea typeface="Microsoft YaHei"/>
              </a:rPr>
              <a:t>Empact</a:t>
            </a:r>
            <a:r>
              <a:rPr lang="zh-CN" altLang="zh-CN" sz="1500" b="0" i="0" u="none" strike="noStrike" kern="0" spc="0" baseline="0">
                <a:ln>
                  <a:noFill/>
                </a:ln>
                <a:solidFill>
                  <a:srgbClr val="125284"/>
                </a:solidFill>
                <a:effectLst/>
                <a:latin typeface="Microsoft YaHei"/>
                <a:ea typeface="Microsoft YaHei"/>
              </a:rPr>
              <a:t>的得奖项目为“</a:t>
            </a:r>
            <a:r>
              <a:rPr lang="zh-CN" altLang="zh-CN" sz="1500" b="1" i="1" u="none" strike="noStrike" kern="0" spc="0" baseline="0">
                <a:ln>
                  <a:noFill/>
                </a:ln>
                <a:solidFill>
                  <a:srgbClr val="125284"/>
                </a:solidFill>
                <a:effectLst/>
                <a:latin typeface="Microsoft YaHei"/>
                <a:ea typeface="Microsoft YaHei"/>
              </a:rPr>
              <a:t>专业志愿者学院</a:t>
            </a:r>
            <a:r>
              <a:rPr lang="zh-CN" altLang="zh-CN" sz="1500" b="0" i="0" u="none" strike="noStrike" kern="0" spc="0" baseline="0">
                <a:ln>
                  <a:noFill/>
                </a:ln>
                <a:solidFill>
                  <a:srgbClr val="125284"/>
                </a:solidFill>
                <a:effectLst/>
                <a:latin typeface="Microsoft YaHei"/>
                <a:ea typeface="Microsoft YaHei"/>
              </a:rPr>
              <a:t>“。该项目获得了</a:t>
            </a:r>
            <a:r>
              <a:rPr lang="en-US" altLang="en-US" sz="1500" b="0" i="0" u="none" strike="noStrike" kern="0" spc="0" baseline="0">
                <a:ln>
                  <a:noFill/>
                </a:ln>
                <a:solidFill>
                  <a:srgbClr val="125284"/>
                </a:solidFill>
                <a:effectLst/>
                <a:latin typeface="Microsoft YaHei"/>
                <a:ea typeface="Microsoft YaHei"/>
              </a:rPr>
              <a:t>City of Good</a:t>
            </a:r>
            <a:r>
              <a:rPr lang="zh-CN" altLang="zh-CN" sz="1500" b="0" i="0" u="none" strike="noStrike" kern="0" spc="0" baseline="0">
                <a:ln>
                  <a:noFill/>
                </a:ln>
                <a:solidFill>
                  <a:srgbClr val="125284"/>
                </a:solidFill>
                <a:effectLst/>
                <a:latin typeface="Microsoft YaHei"/>
                <a:ea typeface="Microsoft YaHei"/>
              </a:rPr>
              <a:t>的最高荣誉。该项目由</a:t>
            </a:r>
            <a:r>
              <a:rPr lang="en-US" altLang="en-US" sz="1500" b="0" i="0" u="none" strike="noStrike" kern="0" spc="0" baseline="0">
                <a:ln>
                  <a:noFill/>
                </a:ln>
                <a:solidFill>
                  <a:srgbClr val="125284"/>
                </a:solidFill>
                <a:effectLst/>
                <a:latin typeface="Microsoft YaHei"/>
                <a:ea typeface="Microsoft YaHei"/>
              </a:rPr>
              <a:t>Empact</a:t>
            </a:r>
            <a:r>
              <a:rPr lang="zh-CN" altLang="zh-CN" sz="1500" b="0" i="0" u="none" strike="noStrike" kern="0" spc="0" baseline="0">
                <a:ln>
                  <a:noFill/>
                </a:ln>
                <a:solidFill>
                  <a:srgbClr val="125284"/>
                </a:solidFill>
                <a:effectLst/>
                <a:latin typeface="Microsoft YaHei"/>
                <a:ea typeface="Microsoft YaHei"/>
              </a:rPr>
              <a:t>牵头联合了宝洁，瑞信银行，国家青年理事会和其它企业。用</a:t>
            </a:r>
            <a:r>
              <a:rPr lang="zh-CN" altLang="zh-CN" sz="1500" b="1" i="1" u="none" strike="noStrike" kern="0" spc="0" baseline="0">
                <a:ln>
                  <a:noFill/>
                </a:ln>
                <a:solidFill>
                  <a:srgbClr val="125284"/>
                </a:solidFill>
                <a:effectLst/>
                <a:latin typeface="Microsoft YaHei"/>
                <a:ea typeface="Microsoft YaHei"/>
              </a:rPr>
              <a:t>专业志愿者的方式</a:t>
            </a:r>
            <a:r>
              <a:rPr lang="en-US" altLang="en-US" sz="1500" b="1" i="1" u="none" strike="noStrike" kern="0" spc="0" baseline="0">
                <a:ln>
                  <a:noFill/>
                </a:ln>
                <a:solidFill>
                  <a:srgbClr val="125284"/>
                </a:solidFill>
                <a:effectLst/>
                <a:latin typeface="Microsoft YaHei"/>
                <a:ea typeface="Microsoft YaHei"/>
              </a:rPr>
              <a:t> </a:t>
            </a:r>
            <a:r>
              <a:rPr lang="zh-CN" altLang="zh-CN" sz="1500" b="0" i="0" u="none" strike="noStrike" kern="0" spc="0" baseline="0">
                <a:ln>
                  <a:noFill/>
                </a:ln>
                <a:solidFill>
                  <a:srgbClr val="125284"/>
                </a:solidFill>
                <a:effectLst/>
                <a:latin typeface="Microsoft YaHei"/>
                <a:ea typeface="Microsoft YaHei"/>
              </a:rPr>
              <a:t>给非营利机构进行能力建设培训。</a:t>
            </a:r>
          </a:p>
        </p:txBody>
      </p:sp>
      <p:pic>
        <p:nvPicPr>
          <p:cNvPr id="3" name="Google Shape;732;p111">
            <a:extLst>
              <a:ext uri="{FF2B5EF4-FFF2-40B4-BE49-F238E27FC236}">
                <a16:creationId xmlns:a16="http://schemas.microsoft.com/office/drawing/2014/main" id="{2E8ED1BB-B224-31F9-7B4C-B65B6E2E5BF0}"/>
              </a:ext>
            </a:extLst>
          </p:cNvPr>
          <p:cNvPicPr preferRelativeResize="0">
            <a:picLocks/>
          </p:cNvPicPr>
          <p:nvPr/>
        </p:nvPicPr>
        <p:blipFill>
          <a:blip r:embed="rId4"/>
          <a:stretch>
            <a:fillRect/>
          </a:stretch>
        </p:blipFill>
        <p:spPr>
          <a:xfrm>
            <a:off x="4822216" y="4074271"/>
            <a:ext cx="622901" cy="298999"/>
          </a:xfrm>
          <a:prstGeom prst="rect">
            <a:avLst/>
          </a:prstGeom>
          <a:noFill/>
          <a:ln>
            <a:noFill/>
          </a:ln>
        </p:spPr>
      </p:pic>
      <p:pic>
        <p:nvPicPr>
          <p:cNvPr id="4" name="Google Shape;723;p111">
            <a:extLst>
              <a:ext uri="{FF2B5EF4-FFF2-40B4-BE49-F238E27FC236}">
                <a16:creationId xmlns:a16="http://schemas.microsoft.com/office/drawing/2014/main" id="{ABE1E19A-57D3-EA2A-5E8F-D863960F2364}"/>
              </a:ext>
            </a:extLst>
          </p:cNvPr>
          <p:cNvPicPr preferRelativeResize="0">
            <a:picLocks/>
          </p:cNvPicPr>
          <p:nvPr/>
        </p:nvPicPr>
        <p:blipFill rotWithShape="1">
          <a:blip r:embed="rId5"/>
          <a:srcRect t="34675" b="28317"/>
          <a:stretch>
            <a:fillRect/>
          </a:stretch>
        </p:blipFill>
        <p:spPr>
          <a:xfrm>
            <a:off x="5787441" y="4000866"/>
            <a:ext cx="1492068" cy="391336"/>
          </a:xfrm>
          <a:prstGeom prst="rect">
            <a:avLst/>
          </a:prstGeom>
          <a:noFill/>
          <a:ln>
            <a:noFill/>
          </a:ln>
        </p:spPr>
      </p:pic>
      <p:pic>
        <p:nvPicPr>
          <p:cNvPr id="5" name="Google Shape;702;p110">
            <a:extLst>
              <a:ext uri="{FF2B5EF4-FFF2-40B4-BE49-F238E27FC236}">
                <a16:creationId xmlns:a16="http://schemas.microsoft.com/office/drawing/2014/main" id="{F2C27F78-ECF0-1634-D004-5C2E5A781102}"/>
              </a:ext>
            </a:extLst>
          </p:cNvPr>
          <p:cNvPicPr preferRelativeResize="0">
            <a:picLocks/>
          </p:cNvPicPr>
          <p:nvPr/>
        </p:nvPicPr>
        <p:blipFill rotWithShape="1">
          <a:blip r:embed="rId6"/>
          <a:srcRect/>
          <a:stretch>
            <a:fillRect/>
          </a:stretch>
        </p:blipFill>
        <p:spPr>
          <a:xfrm>
            <a:off x="7621833" y="3928878"/>
            <a:ext cx="1045888" cy="766956"/>
          </a:xfrm>
          <a:prstGeom prst="rect">
            <a:avLst/>
          </a:prstGeom>
          <a:noFill/>
          <a:ln>
            <a:noFill/>
          </a:ln>
        </p:spPr>
      </p:pic>
      <p:sp>
        <p:nvSpPr>
          <p:cNvPr id="7" name="文本框 6">
            <a:extLst>
              <a:ext uri="{FF2B5EF4-FFF2-40B4-BE49-F238E27FC236}">
                <a16:creationId xmlns:a16="http://schemas.microsoft.com/office/drawing/2014/main" id="{51169378-02E8-2F9A-A94D-7DB52DE0D88A}"/>
              </a:ext>
            </a:extLst>
          </p:cNvPr>
          <p:cNvSpPr txBox="1"/>
          <p:nvPr/>
        </p:nvSpPr>
        <p:spPr>
          <a:xfrm>
            <a:off x="4713047" y="972468"/>
            <a:ext cx="4124325" cy="963341"/>
          </a:xfrm>
          <a:prstGeom prst="rect">
            <a:avLst/>
          </a:prstGeom>
          <a:noFill/>
        </p:spPr>
        <p:txBody>
          <a:bodyPr wrap="square" anchor="t">
            <a:spAutoFit/>
          </a:bodyPr>
          <a:lstStyle/>
          <a:p>
            <a:pPr marL="0" lvl="0" indent="0" algn="just" defTabSz="914400">
              <a:lnSpc>
                <a:spcPct val="130000"/>
              </a:lnSpc>
              <a:spcBef>
                <a:spcPts val="0"/>
              </a:spcBef>
              <a:spcAft>
                <a:spcPts val="0"/>
              </a:spcAft>
              <a:buClr>
                <a:srgbClr val="000000"/>
              </a:buClr>
              <a:buSzTx/>
              <a:buFont typeface="Arial"/>
              <a:buNone/>
              <a:defRPr/>
            </a:pPr>
            <a:r>
              <a:rPr lang="zh-CN" altLang="zh-CN" sz="1500" b="0" i="0" u="none" strike="noStrike" kern="0" spc="0" baseline="0">
                <a:ln>
                  <a:noFill/>
                </a:ln>
                <a:solidFill>
                  <a:srgbClr val="125284"/>
                </a:solidFill>
                <a:effectLst/>
                <a:latin typeface="Microsoft YaHei"/>
                <a:ea typeface="Microsoft YaHei"/>
              </a:rPr>
              <a:t>时任新加坡女总统</a:t>
            </a:r>
            <a:r>
              <a:rPr lang="zh-CN" altLang="zh-CN" sz="1500" b="1" i="1" u="none" strike="noStrike" kern="0" spc="0" baseline="0">
                <a:ln>
                  <a:noFill/>
                </a:ln>
                <a:solidFill>
                  <a:srgbClr val="125284"/>
                </a:solidFill>
                <a:effectLst/>
                <a:latin typeface="Microsoft YaHei"/>
                <a:ea typeface="Microsoft YaHei"/>
              </a:rPr>
              <a:t>哈莉玛</a:t>
            </a:r>
            <a:r>
              <a:rPr lang="en-US" altLang="en-US" sz="1500" b="1" i="1" u="none" strike="noStrike" kern="0" spc="0" baseline="0">
                <a:ln>
                  <a:noFill/>
                </a:ln>
                <a:solidFill>
                  <a:srgbClr val="125284"/>
                </a:solidFill>
                <a:effectLst/>
                <a:latin typeface="Microsoft YaHei"/>
                <a:ea typeface="Microsoft YaHei"/>
              </a:rPr>
              <a:t>·</a:t>
            </a:r>
            <a:r>
              <a:rPr lang="zh-CN" altLang="zh-CN" sz="1500" b="1" i="1" u="none" strike="noStrike" kern="0" spc="0" baseline="0">
                <a:ln>
                  <a:noFill/>
                </a:ln>
                <a:solidFill>
                  <a:srgbClr val="125284"/>
                </a:solidFill>
                <a:effectLst/>
                <a:latin typeface="Microsoft YaHei"/>
                <a:ea typeface="Microsoft YaHei"/>
              </a:rPr>
              <a:t>雅各</a:t>
            </a:r>
            <a:r>
              <a:rPr lang="en-US" altLang="en-US" sz="1500" b="1" i="1" u="none" strike="noStrike" kern="0" spc="0" baseline="0">
                <a:ln>
                  <a:noFill/>
                </a:ln>
                <a:solidFill>
                  <a:srgbClr val="125284"/>
                </a:solidFill>
                <a:effectLst/>
                <a:latin typeface="Microsoft YaHei"/>
                <a:ea typeface="Microsoft YaHei"/>
              </a:rPr>
              <a:t>Halimah Yacob</a:t>
            </a:r>
            <a:r>
              <a:rPr lang="zh-CN" altLang="zh-CN" sz="1500" b="0" i="0" u="none" strike="noStrike" kern="0" spc="0" baseline="0">
                <a:ln>
                  <a:noFill/>
                </a:ln>
                <a:solidFill>
                  <a:srgbClr val="125284"/>
                </a:solidFill>
                <a:effectLst/>
                <a:latin typeface="Microsoft YaHei"/>
                <a:ea typeface="Microsoft YaHei"/>
              </a:rPr>
              <a:t>为</a:t>
            </a:r>
            <a:r>
              <a:rPr lang="en-US" altLang="en-US" sz="1500" b="0" i="0" u="none" strike="noStrike" kern="0" spc="0" baseline="0">
                <a:ln>
                  <a:noFill/>
                </a:ln>
                <a:solidFill>
                  <a:srgbClr val="125284"/>
                </a:solidFill>
                <a:effectLst/>
                <a:latin typeface="Microsoft YaHei"/>
                <a:ea typeface="Microsoft YaHei"/>
              </a:rPr>
              <a:t>Empact</a:t>
            </a:r>
            <a:r>
              <a:rPr lang="zh-CN" altLang="zh-CN" sz="1500" b="0" i="0" u="none" strike="noStrike" kern="0" spc="0" baseline="0">
                <a:ln>
                  <a:noFill/>
                </a:ln>
                <a:solidFill>
                  <a:srgbClr val="125284"/>
                </a:solidFill>
                <a:effectLst/>
                <a:latin typeface="Microsoft YaHei"/>
                <a:ea typeface="Microsoft YaHei"/>
              </a:rPr>
              <a:t>颁发</a:t>
            </a:r>
            <a:r>
              <a:rPr lang="en-US" altLang="en-US" sz="1500" b="0" i="0" u="none" strike="noStrike" kern="0" spc="0" baseline="0">
                <a:ln>
                  <a:noFill/>
                </a:ln>
                <a:solidFill>
                  <a:srgbClr val="125284"/>
                </a:solidFill>
                <a:effectLst/>
                <a:latin typeface="Microsoft YaHei"/>
                <a:ea typeface="Microsoft YaHei"/>
              </a:rPr>
              <a:t>2022</a:t>
            </a:r>
            <a:r>
              <a:rPr lang="zh-CN" altLang="zh-CN" sz="1500" b="0" i="0" u="none" strike="noStrike" kern="0" spc="0" baseline="0">
                <a:ln>
                  <a:noFill/>
                </a:ln>
                <a:solidFill>
                  <a:srgbClr val="125284"/>
                </a:solidFill>
                <a:effectLst/>
                <a:latin typeface="Microsoft YaHei"/>
                <a:ea typeface="Microsoft YaHei"/>
              </a:rPr>
              <a:t>年</a:t>
            </a:r>
            <a:r>
              <a:rPr lang="zh-CN" altLang="zh-CN" sz="1500" b="1" i="1" u="sng" strike="noStrike" kern="0" spc="0" baseline="0">
                <a:ln>
                  <a:noFill/>
                </a:ln>
                <a:solidFill>
                  <a:srgbClr val="125284"/>
                </a:solidFill>
                <a:effectLst/>
                <a:latin typeface="Microsoft YaHei"/>
                <a:ea typeface="Microsoft YaHei"/>
              </a:rPr>
              <a:t>总统志愿服务和慈善奖。</a:t>
            </a:r>
            <a:r>
              <a:rPr lang="zh-CN" altLang="zh-CN" sz="1500" b="0" i="0" u="none" strike="noStrike" kern="0" spc="0" baseline="0">
                <a:ln>
                  <a:noFill/>
                </a:ln>
                <a:solidFill>
                  <a:srgbClr val="125284"/>
                </a:solidFill>
                <a:effectLst/>
                <a:latin typeface="Microsoft YaHei"/>
                <a:ea typeface="Microsoft YaHei"/>
              </a:rPr>
              <a:t>【该奖项</a:t>
            </a:r>
            <a:r>
              <a:rPr lang="zh-CN" altLang="zh-CN" sz="1500" b="1" i="1" u="none" strike="noStrike" kern="0" spc="0" baseline="0">
                <a:ln>
                  <a:noFill/>
                </a:ln>
                <a:solidFill>
                  <a:srgbClr val="125284"/>
                </a:solidFill>
                <a:effectLst/>
                <a:latin typeface="Microsoft YaHei"/>
                <a:ea typeface="Microsoft YaHei"/>
              </a:rPr>
              <a:t>每两年</a:t>
            </a:r>
            <a:r>
              <a:rPr lang="zh-CN" altLang="zh-CN" sz="1500" b="0" i="0" u="none" strike="noStrike" kern="0" spc="0" baseline="0">
                <a:ln>
                  <a:noFill/>
                </a:ln>
                <a:solidFill>
                  <a:srgbClr val="125284"/>
                </a:solidFill>
                <a:effectLst/>
                <a:latin typeface="Microsoft YaHei"/>
                <a:ea typeface="Microsoft YaHei"/>
              </a:rPr>
              <a:t>颁出一个】</a:t>
            </a:r>
          </a:p>
        </p:txBody>
      </p:sp>
      <p:sp>
        <p:nvSpPr>
          <p:cNvPr id="8" name="文本框 7">
            <a:extLst>
              <a:ext uri="{FF2B5EF4-FFF2-40B4-BE49-F238E27FC236}">
                <a16:creationId xmlns:a16="http://schemas.microsoft.com/office/drawing/2014/main" id="{7AC6FD9F-8B6E-1BED-087E-8416C03CAEE9}"/>
              </a:ext>
            </a:extLst>
          </p:cNvPr>
          <p:cNvSpPr txBox="1"/>
          <p:nvPr/>
        </p:nvSpPr>
        <p:spPr>
          <a:xfrm>
            <a:off x="285266" y="946966"/>
            <a:ext cx="3702705" cy="298133"/>
          </a:xfrm>
          <a:prstGeom prst="rect">
            <a:avLst/>
          </a:prstGeom>
          <a:noFill/>
        </p:spPr>
        <p:txBody>
          <a:bodyPr wrap="square" anchor="t"/>
          <a:lstStyle/>
          <a:p>
            <a:pPr marL="0" lvl="0" indent="0" algn="l" defTabSz="914400">
              <a:lnSpc>
                <a:spcPct val="100000"/>
              </a:lnSpc>
              <a:spcBef>
                <a:spcPts val="0"/>
              </a:spcBef>
              <a:spcAft>
                <a:spcPts val="0"/>
              </a:spcAft>
              <a:buClr>
                <a:srgbClr val="000000"/>
              </a:buClr>
              <a:buSzPts val="1100"/>
              <a:buFont typeface="Arial"/>
              <a:buNone/>
              <a:defRPr/>
            </a:pPr>
            <a:r>
              <a:rPr lang="en-US" altLang="en-US" sz="825" b="0" i="0" u="none" strike="noStrike" kern="0" spc="0" baseline="0">
                <a:ln>
                  <a:noFill/>
                </a:ln>
                <a:solidFill>
                  <a:srgbClr val="125284"/>
                </a:solidFill>
                <a:effectLst/>
                <a:latin typeface="Comic Sans MS"/>
                <a:ea typeface="Comic Sans MS"/>
              </a:rPr>
              <a:t>Recipient of the President’s Volunteerism and Philanthropy Award 2022 City of Good category, conferred by the President of Singapore</a:t>
            </a:r>
            <a:endParaRPr lang="en-GB" altLang="en-GB" sz="825" b="0" i="0" u="none" strike="noStrike" kern="0" spc="0" baseline="0">
              <a:ln>
                <a:noFill/>
              </a:ln>
              <a:solidFill>
                <a:srgbClr val="125284"/>
              </a:solidFill>
              <a:effectLst/>
              <a:latin typeface="Nunito Sans Light"/>
              <a:ea typeface="Nunito Sans Light"/>
            </a:endParaRPr>
          </a:p>
        </p:txBody>
      </p:sp>
      <p:sp>
        <p:nvSpPr>
          <p:cNvPr id="9" name="Google Shape;141;p20">
            <a:extLst>
              <a:ext uri="{FF2B5EF4-FFF2-40B4-BE49-F238E27FC236}">
                <a16:creationId xmlns:a16="http://schemas.microsoft.com/office/drawing/2014/main" id="{2928E137-582A-3698-5427-A18539DA96E8}"/>
              </a:ext>
            </a:extLst>
          </p:cNvPr>
          <p:cNvSpPr txBox="1">
            <a:spLocks/>
          </p:cNvSpPr>
          <p:nvPr/>
        </p:nvSpPr>
        <p:spPr>
          <a:xfrm>
            <a:off x="101066" y="117581"/>
            <a:ext cx="8433600" cy="309600"/>
          </a:xfrm>
          <a:prstGeom prst="rect">
            <a:avLst/>
          </a:prstGeom>
          <a:noFill/>
          <a:ln>
            <a:noFill/>
          </a:ln>
        </p:spPr>
        <p:txBody>
          <a:bodyPr wrap="square" lIns="91425" tIns="91425" rIns="91425" bIns="91425" anchor="t" anchorCtr="0"/>
          <a:lstStyle>
            <a:lvl1pPr lvl="0"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1pPr>
            <a:lvl2pPr lvl="1"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2pPr>
            <a:lvl3pPr lvl="2"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3pPr>
            <a:lvl4pPr lvl="3"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4pPr>
            <a:lvl5pPr lvl="4"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5pPr>
            <a:lvl6pPr lvl="5"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6pPr>
            <a:lvl7pPr lvl="6"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7pPr>
            <a:lvl8pPr lvl="7"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8pPr>
            <a:lvl9pPr lvl="8"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9pPr>
          </a:lstStyle>
          <a:p>
            <a:pPr marL="0" lvl="0" indent="0" algn="l" defTabSz="914400">
              <a:lnSpc>
                <a:spcPct val="100000"/>
              </a:lnSpc>
              <a:spcBef>
                <a:spcPts val="0"/>
              </a:spcBef>
              <a:spcAft>
                <a:spcPts val="0"/>
              </a:spcAft>
              <a:buClr>
                <a:srgbClr val="125284"/>
              </a:buClr>
              <a:buSzPts val="1800"/>
              <a:buFont typeface="Poppins"/>
              <a:buNone/>
              <a:defRPr/>
            </a:pPr>
            <a:r>
              <a:rPr lang="en-US" altLang="en-US" sz="2400" b="1" i="0" u="none" strike="noStrike" kern="0" spc="0" baseline="0">
                <a:ln>
                  <a:noFill/>
                </a:ln>
                <a:solidFill>
                  <a:srgbClr val="125284"/>
                </a:solidFill>
                <a:effectLst/>
                <a:latin typeface="Microsoft YaHei"/>
                <a:ea typeface="Microsoft YaHei"/>
              </a:rPr>
              <a:t>A</a:t>
            </a:r>
            <a:r>
              <a:rPr lang="zh-CN" altLang="zh-CN" sz="2400" b="1" i="0" u="none" strike="noStrike" kern="0" spc="0" baseline="0">
                <a:ln>
                  <a:noFill/>
                </a:ln>
                <a:solidFill>
                  <a:srgbClr val="125284"/>
                </a:solidFill>
                <a:effectLst/>
                <a:latin typeface="Microsoft YaHei"/>
                <a:ea typeface="Microsoft YaHei"/>
              </a:rPr>
              <a:t>ward – 2022年荣获总统慈善</a:t>
            </a:r>
            <a:r>
              <a:rPr lang="zh-CN" altLang="zh-CN" sz="2400" b="1" i="0" u="none" strike="noStrike" kern="0" spc="0" baseline="0">
                <a:ln>
                  <a:noFill/>
                </a:ln>
                <a:solidFill>
                  <a:srgbClr val="C00000"/>
                </a:solidFill>
                <a:effectLst/>
                <a:latin typeface="Microsoft YaHei"/>
                <a:ea typeface="Microsoft YaHei"/>
              </a:rPr>
              <a:t>最高</a:t>
            </a:r>
            <a:r>
              <a:rPr lang="zh-CN" altLang="zh-CN" sz="2400" b="1" i="0" u="none" strike="noStrike" kern="0" spc="0" baseline="0">
                <a:ln>
                  <a:noFill/>
                </a:ln>
                <a:solidFill>
                  <a:srgbClr val="125284"/>
                </a:solidFill>
                <a:effectLst/>
                <a:latin typeface="Microsoft YaHei"/>
                <a:ea typeface="Microsoft YaHei"/>
              </a:rPr>
              <a:t>荣誉</a:t>
            </a:r>
          </a:p>
        </p:txBody>
      </p:sp>
    </p:spTree>
    <p:extLst>
      <p:ext uri="{BB962C8B-B14F-4D97-AF65-F5344CB8AC3E}">
        <p14:creationId xmlns:p14="http://schemas.microsoft.com/office/powerpoint/2010/main" val="406257900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CDB15766-7CD2-76C1-E2DF-16C9310A62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1141C0D-351E-5EEA-21DF-374A4EAE268D}"/>
              </a:ext>
            </a:extLst>
          </p:cNvPr>
          <p:cNvSpPr txBox="1"/>
          <p:nvPr/>
        </p:nvSpPr>
        <p:spPr>
          <a:xfrm>
            <a:off x="4384562" y="2245501"/>
            <a:ext cx="4506188" cy="2331023"/>
          </a:xfrm>
          <a:prstGeom prst="rect">
            <a:avLst/>
          </a:prstGeom>
          <a:noFill/>
        </p:spPr>
        <p:txBody>
          <a:bodyPr wrap="square">
            <a:spAutoFit/>
          </a:bodyPr>
          <a:lstStyle/>
          <a:p>
            <a:pPr marL="0" lvl="0" indent="0" algn="l" defTabSz="914400">
              <a:lnSpc>
                <a:spcPct val="100000"/>
              </a:lnSpc>
              <a:spcBef>
                <a:spcPts val="0"/>
              </a:spcBef>
              <a:spcAft>
                <a:spcPts val="0"/>
              </a:spcAft>
              <a:buClr>
                <a:srgbClr val="000000"/>
              </a:buClr>
              <a:buSzTx/>
              <a:buFont typeface="Arial"/>
              <a:buNone/>
              <a:defRPr/>
            </a:pPr>
            <a:r>
              <a:rPr lang="en-US" altLang="en-US" sz="1500" b="0" i="0" u="none" strike="noStrike" kern="0" spc="0" baseline="0">
                <a:ln>
                  <a:noFill/>
                </a:ln>
                <a:solidFill>
                  <a:srgbClr val="125284"/>
                </a:solidFill>
                <a:effectLst/>
                <a:latin typeface="Microsoft YaHei"/>
                <a:ea typeface="Microsoft YaHei"/>
              </a:rPr>
              <a:t>Empact</a:t>
            </a:r>
            <a:r>
              <a:rPr lang="zh-CN" altLang="zh-CN" sz="1500" b="0" i="0" u="none" strike="noStrike" kern="0" spc="0" baseline="0">
                <a:ln>
                  <a:noFill/>
                </a:ln>
                <a:solidFill>
                  <a:srgbClr val="125284"/>
                </a:solidFill>
                <a:effectLst/>
                <a:latin typeface="Microsoft YaHei"/>
                <a:ea typeface="Microsoft YaHei"/>
              </a:rPr>
              <a:t>的得奖项目为年度最佳社企贡献奖。</a:t>
            </a:r>
            <a:r>
              <a:rPr lang="en-US" altLang="en-US" sz="1500" b="0" i="0" u="none" strike="noStrike" kern="0" spc="0" baseline="0">
                <a:ln>
                  <a:noFill/>
                </a:ln>
                <a:solidFill>
                  <a:srgbClr val="125284"/>
                </a:solidFill>
                <a:effectLst/>
                <a:latin typeface="Microsoft YaHei"/>
                <a:ea typeface="Microsoft YaHei"/>
              </a:rPr>
              <a:t> </a:t>
            </a:r>
            <a:r>
              <a:rPr lang="zh-CN" altLang="zh-CN" sz="1500" b="0" i="0" u="none" strike="noStrike" kern="0" spc="0" baseline="0">
                <a:ln>
                  <a:noFill/>
                </a:ln>
                <a:solidFill>
                  <a:srgbClr val="125284"/>
                </a:solidFill>
                <a:effectLst/>
                <a:latin typeface="微软雅黑"/>
                <a:ea typeface="微软雅黑"/>
              </a:rPr>
              <a:t>该奖项于</a:t>
            </a:r>
            <a:r>
              <a:rPr lang="en-US" altLang="en-US" sz="1500" b="0" i="0" u="none" strike="noStrike" kern="0" spc="0" baseline="0">
                <a:ln>
                  <a:noFill/>
                </a:ln>
                <a:solidFill>
                  <a:srgbClr val="125284"/>
                </a:solidFill>
                <a:effectLst/>
                <a:latin typeface="微软雅黑"/>
                <a:ea typeface="微软雅黑"/>
              </a:rPr>
              <a:t>2019</a:t>
            </a:r>
            <a:r>
              <a:rPr lang="zh-CN" altLang="zh-CN" sz="1500" b="0" i="0" u="none" strike="noStrike" kern="0" spc="0" baseline="0">
                <a:ln>
                  <a:noFill/>
                </a:ln>
                <a:solidFill>
                  <a:srgbClr val="125284"/>
                </a:solidFill>
                <a:effectLst/>
                <a:latin typeface="微软雅黑"/>
                <a:ea typeface="微软雅黑"/>
              </a:rPr>
              <a:t>年首次设立，以感谢当年对新加坡社企发展做出对多贡献的机构。</a:t>
            </a:r>
            <a:r>
              <a:rPr lang="en-US" altLang="en-US" sz="1500" b="0" i="0" u="none" strike="noStrike" kern="0" spc="0" baseline="0">
                <a:ln>
                  <a:noFill/>
                </a:ln>
                <a:solidFill>
                  <a:srgbClr val="125284"/>
                </a:solidFill>
                <a:effectLst/>
                <a:latin typeface="微软雅黑"/>
                <a:ea typeface="微软雅黑"/>
              </a:rPr>
              <a:t> </a:t>
            </a:r>
            <a:r>
              <a:rPr lang="zh-CN" altLang="zh-CN" sz="1500" b="0" i="0" u="none" strike="noStrike" kern="0" spc="0" baseline="0">
                <a:ln>
                  <a:noFill/>
                </a:ln>
                <a:solidFill>
                  <a:srgbClr val="125284"/>
                </a:solidFill>
                <a:effectLst/>
                <a:latin typeface="微软雅黑"/>
                <a:ea typeface="微软雅黑"/>
              </a:rPr>
              <a:t>在</a:t>
            </a:r>
            <a:r>
              <a:rPr lang="en-US" altLang="en-US" sz="1500" b="0" i="0" u="none" strike="noStrike" kern="0" spc="0" baseline="0">
                <a:ln>
                  <a:noFill/>
                </a:ln>
                <a:solidFill>
                  <a:srgbClr val="125284"/>
                </a:solidFill>
                <a:effectLst/>
                <a:latin typeface="微软雅黑"/>
                <a:ea typeface="微软雅黑"/>
              </a:rPr>
              <a:t>Empact</a:t>
            </a:r>
            <a:r>
              <a:rPr lang="zh-CN" altLang="zh-CN" sz="1500" b="0" i="0" u="none" strike="noStrike" kern="0" spc="0" baseline="0">
                <a:ln>
                  <a:noFill/>
                </a:ln>
                <a:solidFill>
                  <a:srgbClr val="125284"/>
                </a:solidFill>
                <a:effectLst/>
                <a:latin typeface="微软雅黑"/>
                <a:ea typeface="微软雅黑"/>
              </a:rPr>
              <a:t>之前获奖的两家机构分别是两家新加坡的上市公司。</a:t>
            </a:r>
          </a:p>
          <a:p>
            <a:pPr marL="0" lvl="0" indent="0" algn="l" defTabSz="914400">
              <a:lnSpc>
                <a:spcPct val="200000"/>
              </a:lnSpc>
              <a:spcBef>
                <a:spcPts val="0"/>
              </a:spcBef>
              <a:spcAft>
                <a:spcPts val="0"/>
              </a:spcAft>
              <a:buClr>
                <a:srgbClr val="000000"/>
              </a:buClr>
              <a:buSzTx/>
              <a:buFont typeface="Arial"/>
              <a:buNone/>
              <a:defRPr/>
            </a:pPr>
            <a:r>
              <a:rPr lang="en-US" altLang="en-US" sz="1500" b="0" i="0" u="none" strike="noStrike" kern="0" spc="0" baseline="0">
                <a:ln>
                  <a:noFill/>
                </a:ln>
                <a:solidFill>
                  <a:srgbClr val="125284"/>
                </a:solidFill>
                <a:effectLst/>
                <a:latin typeface="微软雅黑"/>
                <a:ea typeface="微软雅黑"/>
              </a:rPr>
              <a:t>2019</a:t>
            </a:r>
            <a:r>
              <a:rPr lang="zh-CN" altLang="zh-CN" sz="1500" b="0" i="0" u="none" strike="noStrike" kern="0" spc="0" baseline="0">
                <a:ln>
                  <a:noFill/>
                </a:ln>
                <a:solidFill>
                  <a:srgbClr val="125284"/>
                </a:solidFill>
                <a:effectLst/>
                <a:latin typeface="微软雅黑"/>
                <a:ea typeface="微软雅黑"/>
              </a:rPr>
              <a:t>年</a:t>
            </a:r>
            <a:r>
              <a:rPr lang="en-US" altLang="en-US" sz="1500" b="0" i="0" u="none" strike="noStrike" kern="0" spc="0" baseline="0">
                <a:ln>
                  <a:noFill/>
                </a:ln>
                <a:solidFill>
                  <a:srgbClr val="125284"/>
                </a:solidFill>
                <a:effectLst/>
                <a:latin typeface="微软雅黑"/>
                <a:ea typeface="微软雅黑"/>
              </a:rPr>
              <a:t> </a:t>
            </a:r>
            <a:r>
              <a:rPr lang="zh-CN" altLang="zh-CN" sz="1500" b="0" i="0" u="none" strike="noStrike" kern="0" spc="0" baseline="0">
                <a:ln>
                  <a:noFill/>
                </a:ln>
                <a:solidFill>
                  <a:srgbClr val="125284"/>
                </a:solidFill>
                <a:effectLst/>
                <a:latin typeface="微软雅黑"/>
                <a:ea typeface="微软雅黑"/>
              </a:rPr>
              <a:t>星展银行</a:t>
            </a:r>
            <a:endParaRPr lang="en-US" altLang="en-US" sz="1500" b="0" i="0" u="none" strike="noStrike" kern="0" spc="0" baseline="0">
              <a:ln>
                <a:noFill/>
              </a:ln>
              <a:solidFill>
                <a:srgbClr val="125284"/>
              </a:solidFill>
              <a:effectLst/>
              <a:latin typeface="微软雅黑"/>
              <a:ea typeface="微软雅黑"/>
            </a:endParaRPr>
          </a:p>
          <a:p>
            <a:pPr marL="0" lvl="0" indent="0" algn="l" defTabSz="914400">
              <a:lnSpc>
                <a:spcPct val="200000"/>
              </a:lnSpc>
              <a:spcBef>
                <a:spcPts val="0"/>
              </a:spcBef>
              <a:spcAft>
                <a:spcPts val="0"/>
              </a:spcAft>
              <a:buClr>
                <a:srgbClr val="000000"/>
              </a:buClr>
              <a:buSzTx/>
              <a:buFont typeface="Arial"/>
              <a:buNone/>
              <a:defRPr/>
            </a:pPr>
            <a:r>
              <a:rPr lang="en-US" altLang="en-US" sz="1500" b="0" i="0" u="none" strike="noStrike" kern="0" spc="0" baseline="0">
                <a:ln>
                  <a:noFill/>
                </a:ln>
                <a:solidFill>
                  <a:srgbClr val="125284"/>
                </a:solidFill>
                <a:effectLst/>
                <a:latin typeface="微软雅黑"/>
                <a:ea typeface="微软雅黑"/>
              </a:rPr>
              <a:t>2021</a:t>
            </a:r>
            <a:r>
              <a:rPr lang="zh-CN" altLang="zh-CN" sz="1500" b="0" i="0" u="none" strike="noStrike" kern="0" spc="0" baseline="0">
                <a:ln>
                  <a:noFill/>
                </a:ln>
                <a:solidFill>
                  <a:srgbClr val="125284"/>
                </a:solidFill>
                <a:effectLst/>
                <a:latin typeface="微软雅黑"/>
                <a:ea typeface="微软雅黑"/>
              </a:rPr>
              <a:t>年 新加坡电信</a:t>
            </a:r>
            <a:r>
              <a:rPr lang="en-US" altLang="en-US" sz="1500" b="0" i="0" u="none" strike="noStrike" kern="0" spc="0" baseline="0">
                <a:ln>
                  <a:noFill/>
                </a:ln>
                <a:solidFill>
                  <a:srgbClr val="125284"/>
                </a:solidFill>
                <a:effectLst/>
                <a:latin typeface="微软雅黑"/>
                <a:ea typeface="微软雅黑"/>
              </a:rPr>
              <a:t> </a:t>
            </a:r>
          </a:p>
          <a:p>
            <a:pPr marL="0" lvl="0" indent="0" algn="l" defTabSz="914400">
              <a:lnSpc>
                <a:spcPct val="200000"/>
              </a:lnSpc>
              <a:spcBef>
                <a:spcPts val="0"/>
              </a:spcBef>
              <a:spcAft>
                <a:spcPts val="0"/>
              </a:spcAft>
              <a:buClr>
                <a:srgbClr val="000000"/>
              </a:buClr>
              <a:buSzTx/>
              <a:buFont typeface="Arial"/>
              <a:buNone/>
              <a:defRPr/>
            </a:pPr>
            <a:r>
              <a:rPr lang="en-US" altLang="en-US" sz="1500" b="0" i="0" u="none" strike="noStrike" kern="0" spc="0" baseline="0">
                <a:ln>
                  <a:noFill/>
                </a:ln>
                <a:solidFill>
                  <a:srgbClr val="125284"/>
                </a:solidFill>
                <a:effectLst/>
                <a:latin typeface="微软雅黑"/>
                <a:ea typeface="微软雅黑"/>
              </a:rPr>
              <a:t>2023</a:t>
            </a:r>
            <a:r>
              <a:rPr lang="zh-CN" altLang="zh-CN" sz="1500" b="0" i="0" u="none" strike="noStrike" kern="0" spc="0" baseline="0">
                <a:ln>
                  <a:noFill/>
                </a:ln>
                <a:solidFill>
                  <a:srgbClr val="125284"/>
                </a:solidFill>
                <a:effectLst/>
                <a:latin typeface="微软雅黑"/>
                <a:ea typeface="微软雅黑"/>
              </a:rPr>
              <a:t>年 </a:t>
            </a:r>
            <a:r>
              <a:rPr lang="en-US" altLang="en-US" sz="1500" b="0" i="0" u="none" strike="noStrike" kern="0" spc="0" baseline="0">
                <a:ln>
                  <a:noFill/>
                </a:ln>
                <a:solidFill>
                  <a:srgbClr val="125284"/>
                </a:solidFill>
                <a:effectLst/>
                <a:latin typeface="微软雅黑"/>
                <a:ea typeface="微软雅黑"/>
              </a:rPr>
              <a:t>Empact</a:t>
            </a:r>
          </a:p>
        </p:txBody>
      </p:sp>
      <p:pic>
        <p:nvPicPr>
          <p:cNvPr id="1026" name="Picture 2">
            <a:extLst>
              <a:ext uri="{FF2B5EF4-FFF2-40B4-BE49-F238E27FC236}">
                <a16:creationId xmlns:a16="http://schemas.microsoft.com/office/drawing/2014/main" id="{2E398F9B-C287-6AA8-CBB8-A6E2FCC8BA83}"/>
              </a:ext>
            </a:extLst>
          </p:cNvPr>
          <p:cNvPicPr>
            <a:picLocks noChangeAspect="1" noChangeArrowheads="1"/>
          </p:cNvPicPr>
          <p:nvPr/>
        </p:nvPicPr>
        <p:blipFill>
          <a:blip r:embed="rId3"/>
          <a:srcRect/>
          <a:stretch>
            <a:fillRect/>
          </a:stretch>
        </p:blipFill>
        <p:spPr>
          <a:xfrm>
            <a:off x="6604750" y="3523880"/>
            <a:ext cx="784860" cy="738692"/>
          </a:xfrm>
          <a:prstGeom prst="rect">
            <a:avLst/>
          </a:prstGeom>
          <a:noFill/>
        </p:spPr>
      </p:pic>
      <p:pic>
        <p:nvPicPr>
          <p:cNvPr id="3" name="图片 2">
            <a:extLst>
              <a:ext uri="{FF2B5EF4-FFF2-40B4-BE49-F238E27FC236}">
                <a16:creationId xmlns:a16="http://schemas.microsoft.com/office/drawing/2014/main" id="{65913CC7-2D94-5FBF-18B9-0BF167F0F6B1}"/>
              </a:ext>
            </a:extLst>
          </p:cNvPr>
          <p:cNvPicPr>
            <a:picLocks noChangeAspect="1"/>
          </p:cNvPicPr>
          <p:nvPr/>
        </p:nvPicPr>
        <p:blipFill>
          <a:blip r:embed="rId4"/>
          <a:stretch>
            <a:fillRect/>
          </a:stretch>
        </p:blipFill>
        <p:spPr>
          <a:xfrm>
            <a:off x="215151" y="1335821"/>
            <a:ext cx="3931285" cy="2818782"/>
          </a:xfrm>
          <a:prstGeom prst="rect">
            <a:avLst/>
          </a:prstGeom>
          <a:ln>
            <a:noFill/>
          </a:ln>
          <a:effectLst>
            <a:outerShdw blurRad="292100" dist="139700" dir="2700000" algn="tl" rotWithShape="0">
              <a:srgbClr val="333333">
                <a:alpha val="65000"/>
              </a:srgbClr>
            </a:outerShdw>
          </a:effectLst>
        </p:spPr>
      </p:pic>
      <p:pic>
        <p:nvPicPr>
          <p:cNvPr id="5" name="Google Shape;724;p111">
            <a:extLst>
              <a:ext uri="{FF2B5EF4-FFF2-40B4-BE49-F238E27FC236}">
                <a16:creationId xmlns:a16="http://schemas.microsoft.com/office/drawing/2014/main" id="{8ED53E1A-A1F0-0A81-271C-6CB36429F9E2}"/>
              </a:ext>
            </a:extLst>
          </p:cNvPr>
          <p:cNvPicPr preferRelativeResize="0">
            <a:picLocks/>
          </p:cNvPicPr>
          <p:nvPr/>
        </p:nvPicPr>
        <p:blipFill>
          <a:blip r:embed="rId5"/>
          <a:stretch>
            <a:fillRect/>
          </a:stretch>
        </p:blipFill>
        <p:spPr>
          <a:xfrm>
            <a:off x="6604750" y="3333383"/>
            <a:ext cx="883401" cy="251230"/>
          </a:xfrm>
          <a:prstGeom prst="rect">
            <a:avLst/>
          </a:prstGeom>
          <a:noFill/>
          <a:ln>
            <a:noFill/>
          </a:ln>
        </p:spPr>
      </p:pic>
      <p:pic>
        <p:nvPicPr>
          <p:cNvPr id="11" name="Picture 10">
            <a:extLst>
              <a:ext uri="{FF2B5EF4-FFF2-40B4-BE49-F238E27FC236}">
                <a16:creationId xmlns:a16="http://schemas.microsoft.com/office/drawing/2014/main" id="{EEB8B66E-09BD-34FB-9D98-C184A10093D9}"/>
              </a:ext>
            </a:extLst>
          </p:cNvPr>
          <p:cNvPicPr>
            <a:picLocks noChangeAspect="1"/>
          </p:cNvPicPr>
          <p:nvPr/>
        </p:nvPicPr>
        <p:blipFill>
          <a:blip r:embed="rId6"/>
          <a:stretch>
            <a:fillRect/>
          </a:stretch>
        </p:blipFill>
        <p:spPr>
          <a:xfrm>
            <a:off x="6528245" y="4064436"/>
            <a:ext cx="1036410" cy="396274"/>
          </a:xfrm>
          <a:prstGeom prst="rect">
            <a:avLst/>
          </a:prstGeom>
        </p:spPr>
      </p:pic>
      <p:sp>
        <p:nvSpPr>
          <p:cNvPr id="4" name="文本框 3">
            <a:extLst>
              <a:ext uri="{FF2B5EF4-FFF2-40B4-BE49-F238E27FC236}">
                <a16:creationId xmlns:a16="http://schemas.microsoft.com/office/drawing/2014/main" id="{A30BEB54-2D81-8812-DEDA-12DBE79DAB19}"/>
              </a:ext>
            </a:extLst>
          </p:cNvPr>
          <p:cNvSpPr txBox="1"/>
          <p:nvPr/>
        </p:nvSpPr>
        <p:spPr>
          <a:xfrm>
            <a:off x="4356850" y="1108859"/>
            <a:ext cx="4572000" cy="963341"/>
          </a:xfrm>
          <a:prstGeom prst="rect">
            <a:avLst/>
          </a:prstGeom>
          <a:noFill/>
        </p:spPr>
        <p:txBody>
          <a:bodyPr wrap="square" anchor="t">
            <a:spAutoFit/>
          </a:bodyPr>
          <a:lstStyle/>
          <a:p>
            <a:pPr marL="0" lvl="0" indent="0" algn="just" defTabSz="914400">
              <a:lnSpc>
                <a:spcPct val="130000"/>
              </a:lnSpc>
              <a:spcBef>
                <a:spcPts val="0"/>
              </a:spcBef>
              <a:spcAft>
                <a:spcPts val="0"/>
              </a:spcAft>
              <a:buClr>
                <a:srgbClr val="000000"/>
              </a:buClr>
              <a:buSzTx/>
              <a:buFont typeface="Arial"/>
              <a:buNone/>
              <a:defRPr/>
            </a:pPr>
            <a:r>
              <a:rPr lang="zh-CN" altLang="zh-CN" sz="1500" b="0" i="0" u="none" strike="noStrike" kern="0" spc="0" baseline="0">
                <a:ln>
                  <a:noFill/>
                </a:ln>
                <a:solidFill>
                  <a:srgbClr val="125284"/>
                </a:solidFill>
                <a:effectLst/>
                <a:latin typeface="微软雅黑"/>
                <a:ea typeface="微软雅黑"/>
              </a:rPr>
              <a:t>新加坡总统</a:t>
            </a:r>
            <a:r>
              <a:rPr lang="zh-CN" altLang="zh-CN" sz="1500" b="1" i="1" u="none" strike="noStrike" kern="0" spc="0" baseline="0">
                <a:ln>
                  <a:noFill/>
                </a:ln>
                <a:solidFill>
                  <a:srgbClr val="125284"/>
                </a:solidFill>
                <a:effectLst/>
                <a:latin typeface="微软雅黑"/>
                <a:ea typeface="微软雅黑"/>
              </a:rPr>
              <a:t>尚达曼Tharman Shanmugaratnam</a:t>
            </a:r>
            <a:r>
              <a:rPr lang="zh-CN" altLang="zh-CN" sz="1500" b="0" i="0" u="none" strike="noStrike" kern="0" spc="0" baseline="0">
                <a:ln>
                  <a:noFill/>
                </a:ln>
                <a:solidFill>
                  <a:srgbClr val="125284"/>
                </a:solidFill>
                <a:effectLst/>
                <a:latin typeface="微软雅黑"/>
                <a:ea typeface="微软雅黑"/>
              </a:rPr>
              <a:t>为Empact颁发</a:t>
            </a:r>
            <a:r>
              <a:rPr lang="en-US" altLang="en-US" sz="1500" b="0" i="0" u="none" strike="noStrike" kern="0" spc="0" baseline="0">
                <a:ln>
                  <a:noFill/>
                </a:ln>
                <a:solidFill>
                  <a:srgbClr val="125284"/>
                </a:solidFill>
                <a:effectLst/>
                <a:latin typeface="微软雅黑"/>
                <a:ea typeface="微软雅黑"/>
              </a:rPr>
              <a:t>20</a:t>
            </a:r>
            <a:r>
              <a:rPr lang="zh-CN" altLang="zh-CN" sz="1500" b="0" i="0" u="none" strike="noStrike" kern="0" spc="0" baseline="0">
                <a:ln>
                  <a:noFill/>
                </a:ln>
                <a:solidFill>
                  <a:srgbClr val="125284"/>
                </a:solidFill>
                <a:effectLst/>
                <a:latin typeface="微软雅黑"/>
                <a:ea typeface="微软雅黑"/>
              </a:rPr>
              <a:t>23年</a:t>
            </a:r>
            <a:r>
              <a:rPr lang="zh-CN" altLang="zh-CN" sz="1500" b="1" i="1" u="none" strike="noStrike" kern="0" spc="0" baseline="0">
                <a:ln>
                  <a:noFill/>
                </a:ln>
                <a:solidFill>
                  <a:srgbClr val="125284"/>
                </a:solidFill>
                <a:effectLst/>
                <a:latin typeface="微软雅黑"/>
                <a:ea typeface="微软雅黑"/>
              </a:rPr>
              <a:t>总统挑战杯社会企业奖</a:t>
            </a:r>
          </a:p>
          <a:p>
            <a:pPr marL="0" lvl="0" indent="0" algn="just" defTabSz="914400">
              <a:lnSpc>
                <a:spcPct val="130000"/>
              </a:lnSpc>
              <a:spcBef>
                <a:spcPts val="0"/>
              </a:spcBef>
              <a:spcAft>
                <a:spcPts val="0"/>
              </a:spcAft>
              <a:buClr>
                <a:srgbClr val="000000"/>
              </a:buClr>
              <a:buSzTx/>
              <a:buFont typeface="Arial"/>
              <a:buNone/>
              <a:defRPr/>
            </a:pPr>
            <a:r>
              <a:rPr lang="zh-CN" altLang="zh-CN" sz="1500" b="0" i="1" u="none" strike="noStrike" kern="0" spc="0" baseline="0">
                <a:ln>
                  <a:noFill/>
                </a:ln>
                <a:solidFill>
                  <a:srgbClr val="000000"/>
                </a:solidFill>
                <a:effectLst/>
                <a:latin typeface="微软雅黑"/>
                <a:ea typeface="微软雅黑"/>
              </a:rPr>
              <a:t>【该奖项</a:t>
            </a:r>
            <a:r>
              <a:rPr lang="zh-CN" altLang="zh-CN" sz="1500" b="1" i="1" u="none" strike="noStrike" kern="0" spc="0" baseline="0">
                <a:ln>
                  <a:noFill/>
                </a:ln>
                <a:solidFill>
                  <a:srgbClr val="000000"/>
                </a:solidFill>
                <a:effectLst/>
                <a:latin typeface="微软雅黑"/>
                <a:ea typeface="微软雅黑"/>
              </a:rPr>
              <a:t>每两年</a:t>
            </a:r>
            <a:r>
              <a:rPr lang="zh-CN" altLang="zh-CN" sz="1500" b="0" i="1" u="none" strike="noStrike" kern="0" spc="0" baseline="0">
                <a:ln>
                  <a:noFill/>
                </a:ln>
                <a:solidFill>
                  <a:srgbClr val="000000"/>
                </a:solidFill>
                <a:effectLst/>
                <a:latin typeface="微软雅黑"/>
                <a:ea typeface="微软雅黑"/>
              </a:rPr>
              <a:t>颁出一个】</a:t>
            </a:r>
            <a:endParaRPr lang="zh-CN" altLang="zh-CN" sz="1500" b="0" i="0" u="none" strike="noStrike" kern="0" spc="0" baseline="0">
              <a:ln>
                <a:noFill/>
              </a:ln>
              <a:solidFill>
                <a:srgbClr val="125284"/>
              </a:solidFill>
              <a:effectLst/>
              <a:latin typeface="微软雅黑"/>
              <a:ea typeface="微软雅黑"/>
            </a:endParaRPr>
          </a:p>
        </p:txBody>
      </p:sp>
      <p:sp>
        <p:nvSpPr>
          <p:cNvPr id="6" name="Google Shape;141;p20">
            <a:extLst>
              <a:ext uri="{FF2B5EF4-FFF2-40B4-BE49-F238E27FC236}">
                <a16:creationId xmlns:a16="http://schemas.microsoft.com/office/drawing/2014/main" id="{936E2403-7CC6-5079-C79B-A3DA8F19C726}"/>
              </a:ext>
            </a:extLst>
          </p:cNvPr>
          <p:cNvSpPr txBox="1">
            <a:spLocks/>
          </p:cNvSpPr>
          <p:nvPr/>
        </p:nvSpPr>
        <p:spPr>
          <a:xfrm>
            <a:off x="140050" y="103981"/>
            <a:ext cx="8433600" cy="309600"/>
          </a:xfrm>
          <a:prstGeom prst="rect">
            <a:avLst/>
          </a:prstGeom>
          <a:noFill/>
          <a:ln>
            <a:noFill/>
          </a:ln>
        </p:spPr>
        <p:txBody>
          <a:bodyPr wrap="square" lIns="91425" tIns="91425" rIns="91425" bIns="91425" anchor="t" anchorCtr="0"/>
          <a:lstStyle>
            <a:lvl1pPr lvl="0"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1pPr>
            <a:lvl2pPr lvl="1"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2pPr>
            <a:lvl3pPr lvl="2"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3pPr>
            <a:lvl4pPr lvl="3"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4pPr>
            <a:lvl5pPr lvl="4"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5pPr>
            <a:lvl6pPr lvl="5"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6pPr>
            <a:lvl7pPr lvl="6"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7pPr>
            <a:lvl8pPr lvl="7"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8pPr>
            <a:lvl9pPr lvl="8" algn="l">
              <a:lnSpc>
                <a:spcPct val="100000"/>
              </a:lnSpc>
              <a:spcBef>
                <a:spcPts val="0"/>
              </a:spcBef>
              <a:spcAft>
                <a:spcPts val="0"/>
              </a:spcAft>
              <a:buClr>
                <a:srgbClr val="125284"/>
              </a:buClr>
              <a:buSzPts val="1800"/>
              <a:buFont typeface="Poppins"/>
              <a:buNone/>
              <a:defRPr sz="2400" b="0" i="0" u="none" strike="noStrike">
                <a:solidFill>
                  <a:srgbClr val="125284"/>
                </a:solidFill>
                <a:latin typeface="Poppins"/>
                <a:ea typeface="Poppins"/>
              </a:defRPr>
            </a:lvl9pPr>
          </a:lstStyle>
          <a:p>
            <a:pPr marL="0" lvl="0" indent="0" algn="l" defTabSz="914400">
              <a:lnSpc>
                <a:spcPct val="100000"/>
              </a:lnSpc>
              <a:spcBef>
                <a:spcPts val="0"/>
              </a:spcBef>
              <a:spcAft>
                <a:spcPts val="0"/>
              </a:spcAft>
              <a:buClr>
                <a:srgbClr val="125284"/>
              </a:buClr>
              <a:buSzPts val="1800"/>
              <a:buFont typeface="Poppins"/>
              <a:buNone/>
              <a:defRPr/>
            </a:pPr>
            <a:r>
              <a:rPr lang="en-US" altLang="en-US" sz="2400" b="1" i="0" u="none" strike="noStrike" kern="0" spc="0" baseline="0">
                <a:ln>
                  <a:noFill/>
                </a:ln>
                <a:solidFill>
                  <a:srgbClr val="125284"/>
                </a:solidFill>
                <a:effectLst/>
                <a:latin typeface="Microsoft YaHei"/>
                <a:ea typeface="Microsoft YaHei"/>
              </a:rPr>
              <a:t>A</a:t>
            </a:r>
            <a:r>
              <a:rPr lang="zh-CN" altLang="zh-CN" sz="2400" b="1" i="0" u="none" strike="noStrike" kern="0" spc="0" baseline="0">
                <a:ln>
                  <a:noFill/>
                </a:ln>
                <a:solidFill>
                  <a:srgbClr val="125284"/>
                </a:solidFill>
                <a:effectLst/>
                <a:latin typeface="Microsoft YaHei"/>
                <a:ea typeface="Microsoft YaHei"/>
              </a:rPr>
              <a:t>ward – 2023年荣获总统设立的“社会企业最佳贡献奖”</a:t>
            </a:r>
          </a:p>
        </p:txBody>
      </p:sp>
    </p:spTree>
    <p:extLst>
      <p:ext uri="{BB962C8B-B14F-4D97-AF65-F5344CB8AC3E}">
        <p14:creationId xmlns:p14="http://schemas.microsoft.com/office/powerpoint/2010/main" val="268389206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75">
          <a:extLst>
            <a:ext uri="{FF2B5EF4-FFF2-40B4-BE49-F238E27FC236}">
              <a16:creationId xmlns:a16="http://schemas.microsoft.com/office/drawing/2014/main" id="{77A1F593-98E3-1AF2-E998-8BFFE971E689}"/>
            </a:ext>
          </a:extLst>
        </p:cNvPr>
        <p:cNvGrpSpPr/>
        <p:nvPr/>
      </p:nvGrpSpPr>
      <p:grpSpPr>
        <a:xfrm>
          <a:off x="0" y="0"/>
          <a:ext cx="0" cy="0"/>
          <a:chOff x="0" y="0"/>
          <a:chExt cx="0" cy="0"/>
        </a:xfrm>
      </p:grpSpPr>
      <p:graphicFrame>
        <p:nvGraphicFramePr>
          <p:cNvPr id="676" name="Google Shape;676;p109">
            <a:extLst>
              <a:ext uri="{FF2B5EF4-FFF2-40B4-BE49-F238E27FC236}">
                <a16:creationId xmlns:a16="http://schemas.microsoft.com/office/drawing/2014/main" id="{B600AB48-C6CD-C8AE-D5EB-01350A05559B}"/>
              </a:ext>
            </a:extLst>
          </p:cNvPr>
          <p:cNvGraphicFramePr/>
          <p:nvPr/>
        </p:nvGraphicFramePr>
        <p:xfrm>
          <a:off x="0" y="767995"/>
          <a:ext cx="9144000" cy="4174475"/>
        </p:xfrm>
        <a:graphic>
          <a:graphicData uri="http://schemas.openxmlformats.org/drawingml/2006/table">
            <a:tbl>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882890">
                <a:tc>
                  <a:txBody>
                    <a:bodyPr/>
                    <a:lstStyle/>
                    <a:p>
                      <a:pPr marL="0" lvl="0" indent="0" algn="ctr">
                        <a:spcBef>
                          <a:spcPts val="0"/>
                        </a:spcBef>
                        <a:spcAft>
                          <a:spcPts val="0"/>
                        </a:spcAft>
                        <a:buNone/>
                      </a:pPr>
                      <a:r>
                        <a:rPr lang="zh-CN" altLang="zh-CN" sz="1800" b="1" i="0" u="none" strike="noStrike" kern="1200">
                          <a:solidFill>
                            <a:srgbClr val="125284"/>
                          </a:solidFill>
                          <a:latin typeface="微软雅黑"/>
                          <a:ea typeface="微软雅黑"/>
                        </a:rPr>
                        <a:t>青少年</a:t>
                      </a:r>
                    </a:p>
                  </a:txBody>
                  <a:tcPr marL="91425" marR="91425" marT="91425" marB="91425">
                    <a:lnL>
                      <a:noFill/>
                    </a:lnL>
                    <a:lnR>
                      <a:noFill/>
                    </a:lnR>
                    <a:lnT>
                      <a:noFill/>
                    </a:lnT>
                    <a:lnB>
                      <a:noFill/>
                    </a:lnB>
                    <a:noFill/>
                  </a:tcPr>
                </a:tc>
                <a:tc>
                  <a:txBody>
                    <a:bodyPr/>
                    <a:lstStyle/>
                    <a:p>
                      <a:pPr marL="0" lvl="0" indent="0" algn="ctr" defTabSz="914400">
                        <a:spcBef>
                          <a:spcPts val="0"/>
                        </a:spcBef>
                        <a:spcAft>
                          <a:spcPts val="0"/>
                        </a:spcAft>
                        <a:buNone/>
                      </a:pPr>
                      <a:r>
                        <a:rPr lang="zh-CN" altLang="zh-CN" sz="1800" b="1" i="0" u="none" strike="noStrike" kern="1200">
                          <a:solidFill>
                            <a:srgbClr val="125284"/>
                          </a:solidFill>
                          <a:latin typeface="微软雅黑"/>
                          <a:ea typeface="微软雅黑"/>
                        </a:rPr>
                        <a:t>年长人士</a:t>
                      </a:r>
                    </a:p>
                  </a:txBody>
                  <a:tcPr marL="91425" marR="91425" marT="91425" marB="91425">
                    <a:lnL>
                      <a:noFill/>
                    </a:lnL>
                    <a:lnR>
                      <a:noFill/>
                    </a:lnR>
                    <a:lnT>
                      <a:noFill/>
                    </a:lnT>
                    <a:lnB>
                      <a:noFill/>
                    </a:lnB>
                    <a:noFill/>
                  </a:tcPr>
                </a:tc>
                <a:tc>
                  <a:txBody>
                    <a:bodyPr/>
                    <a:lstStyle/>
                    <a:p>
                      <a:pPr marL="0" lvl="0" indent="0" algn="ctr" defTabSz="914400">
                        <a:spcBef>
                          <a:spcPts val="0"/>
                        </a:spcBef>
                        <a:spcAft>
                          <a:spcPts val="0"/>
                        </a:spcAft>
                        <a:buNone/>
                      </a:pPr>
                      <a:r>
                        <a:rPr lang="zh-CN" altLang="zh-CN" sz="1800" b="1" i="0" u="none" strike="noStrike" kern="1200">
                          <a:solidFill>
                            <a:srgbClr val="125284"/>
                          </a:solidFill>
                          <a:latin typeface="微软雅黑"/>
                          <a:ea typeface="微软雅黑"/>
                        </a:rPr>
                        <a:t>环境保护</a:t>
                      </a:r>
                    </a:p>
                  </a:txBody>
                  <a:tcPr marL="91425" marR="91425" marT="91425" marB="91425">
                    <a:lnL>
                      <a:noFill/>
                    </a:lnL>
                    <a:lnR>
                      <a:noFill/>
                    </a:lnR>
                    <a:lnT>
                      <a:noFill/>
                    </a:lnT>
                    <a:lnB>
                      <a:noFill/>
                    </a:lnB>
                    <a:noFill/>
                  </a:tcPr>
                </a:tc>
                <a:tc>
                  <a:txBody>
                    <a:bodyPr/>
                    <a:lstStyle/>
                    <a:p>
                      <a:pPr marL="0" lvl="0" indent="0" algn="ctr" defTabSz="914400">
                        <a:spcBef>
                          <a:spcPts val="0"/>
                        </a:spcBef>
                        <a:spcAft>
                          <a:spcPts val="0"/>
                        </a:spcAft>
                        <a:buNone/>
                      </a:pPr>
                      <a:r>
                        <a:rPr lang="zh-CN" altLang="zh-CN" sz="1800" b="1" i="0" u="none" strike="noStrike" kern="1200">
                          <a:solidFill>
                            <a:srgbClr val="125284"/>
                          </a:solidFill>
                          <a:latin typeface="微软雅黑"/>
                          <a:ea typeface="微软雅黑"/>
                        </a:rPr>
                        <a:t>健</a:t>
                      </a:r>
                      <a:r>
                        <a:rPr lang="en-US" altLang="zh-CN" sz="1800" b="1" i="0" u="none" strike="noStrike" kern="1200">
                          <a:solidFill>
                            <a:srgbClr val="125284"/>
                          </a:solidFill>
                          <a:latin typeface="微软雅黑"/>
                          <a:ea typeface="微软雅黑"/>
                        </a:rPr>
                        <a:t> </a:t>
                      </a:r>
                      <a:r>
                        <a:rPr lang="zh-CN" altLang="zh-CN" sz="1800" b="1" i="0" u="none" strike="noStrike" kern="1200">
                          <a:solidFill>
                            <a:srgbClr val="125284"/>
                          </a:solidFill>
                          <a:latin typeface="微软雅黑"/>
                          <a:ea typeface="微软雅黑"/>
                        </a:rPr>
                        <a:t>康</a:t>
                      </a:r>
                    </a:p>
                  </a:txBody>
                  <a:tcPr marL="91425" marR="91425" marT="91425" marB="91425">
                    <a:lnL>
                      <a:noFill/>
                    </a:lnL>
                    <a:lnR>
                      <a:noFill/>
                    </a:lnR>
                    <a:lnT>
                      <a:noFill/>
                    </a:lnT>
                    <a:lnB>
                      <a:noFill/>
                    </a:lnB>
                    <a:noFill/>
                  </a:tcPr>
                </a:tc>
                <a:tc>
                  <a:txBody>
                    <a:bodyPr/>
                    <a:lstStyle/>
                    <a:p>
                      <a:pPr marL="0" lvl="0" indent="0" algn="ctr" defTabSz="914400">
                        <a:spcBef>
                          <a:spcPts val="0"/>
                        </a:spcBef>
                        <a:spcAft>
                          <a:spcPts val="0"/>
                        </a:spcAft>
                        <a:buNone/>
                      </a:pPr>
                      <a:r>
                        <a:rPr lang="zh-CN" altLang="zh-CN" sz="1800" b="1" i="0" u="none" strike="noStrike" kern="1200">
                          <a:solidFill>
                            <a:srgbClr val="125284"/>
                          </a:solidFill>
                          <a:latin typeface="微软雅黑"/>
                          <a:ea typeface="微软雅黑"/>
                        </a:rPr>
                        <a:t>残障人士</a:t>
                      </a:r>
                    </a:p>
                  </a:txBody>
                  <a:tcPr marL="91425" marR="91425" marT="91425" marB="91425">
                    <a:lnL>
                      <a:noFill/>
                    </a:lnL>
                    <a:lnR>
                      <a:noFill/>
                    </a:lnR>
                    <a:lnT>
                      <a:noFill/>
                    </a:lnT>
                    <a:lnB>
                      <a:noFill/>
                    </a:lnB>
                    <a:noFill/>
                  </a:tcPr>
                </a:tc>
                <a:extLst>
                  <a:ext uri="{0D108BD9-81ED-4DB2-BD59-A6C34878D82A}">
                    <a16:rowId xmlns:a16="http://schemas.microsoft.com/office/drawing/2014/main" val="10000"/>
                  </a:ext>
                </a:extLst>
              </a:tr>
              <a:tr h="1097508">
                <a:tc>
                  <a:txBody>
                    <a:bodyPr/>
                    <a:lstStyle/>
                    <a:p>
                      <a:pPr marL="0" lvl="0" indent="0" algn="ctr">
                        <a:spcBef>
                          <a:spcPts val="0"/>
                        </a:spcBef>
                        <a:spcAft>
                          <a:spcPts val="0"/>
                        </a:spcAft>
                        <a:buNone/>
                      </a:pPr>
                      <a:endParaRPr sz="1900" b="1">
                        <a:latin typeface="Al Bayan Plain"/>
                        <a:ea typeface="Nunito Sans"/>
                      </a:endParaRPr>
                    </a:p>
                  </a:txBody>
                  <a:tcPr marL="91425" marR="91425" marT="91425" marB="91425">
                    <a:lnL>
                      <a:noFill/>
                    </a:lnL>
                    <a:lnR>
                      <a:noFill/>
                    </a:lnR>
                    <a:lnT>
                      <a:noFill/>
                    </a:lnT>
                    <a:lnB>
                      <a:noFill/>
                    </a:lnB>
                    <a:noFill/>
                  </a:tcPr>
                </a:tc>
                <a:tc>
                  <a:txBody>
                    <a:bodyPr/>
                    <a:lstStyle/>
                    <a:p>
                      <a:pPr marL="0" lvl="0" indent="0" algn="ctr">
                        <a:spcBef>
                          <a:spcPts val="0"/>
                        </a:spcBef>
                        <a:spcAft>
                          <a:spcPts val="0"/>
                        </a:spcAft>
                        <a:buNone/>
                      </a:pPr>
                      <a:endParaRPr sz="1900" b="1">
                        <a:latin typeface="Al Bayan Plain"/>
                        <a:ea typeface="Nunito Sans"/>
                      </a:endParaRPr>
                    </a:p>
                  </a:txBody>
                  <a:tcPr marL="91425" marR="91425" marT="91425" marB="91425">
                    <a:lnL>
                      <a:noFill/>
                    </a:lnL>
                    <a:lnR>
                      <a:noFill/>
                    </a:lnR>
                    <a:lnT>
                      <a:noFill/>
                    </a:lnT>
                    <a:lnB>
                      <a:noFill/>
                    </a:lnB>
                    <a:noFill/>
                  </a:tcPr>
                </a:tc>
                <a:tc>
                  <a:txBody>
                    <a:bodyPr/>
                    <a:lstStyle/>
                    <a:p>
                      <a:pPr marL="0" lvl="0" indent="0" algn="ctr">
                        <a:spcBef>
                          <a:spcPts val="0"/>
                        </a:spcBef>
                        <a:spcAft>
                          <a:spcPts val="0"/>
                        </a:spcAft>
                        <a:buNone/>
                      </a:pPr>
                      <a:endParaRPr sz="1900" b="1">
                        <a:latin typeface="Al Bayan Plain"/>
                        <a:ea typeface="Nunito Sans"/>
                      </a:endParaRPr>
                    </a:p>
                  </a:txBody>
                  <a:tcPr marL="91425" marR="91425" marT="91425" marB="91425">
                    <a:lnL>
                      <a:noFill/>
                    </a:lnL>
                    <a:lnR>
                      <a:noFill/>
                    </a:lnR>
                    <a:lnT>
                      <a:noFill/>
                    </a:lnT>
                    <a:lnB>
                      <a:noFill/>
                    </a:lnB>
                    <a:noFill/>
                  </a:tcPr>
                </a:tc>
                <a:tc>
                  <a:txBody>
                    <a:bodyPr/>
                    <a:lstStyle/>
                    <a:p>
                      <a:pPr marL="0" lvl="0" indent="0" algn="ctr">
                        <a:spcBef>
                          <a:spcPts val="0"/>
                        </a:spcBef>
                        <a:spcAft>
                          <a:spcPts val="0"/>
                        </a:spcAft>
                        <a:buNone/>
                      </a:pPr>
                      <a:endParaRPr sz="1900" b="1">
                        <a:latin typeface="Al Bayan Plain"/>
                        <a:ea typeface="Nunito Sans"/>
                      </a:endParaRPr>
                    </a:p>
                  </a:txBody>
                  <a:tcPr marL="91425" marR="91425" marT="91425" marB="91425">
                    <a:lnL>
                      <a:noFill/>
                    </a:lnL>
                    <a:lnR>
                      <a:noFill/>
                    </a:lnR>
                    <a:lnT>
                      <a:noFill/>
                    </a:lnT>
                    <a:lnB>
                      <a:noFill/>
                    </a:lnB>
                    <a:noFill/>
                  </a:tcPr>
                </a:tc>
                <a:tc>
                  <a:txBody>
                    <a:bodyPr/>
                    <a:lstStyle/>
                    <a:p>
                      <a:pPr marL="0" lvl="0" indent="0" algn="ctr">
                        <a:spcBef>
                          <a:spcPts val="0"/>
                        </a:spcBef>
                        <a:spcAft>
                          <a:spcPts val="0"/>
                        </a:spcAft>
                        <a:buNone/>
                      </a:pPr>
                      <a:endParaRPr sz="1900" b="1">
                        <a:latin typeface="Al Bayan Plain"/>
                        <a:ea typeface="Nunito Sans"/>
                      </a:endParaRPr>
                    </a:p>
                  </a:txBody>
                  <a:tcPr marL="91425" marR="91425" marT="91425" marB="91425">
                    <a:lnL>
                      <a:noFill/>
                    </a:lnL>
                    <a:lnR>
                      <a:noFill/>
                    </a:lnR>
                    <a:lnT>
                      <a:noFill/>
                    </a:lnT>
                    <a:lnB>
                      <a:noFill/>
                    </a:lnB>
                    <a:noFill/>
                  </a:tcPr>
                </a:tc>
                <a:extLst>
                  <a:ext uri="{0D108BD9-81ED-4DB2-BD59-A6C34878D82A}">
                    <a16:rowId xmlns:a16="http://schemas.microsoft.com/office/drawing/2014/main" val="10001"/>
                  </a:ext>
                </a:extLst>
              </a:tr>
              <a:tr h="1096569">
                <a:tc>
                  <a:txBody>
                    <a:bodyPr/>
                    <a:lstStyle/>
                    <a:p>
                      <a:pPr marL="0" lvl="0" indent="0" algn="ctr">
                        <a:spcBef>
                          <a:spcPts val="0"/>
                        </a:spcBef>
                        <a:spcAft>
                          <a:spcPts val="0"/>
                        </a:spcAft>
                        <a:buNone/>
                      </a:pPr>
                      <a:endParaRPr sz="1900" b="1">
                        <a:latin typeface="Al Bayan Plain"/>
                        <a:ea typeface="Nunito Sans"/>
                      </a:endParaRPr>
                    </a:p>
                  </a:txBody>
                  <a:tcPr marL="91425" marR="91425" marT="91425" marB="91425">
                    <a:lnL>
                      <a:noFill/>
                    </a:lnL>
                    <a:lnR>
                      <a:noFill/>
                    </a:lnR>
                    <a:lnT>
                      <a:noFill/>
                    </a:lnT>
                    <a:lnB>
                      <a:noFill/>
                    </a:lnB>
                    <a:noFill/>
                  </a:tcPr>
                </a:tc>
                <a:tc>
                  <a:txBody>
                    <a:bodyPr/>
                    <a:lstStyle/>
                    <a:p>
                      <a:pPr marL="0" lvl="0" indent="0" algn="ctr">
                        <a:spcBef>
                          <a:spcPts val="0"/>
                        </a:spcBef>
                        <a:spcAft>
                          <a:spcPts val="0"/>
                        </a:spcAft>
                        <a:buNone/>
                      </a:pPr>
                      <a:endParaRPr sz="1900" b="1">
                        <a:latin typeface="Al Bayan Plain"/>
                        <a:ea typeface="Nunito Sans"/>
                      </a:endParaRPr>
                    </a:p>
                  </a:txBody>
                  <a:tcPr marL="91425" marR="91425" marT="91425" marB="91425">
                    <a:lnL>
                      <a:noFill/>
                    </a:lnL>
                    <a:lnR>
                      <a:noFill/>
                    </a:lnR>
                    <a:lnT>
                      <a:noFill/>
                    </a:lnT>
                    <a:lnB>
                      <a:noFill/>
                    </a:lnB>
                    <a:noFill/>
                  </a:tcPr>
                </a:tc>
                <a:tc>
                  <a:txBody>
                    <a:bodyPr/>
                    <a:lstStyle/>
                    <a:p>
                      <a:pPr marL="0" lvl="0" indent="0" algn="ctr">
                        <a:spcBef>
                          <a:spcPts val="0"/>
                        </a:spcBef>
                        <a:spcAft>
                          <a:spcPts val="0"/>
                        </a:spcAft>
                        <a:buNone/>
                      </a:pPr>
                      <a:endParaRPr sz="1900" b="1">
                        <a:latin typeface="Al Bayan Plain"/>
                        <a:ea typeface="Nunito Sans"/>
                      </a:endParaRPr>
                    </a:p>
                  </a:txBody>
                  <a:tcPr marL="91425" marR="91425" marT="91425" marB="91425">
                    <a:lnL>
                      <a:noFill/>
                    </a:lnL>
                    <a:lnR>
                      <a:noFill/>
                    </a:lnR>
                    <a:lnT>
                      <a:noFill/>
                    </a:lnT>
                    <a:lnB>
                      <a:noFill/>
                    </a:lnB>
                    <a:noFill/>
                  </a:tcPr>
                </a:tc>
                <a:tc>
                  <a:txBody>
                    <a:bodyPr/>
                    <a:lstStyle/>
                    <a:p>
                      <a:pPr marL="0" lvl="0" indent="0" algn="ctr">
                        <a:spcBef>
                          <a:spcPts val="0"/>
                        </a:spcBef>
                        <a:spcAft>
                          <a:spcPts val="0"/>
                        </a:spcAft>
                        <a:buNone/>
                      </a:pPr>
                      <a:endParaRPr sz="1900" b="1">
                        <a:latin typeface="Al Bayan Plain"/>
                        <a:ea typeface="Nunito Sans"/>
                      </a:endParaRPr>
                    </a:p>
                  </a:txBody>
                  <a:tcPr marL="91425" marR="91425" marT="91425" marB="91425">
                    <a:lnL>
                      <a:noFill/>
                    </a:lnL>
                    <a:lnR>
                      <a:noFill/>
                    </a:lnR>
                    <a:lnT>
                      <a:noFill/>
                    </a:lnT>
                    <a:lnB>
                      <a:noFill/>
                    </a:lnB>
                    <a:noFill/>
                  </a:tcPr>
                </a:tc>
                <a:tc>
                  <a:txBody>
                    <a:bodyPr/>
                    <a:lstStyle/>
                    <a:p>
                      <a:pPr marL="0" lvl="0" indent="0" algn="ctr">
                        <a:spcBef>
                          <a:spcPts val="0"/>
                        </a:spcBef>
                        <a:spcAft>
                          <a:spcPts val="0"/>
                        </a:spcAft>
                        <a:buNone/>
                      </a:pPr>
                      <a:endParaRPr sz="1900" b="1">
                        <a:latin typeface="Al Bayan Plain"/>
                        <a:ea typeface="Nunito Sans"/>
                      </a:endParaRPr>
                    </a:p>
                  </a:txBody>
                  <a:tcPr marL="91425" marR="91425" marT="91425" marB="91425">
                    <a:lnL>
                      <a:noFill/>
                    </a:lnL>
                    <a:lnR>
                      <a:noFill/>
                    </a:lnR>
                    <a:lnT>
                      <a:noFill/>
                    </a:lnT>
                    <a:lnB>
                      <a:noFill/>
                    </a:lnB>
                    <a:noFill/>
                  </a:tcPr>
                </a:tc>
                <a:extLst>
                  <a:ext uri="{0D108BD9-81ED-4DB2-BD59-A6C34878D82A}">
                    <a16:rowId xmlns:a16="http://schemas.microsoft.com/office/drawing/2014/main" val="10002"/>
                  </a:ext>
                </a:extLst>
              </a:tr>
              <a:tr h="1097508">
                <a:tc>
                  <a:txBody>
                    <a:bodyPr/>
                    <a:lstStyle/>
                    <a:p>
                      <a:pPr marL="0" lvl="0" indent="0" algn="ctr">
                        <a:spcBef>
                          <a:spcPts val="0"/>
                        </a:spcBef>
                        <a:spcAft>
                          <a:spcPts val="0"/>
                        </a:spcAft>
                        <a:buNone/>
                      </a:pPr>
                      <a:endParaRPr sz="1900" b="1">
                        <a:latin typeface="Al Bayan Plain"/>
                        <a:ea typeface="Nunito Sans"/>
                      </a:endParaRPr>
                    </a:p>
                  </a:txBody>
                  <a:tcPr marL="91425" marR="91425" marT="91425" marB="91425">
                    <a:lnL>
                      <a:noFill/>
                    </a:lnL>
                    <a:lnR>
                      <a:noFill/>
                    </a:lnR>
                    <a:lnT>
                      <a:noFill/>
                    </a:lnT>
                    <a:lnB>
                      <a:noFill/>
                    </a:lnB>
                    <a:noFill/>
                  </a:tcPr>
                </a:tc>
                <a:tc>
                  <a:txBody>
                    <a:bodyPr/>
                    <a:lstStyle/>
                    <a:p>
                      <a:pPr marL="0" lvl="0" indent="0" algn="l">
                        <a:spcBef>
                          <a:spcPts val="0"/>
                        </a:spcBef>
                        <a:spcAft>
                          <a:spcPts val="0"/>
                        </a:spcAft>
                        <a:buNone/>
                      </a:pPr>
                      <a:endParaRPr sz="1900" b="1">
                        <a:latin typeface="Al Bayan Plain"/>
                        <a:ea typeface="Nunito Sans"/>
                      </a:endParaRPr>
                    </a:p>
                  </a:txBody>
                  <a:tcPr marL="91425" marR="91425" marT="91425" marB="91425">
                    <a:lnL>
                      <a:noFill/>
                    </a:lnL>
                    <a:lnR>
                      <a:noFill/>
                    </a:lnR>
                    <a:lnT>
                      <a:noFill/>
                    </a:lnT>
                    <a:lnB>
                      <a:noFill/>
                    </a:lnB>
                    <a:noFill/>
                  </a:tcPr>
                </a:tc>
                <a:tc>
                  <a:txBody>
                    <a:bodyPr/>
                    <a:lstStyle/>
                    <a:p>
                      <a:pPr marL="0" lvl="0" indent="0" algn="ctr">
                        <a:spcBef>
                          <a:spcPts val="0"/>
                        </a:spcBef>
                        <a:spcAft>
                          <a:spcPts val="0"/>
                        </a:spcAft>
                        <a:buNone/>
                      </a:pPr>
                      <a:endParaRPr sz="1900" b="1">
                        <a:latin typeface="Al Bayan Plain"/>
                        <a:ea typeface="Nunito Sans"/>
                      </a:endParaRPr>
                    </a:p>
                  </a:txBody>
                  <a:tcPr marL="91425" marR="91425" marT="91425" marB="91425">
                    <a:lnL>
                      <a:noFill/>
                    </a:lnL>
                    <a:lnR>
                      <a:noFill/>
                    </a:lnR>
                    <a:lnT>
                      <a:noFill/>
                    </a:lnT>
                    <a:lnB>
                      <a:noFill/>
                    </a:lnB>
                    <a:noFill/>
                  </a:tcPr>
                </a:tc>
                <a:tc>
                  <a:txBody>
                    <a:bodyPr/>
                    <a:lstStyle/>
                    <a:p>
                      <a:pPr marL="0" lvl="0" indent="0" algn="ctr">
                        <a:spcBef>
                          <a:spcPts val="0"/>
                        </a:spcBef>
                        <a:spcAft>
                          <a:spcPts val="0"/>
                        </a:spcAft>
                        <a:buNone/>
                      </a:pPr>
                      <a:endParaRPr sz="1900" b="1">
                        <a:latin typeface="Al Bayan Plain"/>
                        <a:ea typeface="Nunito Sans"/>
                      </a:endParaRPr>
                    </a:p>
                  </a:txBody>
                  <a:tcPr marL="91425" marR="91425" marT="91425" marB="91425">
                    <a:lnL>
                      <a:noFill/>
                    </a:lnL>
                    <a:lnR>
                      <a:noFill/>
                    </a:lnR>
                    <a:lnT>
                      <a:noFill/>
                    </a:lnT>
                    <a:lnB>
                      <a:noFill/>
                    </a:lnB>
                    <a:noFill/>
                  </a:tcPr>
                </a:tc>
                <a:tc>
                  <a:txBody>
                    <a:bodyPr/>
                    <a:lstStyle/>
                    <a:p>
                      <a:pPr marL="0" lvl="0" indent="0" algn="ctr">
                        <a:spcBef>
                          <a:spcPts val="0"/>
                        </a:spcBef>
                        <a:spcAft>
                          <a:spcPts val="0"/>
                        </a:spcAft>
                        <a:buNone/>
                      </a:pPr>
                      <a:endParaRPr sz="1900" b="1">
                        <a:latin typeface="Al Bayan Plain"/>
                        <a:ea typeface="Nunito Sans"/>
                      </a:endParaRPr>
                    </a:p>
                  </a:txBody>
                  <a:tcPr marL="91425" marR="91425" marT="91425" marB="91425">
                    <a:lnL>
                      <a:noFill/>
                    </a:lnL>
                    <a:lnR>
                      <a:noFill/>
                    </a:lnR>
                    <a:lnT>
                      <a:noFill/>
                    </a:lnT>
                    <a:lnB>
                      <a:noFill/>
                    </a:lnB>
                    <a:noFill/>
                  </a:tcPr>
                </a:tc>
                <a:extLst>
                  <a:ext uri="{0D108BD9-81ED-4DB2-BD59-A6C34878D82A}">
                    <a16:rowId xmlns:a16="http://schemas.microsoft.com/office/drawing/2014/main" val="10003"/>
                  </a:ext>
                </a:extLst>
              </a:tr>
            </a:tbl>
          </a:graphicData>
        </a:graphic>
      </p:graphicFrame>
      <p:sp>
        <p:nvSpPr>
          <p:cNvPr id="677" name="Google Shape;677;p109">
            <a:extLst>
              <a:ext uri="{FF2B5EF4-FFF2-40B4-BE49-F238E27FC236}">
                <a16:creationId xmlns:a16="http://schemas.microsoft.com/office/drawing/2014/main" id="{2779AC3B-244A-D220-0B8D-FE97431EB722}"/>
              </a:ext>
            </a:extLst>
          </p:cNvPr>
          <p:cNvSpPr/>
          <p:nvPr/>
        </p:nvSpPr>
        <p:spPr>
          <a:xfrm>
            <a:off x="7326994" y="2861450"/>
            <a:ext cx="1697700" cy="534000"/>
          </a:xfrm>
          <a:prstGeom prst="rect">
            <a:avLst/>
          </a:prstGeom>
          <a:solidFill>
            <a:srgbClr val="000000"/>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399" b="0" i="0" u="none" strike="noStrike" kern="0" spc="0" baseline="0">
              <a:ln>
                <a:noFill/>
              </a:ln>
              <a:solidFill>
                <a:srgbClr val="000000"/>
              </a:solidFill>
              <a:effectLst/>
              <a:latin typeface="Al Bayan Plain"/>
            </a:endParaRPr>
          </a:p>
        </p:txBody>
      </p:sp>
      <p:sp>
        <p:nvSpPr>
          <p:cNvPr id="678" name="Google Shape;678;p109">
            <a:extLst>
              <a:ext uri="{FF2B5EF4-FFF2-40B4-BE49-F238E27FC236}">
                <a16:creationId xmlns:a16="http://schemas.microsoft.com/office/drawing/2014/main" id="{3A5FE597-3789-4A31-D082-D7504DA4466B}"/>
              </a:ext>
            </a:extLst>
          </p:cNvPr>
          <p:cNvSpPr txBox="1">
            <a:spLocks noGrp="1"/>
          </p:cNvSpPr>
          <p:nvPr>
            <p:ph type="title"/>
          </p:nvPr>
        </p:nvSpPr>
        <p:spPr>
          <a:xfrm>
            <a:off x="93825" y="154125"/>
            <a:ext cx="5692577" cy="309600"/>
          </a:xfrm>
          <a:prstGeom prst="rect">
            <a:avLst/>
          </a:prstGeom>
        </p:spPr>
        <p:txBody>
          <a:bodyPr wrap="square" lIns="91425" tIns="91425" rIns="91425" bIns="91425" anchor="t" anchorCtr="0"/>
          <a:lstStyle/>
          <a:p>
            <a:pPr lvl="0"/>
            <a:r>
              <a:rPr lang="en-US" altLang="en-US" sz="2400" b="1">
                <a:latin typeface="微软雅黑"/>
                <a:ea typeface="微软雅黑"/>
              </a:rPr>
              <a:t>Empact</a:t>
            </a:r>
            <a:r>
              <a:rPr lang="zh-CN" altLang="zh-CN" sz="2400" b="1">
                <a:latin typeface="微软雅黑"/>
                <a:ea typeface="微软雅黑"/>
              </a:rPr>
              <a:t>专注领域及部分公益客户</a:t>
            </a:r>
          </a:p>
        </p:txBody>
      </p:sp>
      <p:pic>
        <p:nvPicPr>
          <p:cNvPr id="679" name="Google Shape;679;p109">
            <a:extLst>
              <a:ext uri="{FF2B5EF4-FFF2-40B4-BE49-F238E27FC236}">
                <a16:creationId xmlns:a16="http://schemas.microsoft.com/office/drawing/2014/main" id="{210B8178-6706-EE41-6F6A-E0038B8D8823}"/>
              </a:ext>
            </a:extLst>
          </p:cNvPr>
          <p:cNvPicPr preferRelativeResize="0">
            <a:picLocks/>
          </p:cNvPicPr>
          <p:nvPr/>
        </p:nvPicPr>
        <p:blipFill>
          <a:blip r:embed="rId3"/>
          <a:stretch>
            <a:fillRect/>
          </a:stretch>
        </p:blipFill>
        <p:spPr>
          <a:xfrm>
            <a:off x="394900" y="1380425"/>
            <a:ext cx="963976" cy="995475"/>
          </a:xfrm>
          <a:prstGeom prst="rect">
            <a:avLst/>
          </a:prstGeom>
          <a:noFill/>
          <a:ln>
            <a:noFill/>
          </a:ln>
        </p:spPr>
      </p:pic>
      <p:pic>
        <p:nvPicPr>
          <p:cNvPr id="681" name="Google Shape;681;p109">
            <a:extLst>
              <a:ext uri="{FF2B5EF4-FFF2-40B4-BE49-F238E27FC236}">
                <a16:creationId xmlns:a16="http://schemas.microsoft.com/office/drawing/2014/main" id="{85A2ADA8-2E15-662A-21D7-90EB5190E899}"/>
              </a:ext>
            </a:extLst>
          </p:cNvPr>
          <p:cNvPicPr preferRelativeResize="0">
            <a:picLocks/>
          </p:cNvPicPr>
          <p:nvPr/>
        </p:nvPicPr>
        <p:blipFill>
          <a:blip r:embed="rId4"/>
          <a:stretch>
            <a:fillRect/>
          </a:stretch>
        </p:blipFill>
        <p:spPr>
          <a:xfrm>
            <a:off x="212637" y="3994351"/>
            <a:ext cx="1442650" cy="598550"/>
          </a:xfrm>
          <a:prstGeom prst="rect">
            <a:avLst/>
          </a:prstGeom>
          <a:noFill/>
          <a:ln>
            <a:noFill/>
          </a:ln>
        </p:spPr>
      </p:pic>
      <p:pic>
        <p:nvPicPr>
          <p:cNvPr id="682" name="Google Shape;682;p109">
            <a:extLst>
              <a:ext uri="{FF2B5EF4-FFF2-40B4-BE49-F238E27FC236}">
                <a16:creationId xmlns:a16="http://schemas.microsoft.com/office/drawing/2014/main" id="{081FAD48-7E49-9A20-77F6-4F50B924E9B1}"/>
              </a:ext>
            </a:extLst>
          </p:cNvPr>
          <p:cNvPicPr preferRelativeResize="0">
            <a:picLocks/>
          </p:cNvPicPr>
          <p:nvPr/>
        </p:nvPicPr>
        <p:blipFill>
          <a:blip r:embed="rId5"/>
          <a:stretch>
            <a:fillRect/>
          </a:stretch>
        </p:blipFill>
        <p:spPr>
          <a:xfrm>
            <a:off x="1976164" y="4161875"/>
            <a:ext cx="1627857" cy="471900"/>
          </a:xfrm>
          <a:prstGeom prst="rect">
            <a:avLst/>
          </a:prstGeom>
          <a:noFill/>
          <a:ln>
            <a:noFill/>
          </a:ln>
        </p:spPr>
      </p:pic>
      <p:pic>
        <p:nvPicPr>
          <p:cNvPr id="683" name="Google Shape;683;p109">
            <a:extLst>
              <a:ext uri="{FF2B5EF4-FFF2-40B4-BE49-F238E27FC236}">
                <a16:creationId xmlns:a16="http://schemas.microsoft.com/office/drawing/2014/main" id="{21ABAD1E-7D73-3F40-CD27-C7483EFFF61B}"/>
              </a:ext>
            </a:extLst>
          </p:cNvPr>
          <p:cNvPicPr preferRelativeResize="0">
            <a:picLocks/>
          </p:cNvPicPr>
          <p:nvPr/>
        </p:nvPicPr>
        <p:blipFill>
          <a:blip r:embed="rId6"/>
          <a:stretch>
            <a:fillRect/>
          </a:stretch>
        </p:blipFill>
        <p:spPr>
          <a:xfrm>
            <a:off x="2231928" y="1496439"/>
            <a:ext cx="1196072" cy="763450"/>
          </a:xfrm>
          <a:prstGeom prst="rect">
            <a:avLst/>
          </a:prstGeom>
          <a:noFill/>
          <a:ln>
            <a:noFill/>
          </a:ln>
        </p:spPr>
      </p:pic>
      <p:pic>
        <p:nvPicPr>
          <p:cNvPr id="684" name="Google Shape;684;p109">
            <a:extLst>
              <a:ext uri="{FF2B5EF4-FFF2-40B4-BE49-F238E27FC236}">
                <a16:creationId xmlns:a16="http://schemas.microsoft.com/office/drawing/2014/main" id="{78C732F7-5624-4B61-546F-82F28DFC87F1}"/>
              </a:ext>
            </a:extLst>
          </p:cNvPr>
          <p:cNvPicPr preferRelativeResize="0">
            <a:picLocks/>
          </p:cNvPicPr>
          <p:nvPr/>
        </p:nvPicPr>
        <p:blipFill>
          <a:blip r:embed="rId7"/>
          <a:stretch>
            <a:fillRect/>
          </a:stretch>
        </p:blipFill>
        <p:spPr>
          <a:xfrm>
            <a:off x="2325389" y="2655900"/>
            <a:ext cx="813417" cy="1069096"/>
          </a:xfrm>
          <a:prstGeom prst="rect">
            <a:avLst/>
          </a:prstGeom>
          <a:noFill/>
          <a:ln>
            <a:noFill/>
          </a:ln>
        </p:spPr>
      </p:pic>
      <p:pic>
        <p:nvPicPr>
          <p:cNvPr id="685" name="Google Shape;685;p109">
            <a:extLst>
              <a:ext uri="{FF2B5EF4-FFF2-40B4-BE49-F238E27FC236}">
                <a16:creationId xmlns:a16="http://schemas.microsoft.com/office/drawing/2014/main" id="{7424EF94-3A34-5441-5552-627A5954E26F}"/>
              </a:ext>
            </a:extLst>
          </p:cNvPr>
          <p:cNvPicPr preferRelativeResize="0">
            <a:picLocks/>
          </p:cNvPicPr>
          <p:nvPr/>
        </p:nvPicPr>
        <p:blipFill>
          <a:blip r:embed="rId8"/>
          <a:stretch>
            <a:fillRect/>
          </a:stretch>
        </p:blipFill>
        <p:spPr>
          <a:xfrm>
            <a:off x="3709132" y="2923476"/>
            <a:ext cx="1627850" cy="533945"/>
          </a:xfrm>
          <a:prstGeom prst="rect">
            <a:avLst/>
          </a:prstGeom>
          <a:noFill/>
          <a:ln>
            <a:noFill/>
          </a:ln>
        </p:spPr>
      </p:pic>
      <p:pic>
        <p:nvPicPr>
          <p:cNvPr id="686" name="Google Shape;686;p109">
            <a:extLst>
              <a:ext uri="{FF2B5EF4-FFF2-40B4-BE49-F238E27FC236}">
                <a16:creationId xmlns:a16="http://schemas.microsoft.com/office/drawing/2014/main" id="{A7EED287-096B-640C-C0CB-6EB959E4422D}"/>
              </a:ext>
            </a:extLst>
          </p:cNvPr>
          <p:cNvPicPr preferRelativeResize="0">
            <a:picLocks/>
          </p:cNvPicPr>
          <p:nvPr/>
        </p:nvPicPr>
        <p:blipFill>
          <a:blip r:embed="rId9"/>
          <a:stretch>
            <a:fillRect/>
          </a:stretch>
        </p:blipFill>
        <p:spPr>
          <a:xfrm>
            <a:off x="4301049" y="1403671"/>
            <a:ext cx="813400" cy="948967"/>
          </a:xfrm>
          <a:prstGeom prst="rect">
            <a:avLst/>
          </a:prstGeom>
          <a:noFill/>
          <a:ln>
            <a:noFill/>
          </a:ln>
        </p:spPr>
      </p:pic>
      <p:pic>
        <p:nvPicPr>
          <p:cNvPr id="687" name="Google Shape;687;p109">
            <a:extLst>
              <a:ext uri="{FF2B5EF4-FFF2-40B4-BE49-F238E27FC236}">
                <a16:creationId xmlns:a16="http://schemas.microsoft.com/office/drawing/2014/main" id="{9B76F00C-11BA-87CA-7CB0-7ABE7BAFDFAB}"/>
              </a:ext>
            </a:extLst>
          </p:cNvPr>
          <p:cNvPicPr preferRelativeResize="0">
            <a:picLocks/>
          </p:cNvPicPr>
          <p:nvPr/>
        </p:nvPicPr>
        <p:blipFill>
          <a:blip r:embed="rId10"/>
          <a:stretch>
            <a:fillRect/>
          </a:stretch>
        </p:blipFill>
        <p:spPr>
          <a:xfrm>
            <a:off x="3767140" y="4262163"/>
            <a:ext cx="1627850" cy="271323"/>
          </a:xfrm>
          <a:prstGeom prst="rect">
            <a:avLst/>
          </a:prstGeom>
          <a:noFill/>
          <a:ln>
            <a:noFill/>
          </a:ln>
        </p:spPr>
      </p:pic>
      <p:pic>
        <p:nvPicPr>
          <p:cNvPr id="688" name="Google Shape;688;p109">
            <a:extLst>
              <a:ext uri="{FF2B5EF4-FFF2-40B4-BE49-F238E27FC236}">
                <a16:creationId xmlns:a16="http://schemas.microsoft.com/office/drawing/2014/main" id="{467937BD-9AF7-6BD2-D9CE-4ACE376B7282}"/>
              </a:ext>
            </a:extLst>
          </p:cNvPr>
          <p:cNvPicPr preferRelativeResize="0">
            <a:picLocks/>
          </p:cNvPicPr>
          <p:nvPr/>
        </p:nvPicPr>
        <p:blipFill rotWithShape="1">
          <a:blip r:embed="rId11"/>
          <a:srcRect t="21830" b="25194"/>
          <a:stretch>
            <a:fillRect/>
          </a:stretch>
        </p:blipFill>
        <p:spPr>
          <a:xfrm>
            <a:off x="5728407" y="1576739"/>
            <a:ext cx="1262390" cy="668725"/>
          </a:xfrm>
          <a:prstGeom prst="rect">
            <a:avLst/>
          </a:prstGeom>
          <a:noFill/>
          <a:ln>
            <a:noFill/>
          </a:ln>
        </p:spPr>
      </p:pic>
      <p:pic>
        <p:nvPicPr>
          <p:cNvPr id="689" name="Google Shape;689;p109">
            <a:extLst>
              <a:ext uri="{FF2B5EF4-FFF2-40B4-BE49-F238E27FC236}">
                <a16:creationId xmlns:a16="http://schemas.microsoft.com/office/drawing/2014/main" id="{E68BAE4B-8077-6761-8958-EE5FD159E50B}"/>
              </a:ext>
            </a:extLst>
          </p:cNvPr>
          <p:cNvPicPr preferRelativeResize="0">
            <a:picLocks/>
          </p:cNvPicPr>
          <p:nvPr/>
        </p:nvPicPr>
        <p:blipFill>
          <a:blip r:embed="rId12"/>
          <a:stretch>
            <a:fillRect/>
          </a:stretch>
        </p:blipFill>
        <p:spPr>
          <a:xfrm>
            <a:off x="7673950" y="1635863"/>
            <a:ext cx="1143000" cy="609600"/>
          </a:xfrm>
          <a:prstGeom prst="rect">
            <a:avLst/>
          </a:prstGeom>
          <a:noFill/>
          <a:ln>
            <a:noFill/>
          </a:ln>
        </p:spPr>
      </p:pic>
      <p:pic>
        <p:nvPicPr>
          <p:cNvPr id="691" name="Google Shape;691;p109">
            <a:extLst>
              <a:ext uri="{FF2B5EF4-FFF2-40B4-BE49-F238E27FC236}">
                <a16:creationId xmlns:a16="http://schemas.microsoft.com/office/drawing/2014/main" id="{F6BEF3A9-78B8-B98E-1A8E-2B04AE7F6308}"/>
              </a:ext>
            </a:extLst>
          </p:cNvPr>
          <p:cNvPicPr preferRelativeResize="0">
            <a:picLocks/>
          </p:cNvPicPr>
          <p:nvPr/>
        </p:nvPicPr>
        <p:blipFill>
          <a:blip r:embed="rId13"/>
          <a:stretch>
            <a:fillRect/>
          </a:stretch>
        </p:blipFill>
        <p:spPr>
          <a:xfrm>
            <a:off x="5521209" y="2932825"/>
            <a:ext cx="1676786" cy="391250"/>
          </a:xfrm>
          <a:prstGeom prst="rect">
            <a:avLst/>
          </a:prstGeom>
          <a:noFill/>
          <a:ln>
            <a:noFill/>
          </a:ln>
        </p:spPr>
      </p:pic>
      <p:pic>
        <p:nvPicPr>
          <p:cNvPr id="692" name="Google Shape;692;p109">
            <a:extLst>
              <a:ext uri="{FF2B5EF4-FFF2-40B4-BE49-F238E27FC236}">
                <a16:creationId xmlns:a16="http://schemas.microsoft.com/office/drawing/2014/main" id="{91BFA228-A74D-6257-6286-276A589F44E7}"/>
              </a:ext>
            </a:extLst>
          </p:cNvPr>
          <p:cNvPicPr preferRelativeResize="0">
            <a:picLocks/>
          </p:cNvPicPr>
          <p:nvPr/>
        </p:nvPicPr>
        <p:blipFill>
          <a:blip r:embed="rId14"/>
          <a:stretch>
            <a:fillRect/>
          </a:stretch>
        </p:blipFill>
        <p:spPr>
          <a:xfrm>
            <a:off x="7324281" y="2939068"/>
            <a:ext cx="1664290" cy="393495"/>
          </a:xfrm>
          <a:prstGeom prst="rect">
            <a:avLst/>
          </a:prstGeom>
          <a:noFill/>
          <a:ln>
            <a:noFill/>
          </a:ln>
        </p:spPr>
      </p:pic>
      <p:cxnSp>
        <p:nvCxnSpPr>
          <p:cNvPr id="2" name="Google Shape;356;p24">
            <a:extLst>
              <a:ext uri="{FF2B5EF4-FFF2-40B4-BE49-F238E27FC236}">
                <a16:creationId xmlns:a16="http://schemas.microsoft.com/office/drawing/2014/main" id="{155F4B39-082D-EA54-3834-4E956A3C8F64}"/>
              </a:ext>
            </a:extLst>
          </p:cNvPr>
          <p:cNvCxnSpPr/>
          <p:nvPr/>
        </p:nvCxnSpPr>
        <p:spPr>
          <a:xfrm>
            <a:off x="1968181" y="1416963"/>
            <a:ext cx="0" cy="2845200"/>
          </a:xfrm>
          <a:prstGeom prst="straightConnector1">
            <a:avLst/>
          </a:prstGeom>
          <a:noFill/>
          <a:ln w="9525" cap="flat" cmpd="sng">
            <a:solidFill>
              <a:srgbClr val="7197B5"/>
            </a:solidFill>
            <a:prstDash val="dot"/>
            <a:round/>
            <a:headEnd type="none" w="med" len="med"/>
            <a:tailEnd type="none" w="med" len="med"/>
          </a:ln>
        </p:spPr>
      </p:cxnSp>
      <p:cxnSp>
        <p:nvCxnSpPr>
          <p:cNvPr id="3" name="Google Shape;356;p24">
            <a:extLst>
              <a:ext uri="{FF2B5EF4-FFF2-40B4-BE49-F238E27FC236}">
                <a16:creationId xmlns:a16="http://schemas.microsoft.com/office/drawing/2014/main" id="{7A2E77A4-2168-7050-BE34-6A035B4BDF7D}"/>
              </a:ext>
            </a:extLst>
          </p:cNvPr>
          <p:cNvCxnSpPr/>
          <p:nvPr/>
        </p:nvCxnSpPr>
        <p:spPr>
          <a:xfrm>
            <a:off x="3618175" y="1416963"/>
            <a:ext cx="0" cy="2845200"/>
          </a:xfrm>
          <a:prstGeom prst="straightConnector1">
            <a:avLst/>
          </a:prstGeom>
          <a:noFill/>
          <a:ln w="9525" cap="flat" cmpd="sng">
            <a:solidFill>
              <a:srgbClr val="7197B5"/>
            </a:solidFill>
            <a:prstDash val="dot"/>
            <a:round/>
            <a:headEnd type="none" w="med" len="med"/>
            <a:tailEnd type="none" w="med" len="med"/>
          </a:ln>
        </p:spPr>
      </p:cxnSp>
      <p:cxnSp>
        <p:nvCxnSpPr>
          <p:cNvPr id="4" name="Google Shape;356;p24">
            <a:extLst>
              <a:ext uri="{FF2B5EF4-FFF2-40B4-BE49-F238E27FC236}">
                <a16:creationId xmlns:a16="http://schemas.microsoft.com/office/drawing/2014/main" id="{E99A1A43-859F-CD27-5CD0-D38235671003}"/>
              </a:ext>
            </a:extLst>
          </p:cNvPr>
          <p:cNvCxnSpPr/>
          <p:nvPr/>
        </p:nvCxnSpPr>
        <p:spPr>
          <a:xfrm>
            <a:off x="5504420" y="1496438"/>
            <a:ext cx="0" cy="2845200"/>
          </a:xfrm>
          <a:prstGeom prst="straightConnector1">
            <a:avLst/>
          </a:prstGeom>
          <a:noFill/>
          <a:ln w="9525" cap="flat" cmpd="sng">
            <a:solidFill>
              <a:srgbClr val="7197B5"/>
            </a:solidFill>
            <a:prstDash val="dot"/>
            <a:round/>
            <a:headEnd type="none" w="med" len="med"/>
            <a:tailEnd type="none" w="med" len="med"/>
          </a:ln>
        </p:spPr>
      </p:cxnSp>
      <p:cxnSp>
        <p:nvCxnSpPr>
          <p:cNvPr id="5" name="Google Shape;356;p24">
            <a:extLst>
              <a:ext uri="{FF2B5EF4-FFF2-40B4-BE49-F238E27FC236}">
                <a16:creationId xmlns:a16="http://schemas.microsoft.com/office/drawing/2014/main" id="{D91963F6-6983-6CFA-55BC-2E86536E0F0E}"/>
              </a:ext>
            </a:extLst>
          </p:cNvPr>
          <p:cNvCxnSpPr/>
          <p:nvPr/>
        </p:nvCxnSpPr>
        <p:spPr>
          <a:xfrm>
            <a:off x="7197995" y="1448425"/>
            <a:ext cx="0" cy="2845200"/>
          </a:xfrm>
          <a:prstGeom prst="straightConnector1">
            <a:avLst/>
          </a:prstGeom>
          <a:noFill/>
          <a:ln w="9525" cap="flat" cmpd="sng">
            <a:solidFill>
              <a:srgbClr val="7197B5"/>
            </a:solidFill>
            <a:prstDash val="dot"/>
            <a:round/>
            <a:headEnd type="none" w="med" len="med"/>
            <a:tailEnd type="none" w="med" len="med"/>
          </a:ln>
        </p:spPr>
      </p:cxnSp>
      <p:pic>
        <p:nvPicPr>
          <p:cNvPr id="693" name="Google Shape;176;p21">
            <a:extLst>
              <a:ext uri="{FF2B5EF4-FFF2-40B4-BE49-F238E27FC236}">
                <a16:creationId xmlns:a16="http://schemas.microsoft.com/office/drawing/2014/main" id="{1DE1D8D8-A8BC-B0F3-7E72-ADFC70DD4119}"/>
              </a:ext>
            </a:extLst>
          </p:cNvPr>
          <p:cNvPicPr preferRelativeResize="0">
            <a:picLocks/>
          </p:cNvPicPr>
          <p:nvPr/>
        </p:nvPicPr>
        <p:blipFill>
          <a:blip r:embed="rId15"/>
          <a:stretch/>
        </p:blipFill>
        <p:spPr>
          <a:xfrm>
            <a:off x="336089" y="2673688"/>
            <a:ext cx="946865" cy="924257"/>
          </a:xfrm>
          <a:prstGeom prst="rect">
            <a:avLst/>
          </a:prstGeom>
          <a:noFill/>
          <a:ln>
            <a:noFill/>
          </a:ln>
        </p:spPr>
      </p:pic>
      <p:pic>
        <p:nvPicPr>
          <p:cNvPr id="694" name="图片 693">
            <a:extLst>
              <a:ext uri="{FF2B5EF4-FFF2-40B4-BE49-F238E27FC236}">
                <a16:creationId xmlns:a16="http://schemas.microsoft.com/office/drawing/2014/main" id="{9D37CBCD-2CF9-1101-1CB4-804D6CCD7C86}"/>
              </a:ext>
            </a:extLst>
          </p:cNvPr>
          <p:cNvPicPr>
            <a:picLocks noChangeAspect="1"/>
          </p:cNvPicPr>
          <p:nvPr/>
        </p:nvPicPr>
        <p:blipFill>
          <a:blip r:embed="rId16"/>
          <a:srcRect b="29769"/>
          <a:stretch/>
        </p:blipFill>
        <p:spPr>
          <a:xfrm>
            <a:off x="7510660" y="3668476"/>
            <a:ext cx="1477911" cy="965300"/>
          </a:xfrm>
          <a:prstGeom prst="rect">
            <a:avLst/>
          </a:prstGeom>
        </p:spPr>
      </p:pic>
      <p:pic>
        <p:nvPicPr>
          <p:cNvPr id="695" name="图片 694">
            <a:extLst>
              <a:ext uri="{FF2B5EF4-FFF2-40B4-BE49-F238E27FC236}">
                <a16:creationId xmlns:a16="http://schemas.microsoft.com/office/drawing/2014/main" id="{E7E07C3C-1D4E-37C1-7410-5B3C5F7A0225}"/>
              </a:ext>
            </a:extLst>
          </p:cNvPr>
          <p:cNvPicPr>
            <a:picLocks noChangeAspect="1"/>
          </p:cNvPicPr>
          <p:nvPr/>
        </p:nvPicPr>
        <p:blipFill>
          <a:blip r:embed="rId17"/>
          <a:stretch/>
        </p:blipFill>
        <p:spPr>
          <a:xfrm>
            <a:off x="5846832" y="4096001"/>
            <a:ext cx="1143965" cy="395250"/>
          </a:xfrm>
          <a:prstGeom prst="rect">
            <a:avLst/>
          </a:prstGeom>
        </p:spPr>
      </p:pic>
      <p:cxnSp>
        <p:nvCxnSpPr>
          <p:cNvPr id="6" name="Google Shape;356;p24">
            <a:extLst>
              <a:ext uri="{FF2B5EF4-FFF2-40B4-BE49-F238E27FC236}">
                <a16:creationId xmlns:a16="http://schemas.microsoft.com/office/drawing/2014/main" id="{C9DCABDC-EFB3-C551-DFC2-AF685288B52B}"/>
              </a:ext>
            </a:extLst>
          </p:cNvPr>
          <p:cNvCxnSpPr>
            <a:cxnSpLocks/>
          </p:cNvCxnSpPr>
          <p:nvPr/>
        </p:nvCxnSpPr>
        <p:spPr>
          <a:xfrm flipV="1">
            <a:off x="336089" y="1220434"/>
            <a:ext cx="8650557" cy="30632"/>
          </a:xfrm>
          <a:prstGeom prst="straightConnector1">
            <a:avLst/>
          </a:prstGeom>
          <a:noFill/>
          <a:ln w="9525" cap="flat" cmpd="sng">
            <a:solidFill>
              <a:srgbClr val="7197B5"/>
            </a:solidFill>
            <a:prstDash val="dot"/>
            <a:round/>
            <a:headEnd type="none" w="med" len="med"/>
            <a:tailEnd type="none" w="med" len="med"/>
          </a:ln>
        </p:spPr>
      </p:cxnSp>
    </p:spTree>
    <p:extLst>
      <p:ext uri="{BB962C8B-B14F-4D97-AF65-F5344CB8AC3E}">
        <p14:creationId xmlns:p14="http://schemas.microsoft.com/office/powerpoint/2010/main" val="123333010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15">
          <a:extLst>
            <a:ext uri="{FF2B5EF4-FFF2-40B4-BE49-F238E27FC236}">
              <a16:creationId xmlns:a16="http://schemas.microsoft.com/office/drawing/2014/main" id="{4B6B8132-ADE2-C6E1-4E61-1CA4F48ECE90}"/>
            </a:ext>
          </a:extLst>
        </p:cNvPr>
        <p:cNvGrpSpPr/>
        <p:nvPr/>
      </p:nvGrpSpPr>
      <p:grpSpPr>
        <a:xfrm>
          <a:off x="0" y="0"/>
          <a:ext cx="0" cy="0"/>
          <a:chOff x="0" y="0"/>
          <a:chExt cx="0" cy="0"/>
        </a:xfrm>
      </p:grpSpPr>
      <p:sp>
        <p:nvSpPr>
          <p:cNvPr id="716" name="Google Shape;716;p111">
            <a:extLst>
              <a:ext uri="{FF2B5EF4-FFF2-40B4-BE49-F238E27FC236}">
                <a16:creationId xmlns:a16="http://schemas.microsoft.com/office/drawing/2014/main" id="{B98BE96F-12C8-CBC1-09A1-5DC1EBA4D6D4}"/>
              </a:ext>
            </a:extLst>
          </p:cNvPr>
          <p:cNvSpPr txBox="1"/>
          <p:nvPr/>
        </p:nvSpPr>
        <p:spPr>
          <a:xfrm>
            <a:off x="170025" y="230325"/>
            <a:ext cx="5930405" cy="432900"/>
          </a:xfrm>
          <a:prstGeom prst="rect">
            <a:avLst/>
          </a:prstGeom>
          <a:noFill/>
          <a:ln>
            <a:noFill/>
          </a:ln>
        </p:spPr>
        <p:txBody>
          <a:bodyPr wrap="square" lIns="0" tIns="0" rIns="0" bIns="0" anchor="t" anchorCtr="0"/>
          <a:lstStyle/>
          <a:p>
            <a:pPr marL="0" lvl="0" indent="0" algn="l" defTabSz="914400">
              <a:lnSpc>
                <a:spcPct val="100000"/>
              </a:lnSpc>
              <a:spcBef>
                <a:spcPts val="0"/>
              </a:spcBef>
              <a:spcAft>
                <a:spcPts val="0"/>
              </a:spcAft>
              <a:buClr>
                <a:srgbClr val="000000"/>
              </a:buClr>
              <a:buSzTx/>
              <a:buFont typeface="Arial"/>
              <a:buNone/>
              <a:defRPr/>
            </a:pPr>
            <a:r>
              <a:rPr lang="en-US" altLang="en-US" sz="2400" b="1" i="0" u="none" strike="noStrike" kern="0" spc="0" baseline="0">
                <a:ln>
                  <a:noFill/>
                </a:ln>
                <a:solidFill>
                  <a:srgbClr val="000000"/>
                </a:solidFill>
                <a:effectLst/>
                <a:latin typeface="微软雅黑"/>
                <a:ea typeface="微软雅黑"/>
              </a:rPr>
              <a:t>Empact</a:t>
            </a:r>
            <a:r>
              <a:rPr lang="zh-CN" altLang="en-US" sz="2400" b="1" i="0" u="none" strike="noStrike" kern="0" spc="0" baseline="0">
                <a:ln>
                  <a:noFill/>
                </a:ln>
                <a:solidFill>
                  <a:srgbClr val="125284"/>
                </a:solidFill>
                <a:effectLst/>
                <a:latin typeface="微软雅黑"/>
                <a:ea typeface="微软雅黑"/>
              </a:rPr>
              <a:t>企业合作伙伴部分客户名单</a:t>
            </a:r>
            <a:endParaRPr lang="en-US" altLang="zh-CN" sz="2400" b="1" i="0" u="none" strike="noStrike" kern="0" spc="0" baseline="0">
              <a:ln>
                <a:noFill/>
              </a:ln>
              <a:solidFill>
                <a:srgbClr val="125284"/>
              </a:solidFill>
              <a:effectLst/>
              <a:latin typeface="微软雅黑"/>
              <a:ea typeface="微软雅黑"/>
            </a:endParaRPr>
          </a:p>
          <a:p>
            <a:pPr marL="0" lvl="0" indent="0" algn="l" defTabSz="914400">
              <a:lnSpc>
                <a:spcPct val="100000"/>
              </a:lnSpc>
              <a:spcBef>
                <a:spcPts val="0"/>
              </a:spcBef>
              <a:spcAft>
                <a:spcPts val="0"/>
              </a:spcAft>
              <a:buClr>
                <a:srgbClr val="000000"/>
              </a:buClr>
              <a:buSzTx/>
              <a:buFont typeface="Arial"/>
              <a:buNone/>
              <a:defRPr/>
            </a:pPr>
            <a:r>
              <a:rPr lang="en-GB" altLang="en-GB" sz="1800" b="0" i="0" u="none" strike="noStrike" kern="0" spc="0" baseline="0">
                <a:ln>
                  <a:noFill/>
                </a:ln>
                <a:solidFill>
                  <a:srgbClr val="FB394D"/>
                </a:solidFill>
                <a:effectLst/>
                <a:latin typeface="Poppins"/>
                <a:ea typeface="Poppins"/>
              </a:rPr>
              <a:t>–</a:t>
            </a:r>
            <a:endParaRPr sz="1800" b="0" i="0" u="none" strike="noStrike" kern="0" spc="0" baseline="0">
              <a:ln>
                <a:noFill/>
              </a:ln>
              <a:solidFill>
                <a:srgbClr val="FB394D"/>
              </a:solidFill>
              <a:effectLst/>
              <a:latin typeface="Poppins"/>
              <a:ea typeface="Poppins"/>
            </a:endParaRPr>
          </a:p>
        </p:txBody>
      </p:sp>
      <p:sp>
        <p:nvSpPr>
          <p:cNvPr id="717" name="Google Shape;717;p111">
            <a:extLst>
              <a:ext uri="{FF2B5EF4-FFF2-40B4-BE49-F238E27FC236}">
                <a16:creationId xmlns:a16="http://schemas.microsoft.com/office/drawing/2014/main" id="{0D072AEF-C228-FC87-9F40-5345B04D97A7}"/>
              </a:ext>
            </a:extLst>
          </p:cNvPr>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399" b="0" i="0" u="none" strike="noStrike" kern="0" spc="0" baseline="0">
              <a:ln>
                <a:noFill/>
              </a:ln>
              <a:solidFill>
                <a:srgbClr val="000000"/>
              </a:solidFill>
              <a:effectLst/>
              <a:latin typeface="Arial"/>
            </a:endParaRPr>
          </a:p>
        </p:txBody>
      </p:sp>
      <p:pic>
        <p:nvPicPr>
          <p:cNvPr id="718" name="Google Shape;718;p111">
            <a:extLst>
              <a:ext uri="{FF2B5EF4-FFF2-40B4-BE49-F238E27FC236}">
                <a16:creationId xmlns:a16="http://schemas.microsoft.com/office/drawing/2014/main" id="{63A7AA3E-8DC5-A2BB-EFCD-D3C2C8F9198E}"/>
              </a:ext>
            </a:extLst>
          </p:cNvPr>
          <p:cNvPicPr preferRelativeResize="0">
            <a:picLocks/>
          </p:cNvPicPr>
          <p:nvPr/>
        </p:nvPicPr>
        <p:blipFill>
          <a:blip r:embed="rId3"/>
          <a:stretch>
            <a:fillRect/>
          </a:stretch>
        </p:blipFill>
        <p:spPr>
          <a:xfrm>
            <a:off x="8071525" y="4645400"/>
            <a:ext cx="929275" cy="309750"/>
          </a:xfrm>
          <a:prstGeom prst="rect">
            <a:avLst/>
          </a:prstGeom>
          <a:noFill/>
          <a:ln>
            <a:noFill/>
          </a:ln>
        </p:spPr>
      </p:pic>
      <p:sp>
        <p:nvSpPr>
          <p:cNvPr id="719" name="Google Shape;719;p111">
            <a:extLst>
              <a:ext uri="{FF2B5EF4-FFF2-40B4-BE49-F238E27FC236}">
                <a16:creationId xmlns:a16="http://schemas.microsoft.com/office/drawing/2014/main" id="{1772B4E3-270A-3ABE-A66E-782C172607CF}"/>
              </a:ext>
            </a:extLst>
          </p:cNvPr>
          <p:cNvSpPr txBox="1"/>
          <p:nvPr/>
        </p:nvSpPr>
        <p:spPr>
          <a:xfrm>
            <a:off x="170025" y="4881400"/>
            <a:ext cx="666900" cy="109500"/>
          </a:xfrm>
          <a:prstGeom prst="rect">
            <a:avLst/>
          </a:prstGeom>
          <a:noFill/>
          <a:ln>
            <a:noFill/>
          </a:ln>
        </p:spPr>
        <p:txBody>
          <a:bodyPr wrap="square" lIns="0" tIns="0" rIns="0" bIns="0" anchor="t" anchorCtr="0"/>
          <a:lstStyle/>
          <a:p>
            <a:pPr marL="0" lvl="0" indent="0" algn="l" defTabSz="914400">
              <a:lnSpc>
                <a:spcPct val="100000"/>
              </a:lnSpc>
              <a:spcBef>
                <a:spcPts val="0"/>
              </a:spcBef>
              <a:spcAft>
                <a:spcPts val="0"/>
              </a:spcAft>
              <a:buClr>
                <a:srgbClr val="000000"/>
              </a:buClr>
              <a:buSzTx/>
              <a:buFont typeface="Arial"/>
              <a:buNone/>
              <a:defRPr/>
            </a:pPr>
            <a:r>
              <a:rPr lang="en-GB" altLang="en-GB" sz="600" b="0" i="0" u="none" strike="noStrike" kern="0" spc="0" baseline="0">
                <a:ln>
                  <a:noFill/>
                </a:ln>
                <a:solidFill>
                  <a:srgbClr val="125284"/>
                </a:solidFill>
                <a:effectLst/>
                <a:latin typeface="Rubik Medium"/>
                <a:ea typeface="Rubik Medium"/>
              </a:rPr>
              <a:t>EMPACT.SG</a:t>
            </a:r>
            <a:endParaRPr sz="600" b="0" i="0" u="none" strike="noStrike" kern="0" spc="0" baseline="0">
              <a:ln>
                <a:noFill/>
              </a:ln>
              <a:solidFill>
                <a:srgbClr val="125284"/>
              </a:solidFill>
              <a:effectLst/>
              <a:latin typeface="Rubik Medium"/>
              <a:ea typeface="Rubik Medium"/>
            </a:endParaRPr>
          </a:p>
        </p:txBody>
      </p:sp>
      <p:grpSp>
        <p:nvGrpSpPr>
          <p:cNvPr id="720" name="Google Shape;720;p111">
            <a:extLst>
              <a:ext uri="{FF2B5EF4-FFF2-40B4-BE49-F238E27FC236}">
                <a16:creationId xmlns:a16="http://schemas.microsoft.com/office/drawing/2014/main" id="{74163B53-BFFD-2C85-7D5C-87383F1D9971}"/>
              </a:ext>
            </a:extLst>
          </p:cNvPr>
          <p:cNvGrpSpPr/>
          <p:nvPr/>
        </p:nvGrpSpPr>
        <p:grpSpPr>
          <a:xfrm>
            <a:off x="2659234" y="1486022"/>
            <a:ext cx="5812636" cy="403623"/>
            <a:chOff x="2659234" y="1548595"/>
            <a:chExt cx="5812636" cy="403623"/>
          </a:xfrm>
        </p:grpSpPr>
        <p:pic>
          <p:nvPicPr>
            <p:cNvPr id="721" name="Google Shape;721;p111">
              <a:extLst>
                <a:ext uri="{FF2B5EF4-FFF2-40B4-BE49-F238E27FC236}">
                  <a16:creationId xmlns:a16="http://schemas.microsoft.com/office/drawing/2014/main" id="{ECAC33BE-F9B6-36CC-8A41-4F7BF73BBEAE}"/>
                </a:ext>
              </a:extLst>
            </p:cNvPr>
            <p:cNvPicPr preferRelativeResize="0">
              <a:picLocks/>
            </p:cNvPicPr>
            <p:nvPr/>
          </p:nvPicPr>
          <p:blipFill>
            <a:blip r:embed="rId4"/>
            <a:stretch>
              <a:fillRect/>
            </a:stretch>
          </p:blipFill>
          <p:spPr>
            <a:xfrm>
              <a:off x="2659234" y="1551683"/>
              <a:ext cx="561080" cy="344627"/>
            </a:xfrm>
            <a:prstGeom prst="rect">
              <a:avLst/>
            </a:prstGeom>
            <a:noFill/>
            <a:ln>
              <a:noFill/>
            </a:ln>
          </p:spPr>
        </p:pic>
        <p:pic>
          <p:nvPicPr>
            <p:cNvPr id="722" name="Google Shape;722;p111">
              <a:extLst>
                <a:ext uri="{FF2B5EF4-FFF2-40B4-BE49-F238E27FC236}">
                  <a16:creationId xmlns:a16="http://schemas.microsoft.com/office/drawing/2014/main" id="{8BAB6E97-7DB0-A149-BDF5-49F3E6F08B5B}"/>
                </a:ext>
              </a:extLst>
            </p:cNvPr>
            <p:cNvPicPr preferRelativeResize="0">
              <a:picLocks/>
            </p:cNvPicPr>
            <p:nvPr/>
          </p:nvPicPr>
          <p:blipFill>
            <a:blip r:embed="rId5"/>
            <a:stretch>
              <a:fillRect/>
            </a:stretch>
          </p:blipFill>
          <p:spPr>
            <a:xfrm>
              <a:off x="3923004" y="1548595"/>
              <a:ext cx="1225217" cy="350803"/>
            </a:xfrm>
            <a:prstGeom prst="rect">
              <a:avLst/>
            </a:prstGeom>
            <a:noFill/>
            <a:ln>
              <a:noFill/>
            </a:ln>
          </p:spPr>
        </p:pic>
        <p:pic>
          <p:nvPicPr>
            <p:cNvPr id="724" name="Google Shape;724;p111">
              <a:extLst>
                <a:ext uri="{FF2B5EF4-FFF2-40B4-BE49-F238E27FC236}">
                  <a16:creationId xmlns:a16="http://schemas.microsoft.com/office/drawing/2014/main" id="{B12EBFAA-B0E7-FA76-ECF2-BA179E9D5847}"/>
                </a:ext>
              </a:extLst>
            </p:cNvPr>
            <p:cNvPicPr preferRelativeResize="0">
              <a:picLocks/>
            </p:cNvPicPr>
            <p:nvPr/>
          </p:nvPicPr>
          <p:blipFill>
            <a:blip r:embed="rId6"/>
            <a:stretch>
              <a:fillRect/>
            </a:stretch>
          </p:blipFill>
          <p:spPr>
            <a:xfrm>
              <a:off x="7588469" y="1630935"/>
              <a:ext cx="883401" cy="251230"/>
            </a:xfrm>
            <a:prstGeom prst="rect">
              <a:avLst/>
            </a:prstGeom>
            <a:noFill/>
            <a:ln>
              <a:noFill/>
            </a:ln>
          </p:spPr>
        </p:pic>
      </p:grpSp>
      <p:grpSp>
        <p:nvGrpSpPr>
          <p:cNvPr id="725" name="Google Shape;725;p111">
            <a:extLst>
              <a:ext uri="{FF2B5EF4-FFF2-40B4-BE49-F238E27FC236}">
                <a16:creationId xmlns:a16="http://schemas.microsoft.com/office/drawing/2014/main" id="{5C3D734B-2EF0-AFE2-004B-13BC0EBA279D}"/>
              </a:ext>
            </a:extLst>
          </p:cNvPr>
          <p:cNvGrpSpPr/>
          <p:nvPr/>
        </p:nvGrpSpPr>
        <p:grpSpPr>
          <a:xfrm>
            <a:off x="2480276" y="2180401"/>
            <a:ext cx="4302789" cy="344627"/>
            <a:chOff x="2480276" y="2095790"/>
            <a:chExt cx="4302789" cy="344627"/>
          </a:xfrm>
        </p:grpSpPr>
        <p:pic>
          <p:nvPicPr>
            <p:cNvPr id="726" name="Google Shape;726;p111">
              <a:extLst>
                <a:ext uri="{FF2B5EF4-FFF2-40B4-BE49-F238E27FC236}">
                  <a16:creationId xmlns:a16="http://schemas.microsoft.com/office/drawing/2014/main" id="{DC9FFB60-8970-CACB-AF47-F24706FBB273}"/>
                </a:ext>
              </a:extLst>
            </p:cNvPr>
            <p:cNvPicPr preferRelativeResize="0">
              <a:picLocks/>
            </p:cNvPicPr>
            <p:nvPr/>
          </p:nvPicPr>
          <p:blipFill>
            <a:blip r:embed="rId7"/>
            <a:stretch>
              <a:fillRect/>
            </a:stretch>
          </p:blipFill>
          <p:spPr>
            <a:xfrm>
              <a:off x="2480276" y="2095790"/>
              <a:ext cx="858338" cy="344627"/>
            </a:xfrm>
            <a:prstGeom prst="rect">
              <a:avLst/>
            </a:prstGeom>
            <a:noFill/>
            <a:ln>
              <a:noFill/>
            </a:ln>
          </p:spPr>
        </p:pic>
        <p:pic>
          <p:nvPicPr>
            <p:cNvPr id="727" name="Google Shape;727;p111">
              <a:extLst>
                <a:ext uri="{FF2B5EF4-FFF2-40B4-BE49-F238E27FC236}">
                  <a16:creationId xmlns:a16="http://schemas.microsoft.com/office/drawing/2014/main" id="{4D43067C-471C-5692-E573-A43708E5CFC9}"/>
                </a:ext>
              </a:extLst>
            </p:cNvPr>
            <p:cNvPicPr preferRelativeResize="0">
              <a:picLocks/>
            </p:cNvPicPr>
            <p:nvPr/>
          </p:nvPicPr>
          <p:blipFill>
            <a:blip r:embed="rId8"/>
            <a:stretch>
              <a:fillRect/>
            </a:stretch>
          </p:blipFill>
          <p:spPr>
            <a:xfrm>
              <a:off x="4032647" y="2162979"/>
              <a:ext cx="1135171" cy="210250"/>
            </a:xfrm>
            <a:prstGeom prst="rect">
              <a:avLst/>
            </a:prstGeom>
            <a:noFill/>
            <a:ln>
              <a:noFill/>
            </a:ln>
          </p:spPr>
        </p:pic>
        <p:pic>
          <p:nvPicPr>
            <p:cNvPr id="728" name="Google Shape;728;p111">
              <a:extLst>
                <a:ext uri="{FF2B5EF4-FFF2-40B4-BE49-F238E27FC236}">
                  <a16:creationId xmlns:a16="http://schemas.microsoft.com/office/drawing/2014/main" id="{C35ABF2F-C8DD-F51D-3ABA-AF9A2318910C}"/>
                </a:ext>
              </a:extLst>
            </p:cNvPr>
            <p:cNvPicPr preferRelativeResize="0">
              <a:picLocks/>
            </p:cNvPicPr>
            <p:nvPr/>
          </p:nvPicPr>
          <p:blipFill>
            <a:blip r:embed="rId9"/>
            <a:stretch>
              <a:fillRect/>
            </a:stretch>
          </p:blipFill>
          <p:spPr>
            <a:xfrm>
              <a:off x="5709451" y="2096655"/>
              <a:ext cx="1073615" cy="342898"/>
            </a:xfrm>
            <a:prstGeom prst="rect">
              <a:avLst/>
            </a:prstGeom>
            <a:noFill/>
            <a:ln>
              <a:noFill/>
            </a:ln>
          </p:spPr>
        </p:pic>
      </p:grpSp>
      <p:grpSp>
        <p:nvGrpSpPr>
          <p:cNvPr id="729" name="Google Shape;729;p111">
            <a:extLst>
              <a:ext uri="{FF2B5EF4-FFF2-40B4-BE49-F238E27FC236}">
                <a16:creationId xmlns:a16="http://schemas.microsoft.com/office/drawing/2014/main" id="{7EF1480C-232E-1876-8503-1D6FF4AAA84E}"/>
              </a:ext>
            </a:extLst>
          </p:cNvPr>
          <p:cNvGrpSpPr/>
          <p:nvPr/>
        </p:nvGrpSpPr>
        <p:grpSpPr>
          <a:xfrm>
            <a:off x="5691086" y="2781216"/>
            <a:ext cx="3005943" cy="942083"/>
            <a:chOff x="5629700" y="2877481"/>
            <a:chExt cx="3005943" cy="942083"/>
          </a:xfrm>
        </p:grpSpPr>
        <p:pic>
          <p:nvPicPr>
            <p:cNvPr id="730" name="Google Shape;730;p111">
              <a:extLst>
                <a:ext uri="{FF2B5EF4-FFF2-40B4-BE49-F238E27FC236}">
                  <a16:creationId xmlns:a16="http://schemas.microsoft.com/office/drawing/2014/main" id="{CBC0EB49-2882-8533-316F-56EF8D1B75CF}"/>
                </a:ext>
              </a:extLst>
            </p:cNvPr>
            <p:cNvPicPr preferRelativeResize="0">
              <a:picLocks/>
            </p:cNvPicPr>
            <p:nvPr/>
          </p:nvPicPr>
          <p:blipFill>
            <a:blip r:embed="rId10"/>
            <a:stretch>
              <a:fillRect/>
            </a:stretch>
          </p:blipFill>
          <p:spPr>
            <a:xfrm>
              <a:off x="7470218" y="2922327"/>
              <a:ext cx="1165425" cy="298998"/>
            </a:xfrm>
            <a:prstGeom prst="rect">
              <a:avLst/>
            </a:prstGeom>
            <a:noFill/>
            <a:ln>
              <a:noFill/>
            </a:ln>
          </p:spPr>
        </p:pic>
        <p:pic>
          <p:nvPicPr>
            <p:cNvPr id="731" name="Google Shape;731;p111">
              <a:extLst>
                <a:ext uri="{FF2B5EF4-FFF2-40B4-BE49-F238E27FC236}">
                  <a16:creationId xmlns:a16="http://schemas.microsoft.com/office/drawing/2014/main" id="{41314AC7-F27E-3AB4-CE27-8CE8D1EF4781}"/>
                </a:ext>
              </a:extLst>
            </p:cNvPr>
            <p:cNvPicPr preferRelativeResize="0">
              <a:picLocks/>
            </p:cNvPicPr>
            <p:nvPr/>
          </p:nvPicPr>
          <p:blipFill>
            <a:blip r:embed="rId11"/>
            <a:stretch>
              <a:fillRect/>
            </a:stretch>
          </p:blipFill>
          <p:spPr>
            <a:xfrm>
              <a:off x="5629700" y="2877481"/>
              <a:ext cx="1295989" cy="342899"/>
            </a:xfrm>
            <a:prstGeom prst="rect">
              <a:avLst/>
            </a:prstGeom>
            <a:noFill/>
            <a:ln>
              <a:noFill/>
            </a:ln>
          </p:spPr>
        </p:pic>
        <p:pic>
          <p:nvPicPr>
            <p:cNvPr id="732" name="Google Shape;732;p111">
              <a:extLst>
                <a:ext uri="{FF2B5EF4-FFF2-40B4-BE49-F238E27FC236}">
                  <a16:creationId xmlns:a16="http://schemas.microsoft.com/office/drawing/2014/main" id="{5B0DC581-360A-65C3-11C2-85F9B98CB818}"/>
                </a:ext>
              </a:extLst>
            </p:cNvPr>
            <p:cNvPicPr preferRelativeResize="0">
              <a:picLocks/>
            </p:cNvPicPr>
            <p:nvPr/>
          </p:nvPicPr>
          <p:blipFill>
            <a:blip r:embed="rId12"/>
            <a:stretch>
              <a:fillRect/>
            </a:stretch>
          </p:blipFill>
          <p:spPr>
            <a:xfrm>
              <a:off x="5920447" y="3520565"/>
              <a:ext cx="726600" cy="298999"/>
            </a:xfrm>
            <a:prstGeom prst="rect">
              <a:avLst/>
            </a:prstGeom>
            <a:noFill/>
            <a:ln>
              <a:noFill/>
            </a:ln>
          </p:spPr>
        </p:pic>
      </p:grpSp>
      <p:grpSp>
        <p:nvGrpSpPr>
          <p:cNvPr id="733" name="Google Shape;733;p111">
            <a:extLst>
              <a:ext uri="{FF2B5EF4-FFF2-40B4-BE49-F238E27FC236}">
                <a16:creationId xmlns:a16="http://schemas.microsoft.com/office/drawing/2014/main" id="{9B7CA132-0A82-19D5-6273-200913FAA1ED}"/>
              </a:ext>
            </a:extLst>
          </p:cNvPr>
          <p:cNvGrpSpPr/>
          <p:nvPr/>
        </p:nvGrpSpPr>
        <p:grpSpPr>
          <a:xfrm>
            <a:off x="2273239" y="2038796"/>
            <a:ext cx="6048890" cy="1684515"/>
            <a:chOff x="2273239" y="1935642"/>
            <a:chExt cx="6048890" cy="1684515"/>
          </a:xfrm>
        </p:grpSpPr>
        <p:pic>
          <p:nvPicPr>
            <p:cNvPr id="734" name="Google Shape;734;p111">
              <a:extLst>
                <a:ext uri="{FF2B5EF4-FFF2-40B4-BE49-F238E27FC236}">
                  <a16:creationId xmlns:a16="http://schemas.microsoft.com/office/drawing/2014/main" id="{656C94AB-DF26-CBBB-7F5B-9EC20BA46EBF}"/>
                </a:ext>
              </a:extLst>
            </p:cNvPr>
            <p:cNvPicPr preferRelativeResize="0">
              <a:picLocks/>
            </p:cNvPicPr>
            <p:nvPr/>
          </p:nvPicPr>
          <p:blipFill>
            <a:blip r:embed="rId13"/>
            <a:stretch>
              <a:fillRect/>
            </a:stretch>
          </p:blipFill>
          <p:spPr>
            <a:xfrm>
              <a:off x="7805414" y="1935642"/>
              <a:ext cx="516715" cy="488280"/>
            </a:xfrm>
            <a:prstGeom prst="rect">
              <a:avLst/>
            </a:prstGeom>
            <a:noFill/>
            <a:ln>
              <a:noFill/>
            </a:ln>
          </p:spPr>
        </p:pic>
        <p:pic>
          <p:nvPicPr>
            <p:cNvPr id="735" name="Google Shape;735;p111">
              <a:extLst>
                <a:ext uri="{FF2B5EF4-FFF2-40B4-BE49-F238E27FC236}">
                  <a16:creationId xmlns:a16="http://schemas.microsoft.com/office/drawing/2014/main" id="{BD896E3F-7FAC-44B8-8B35-4B8966DFAC38}"/>
                </a:ext>
              </a:extLst>
            </p:cNvPr>
            <p:cNvPicPr preferRelativeResize="0">
              <a:picLocks/>
            </p:cNvPicPr>
            <p:nvPr/>
          </p:nvPicPr>
          <p:blipFill>
            <a:blip r:embed="rId14"/>
            <a:stretch>
              <a:fillRect/>
            </a:stretch>
          </p:blipFill>
          <p:spPr>
            <a:xfrm>
              <a:off x="4154509" y="3337051"/>
              <a:ext cx="1068250" cy="219046"/>
            </a:xfrm>
            <a:prstGeom prst="rect">
              <a:avLst/>
            </a:prstGeom>
            <a:noFill/>
            <a:ln>
              <a:noFill/>
            </a:ln>
          </p:spPr>
        </p:pic>
        <p:pic>
          <p:nvPicPr>
            <p:cNvPr id="736" name="Google Shape;736;p111">
              <a:extLst>
                <a:ext uri="{FF2B5EF4-FFF2-40B4-BE49-F238E27FC236}">
                  <a16:creationId xmlns:a16="http://schemas.microsoft.com/office/drawing/2014/main" id="{8A64B1A6-D987-6ABF-727E-0FD3C37DB360}"/>
                </a:ext>
              </a:extLst>
            </p:cNvPr>
            <p:cNvPicPr preferRelativeResize="0">
              <a:picLocks/>
            </p:cNvPicPr>
            <p:nvPr/>
          </p:nvPicPr>
          <p:blipFill>
            <a:blip r:embed="rId15"/>
            <a:stretch>
              <a:fillRect/>
            </a:stretch>
          </p:blipFill>
          <p:spPr>
            <a:xfrm>
              <a:off x="2273239" y="3318282"/>
              <a:ext cx="1295985" cy="301875"/>
            </a:xfrm>
            <a:prstGeom prst="rect">
              <a:avLst/>
            </a:prstGeom>
            <a:noFill/>
            <a:ln>
              <a:noFill/>
            </a:ln>
          </p:spPr>
        </p:pic>
      </p:grpSp>
      <p:sp>
        <p:nvSpPr>
          <p:cNvPr id="737" name="Google Shape;737;p111">
            <a:extLst>
              <a:ext uri="{FF2B5EF4-FFF2-40B4-BE49-F238E27FC236}">
                <a16:creationId xmlns:a16="http://schemas.microsoft.com/office/drawing/2014/main" id="{6B2CB08F-5E0C-1C60-13BC-ED0C18039602}"/>
              </a:ext>
            </a:extLst>
          </p:cNvPr>
          <p:cNvSpPr txBox="1"/>
          <p:nvPr/>
        </p:nvSpPr>
        <p:spPr>
          <a:xfrm>
            <a:off x="195686" y="1180575"/>
            <a:ext cx="1581900" cy="1765200"/>
          </a:xfrm>
          <a:prstGeom prst="rect">
            <a:avLst/>
          </a:prstGeom>
          <a:noFill/>
          <a:ln>
            <a:noFill/>
          </a:ln>
        </p:spPr>
        <p:txBody>
          <a:bodyPr wrap="square" lIns="0" tIns="0" rIns="0" bIns="0" anchor="t" anchorCtr="0"/>
          <a:lstStyle/>
          <a:p>
            <a:pPr marL="0" lvl="0" indent="0" algn="just" defTabSz="914400">
              <a:lnSpc>
                <a:spcPct val="150000"/>
              </a:lnSpc>
              <a:spcBef>
                <a:spcPts val="0"/>
              </a:spcBef>
              <a:spcAft>
                <a:spcPts val="0"/>
              </a:spcAft>
              <a:buClr>
                <a:srgbClr val="000000"/>
              </a:buClr>
              <a:buSzTx/>
              <a:buFont typeface="Arial"/>
              <a:buNone/>
              <a:defRPr/>
            </a:pPr>
            <a:r>
              <a:rPr lang="zh-CN" altLang="zh-CN" sz="1800" b="1" i="0" u="none" strike="noStrike" kern="0" spc="0" baseline="0">
                <a:ln>
                  <a:noFill/>
                </a:ln>
                <a:solidFill>
                  <a:srgbClr val="125284"/>
                </a:solidFill>
                <a:effectLst/>
                <a:latin typeface="微软雅黑"/>
                <a:ea typeface="微软雅黑"/>
              </a:rPr>
              <a:t>这些</a:t>
            </a:r>
            <a:r>
              <a:rPr lang="zh-CN" altLang="zh-CN" sz="1500" b="0" i="0" u="none" strike="noStrike" kern="0" spc="0" baseline="0">
                <a:ln>
                  <a:noFill/>
                </a:ln>
                <a:solidFill>
                  <a:srgbClr val="125284"/>
                </a:solidFill>
                <a:effectLst/>
                <a:latin typeface="微软雅黑"/>
                <a:ea typeface="微软雅黑"/>
              </a:rPr>
              <a:t>是我们多年来在金融、技术、快速消费品和专业服务领域合作的一些企业合作伙伴。</a:t>
            </a:r>
            <a:endParaRPr sz="1500" b="0" i="0" u="none" strike="noStrike" kern="0" spc="0" baseline="0">
              <a:ln>
                <a:noFill/>
              </a:ln>
              <a:solidFill>
                <a:srgbClr val="125284"/>
              </a:solidFill>
              <a:effectLst/>
              <a:latin typeface="微软雅黑"/>
              <a:ea typeface="微软雅黑"/>
            </a:endParaRPr>
          </a:p>
          <a:p>
            <a:pPr marL="0" lvl="0" indent="0" algn="l" defTabSz="914400">
              <a:lnSpc>
                <a:spcPct val="115000"/>
              </a:lnSpc>
              <a:spcBef>
                <a:spcPts val="0"/>
              </a:spcBef>
              <a:spcAft>
                <a:spcPts val="0"/>
              </a:spcAft>
              <a:buClr>
                <a:srgbClr val="000000"/>
              </a:buClr>
              <a:buSzTx/>
              <a:buFont typeface="Arial"/>
              <a:buNone/>
              <a:defRPr/>
            </a:pPr>
            <a:endParaRPr sz="1200" b="0" i="0" u="none" strike="noStrike" kern="0" spc="0" baseline="0">
              <a:ln>
                <a:noFill/>
              </a:ln>
              <a:solidFill>
                <a:srgbClr val="125284"/>
              </a:solidFill>
              <a:effectLst/>
              <a:latin typeface="Nunito"/>
              <a:ea typeface="Nunito"/>
            </a:endParaRPr>
          </a:p>
          <a:p>
            <a:pPr marL="0" lvl="0" indent="0" algn="l" defTabSz="914400">
              <a:lnSpc>
                <a:spcPct val="115000"/>
              </a:lnSpc>
              <a:spcBef>
                <a:spcPts val="0"/>
              </a:spcBef>
              <a:spcAft>
                <a:spcPts val="0"/>
              </a:spcAft>
              <a:buClr>
                <a:srgbClr val="000000"/>
              </a:buClr>
              <a:buSzTx/>
              <a:buFont typeface="Arial"/>
              <a:buNone/>
              <a:defRPr/>
            </a:pPr>
            <a:endParaRPr sz="1200" b="0" i="0" u="none" strike="noStrike" kern="0" spc="0" baseline="0">
              <a:ln>
                <a:noFill/>
              </a:ln>
              <a:solidFill>
                <a:srgbClr val="125284"/>
              </a:solidFill>
              <a:effectLst/>
              <a:latin typeface="Nunito"/>
              <a:ea typeface="Nunito"/>
            </a:endParaRPr>
          </a:p>
        </p:txBody>
      </p:sp>
      <p:grpSp>
        <p:nvGrpSpPr>
          <p:cNvPr id="738" name="Google Shape;738;p111">
            <a:extLst>
              <a:ext uri="{FF2B5EF4-FFF2-40B4-BE49-F238E27FC236}">
                <a16:creationId xmlns:a16="http://schemas.microsoft.com/office/drawing/2014/main" id="{28A6C5E8-C243-21F1-A8F9-1E3FAEF59422}"/>
              </a:ext>
            </a:extLst>
          </p:cNvPr>
          <p:cNvGrpSpPr/>
          <p:nvPr/>
        </p:nvGrpSpPr>
        <p:grpSpPr>
          <a:xfrm>
            <a:off x="2273250" y="2821858"/>
            <a:ext cx="6142516" cy="1765854"/>
            <a:chOff x="2273250" y="2778453"/>
            <a:chExt cx="6142516" cy="1765854"/>
          </a:xfrm>
        </p:grpSpPr>
        <p:pic>
          <p:nvPicPr>
            <p:cNvPr id="739" name="Google Shape;739;p111">
              <a:extLst>
                <a:ext uri="{FF2B5EF4-FFF2-40B4-BE49-F238E27FC236}">
                  <a16:creationId xmlns:a16="http://schemas.microsoft.com/office/drawing/2014/main" id="{0E3A3C65-5426-BE76-ABA8-0648BB77CF2F}"/>
                </a:ext>
              </a:extLst>
            </p:cNvPr>
            <p:cNvPicPr preferRelativeResize="0">
              <a:picLocks/>
            </p:cNvPicPr>
            <p:nvPr/>
          </p:nvPicPr>
          <p:blipFill rotWithShape="1">
            <a:blip r:embed="rId16"/>
            <a:srcRect l="56598" t="6114" r="4493" b="35931"/>
            <a:stretch>
              <a:fillRect/>
            </a:stretch>
          </p:blipFill>
          <p:spPr>
            <a:xfrm>
              <a:off x="2684075" y="3903363"/>
              <a:ext cx="733999" cy="640943"/>
            </a:xfrm>
            <a:prstGeom prst="rect">
              <a:avLst/>
            </a:prstGeom>
            <a:noFill/>
            <a:ln>
              <a:noFill/>
            </a:ln>
          </p:spPr>
        </p:pic>
        <p:pic>
          <p:nvPicPr>
            <p:cNvPr id="740" name="Google Shape;740;p111">
              <a:extLst>
                <a:ext uri="{FF2B5EF4-FFF2-40B4-BE49-F238E27FC236}">
                  <a16:creationId xmlns:a16="http://schemas.microsoft.com/office/drawing/2014/main" id="{06D7DBFB-D9F6-2387-6525-ECE103FC9D23}"/>
                </a:ext>
              </a:extLst>
            </p:cNvPr>
            <p:cNvPicPr preferRelativeResize="0">
              <a:picLocks/>
            </p:cNvPicPr>
            <p:nvPr/>
          </p:nvPicPr>
          <p:blipFill rotWithShape="1">
            <a:blip r:embed="rId17"/>
            <a:srcRect r="48859"/>
            <a:stretch>
              <a:fillRect/>
            </a:stretch>
          </p:blipFill>
          <p:spPr>
            <a:xfrm>
              <a:off x="7644581" y="4231922"/>
              <a:ext cx="771185" cy="241095"/>
            </a:xfrm>
            <a:prstGeom prst="rect">
              <a:avLst/>
            </a:prstGeom>
            <a:noFill/>
            <a:ln>
              <a:noFill/>
            </a:ln>
          </p:spPr>
        </p:pic>
        <p:pic>
          <p:nvPicPr>
            <p:cNvPr id="741" name="Google Shape;741;p111">
              <a:extLst>
                <a:ext uri="{FF2B5EF4-FFF2-40B4-BE49-F238E27FC236}">
                  <a16:creationId xmlns:a16="http://schemas.microsoft.com/office/drawing/2014/main" id="{33DEF12A-E2C0-DAEA-C352-3A3A51EB4A0C}"/>
                </a:ext>
              </a:extLst>
            </p:cNvPr>
            <p:cNvPicPr preferRelativeResize="0">
              <a:picLocks/>
            </p:cNvPicPr>
            <p:nvPr/>
          </p:nvPicPr>
          <p:blipFill rotWithShape="1">
            <a:blip r:embed="rId18"/>
            <a:srcRect t="28257" b="26232"/>
            <a:stretch>
              <a:fillRect/>
            </a:stretch>
          </p:blipFill>
          <p:spPr>
            <a:xfrm>
              <a:off x="2273250" y="2778453"/>
              <a:ext cx="1387699" cy="350825"/>
            </a:xfrm>
            <a:prstGeom prst="rect">
              <a:avLst/>
            </a:prstGeom>
            <a:noFill/>
            <a:ln>
              <a:noFill/>
            </a:ln>
          </p:spPr>
        </p:pic>
      </p:grpSp>
      <p:grpSp>
        <p:nvGrpSpPr>
          <p:cNvPr id="742" name="Google Shape;742;p111">
            <a:extLst>
              <a:ext uri="{FF2B5EF4-FFF2-40B4-BE49-F238E27FC236}">
                <a16:creationId xmlns:a16="http://schemas.microsoft.com/office/drawing/2014/main" id="{3D7062AA-0B91-423B-C815-77F71414B8A8}"/>
              </a:ext>
            </a:extLst>
          </p:cNvPr>
          <p:cNvGrpSpPr/>
          <p:nvPr/>
        </p:nvGrpSpPr>
        <p:grpSpPr>
          <a:xfrm>
            <a:off x="2491682" y="687474"/>
            <a:ext cx="6205347" cy="631900"/>
            <a:chOff x="2508200" y="587025"/>
            <a:chExt cx="6205347" cy="631900"/>
          </a:xfrm>
        </p:grpSpPr>
        <p:pic>
          <p:nvPicPr>
            <p:cNvPr id="743" name="Google Shape;743;p111">
              <a:extLst>
                <a:ext uri="{FF2B5EF4-FFF2-40B4-BE49-F238E27FC236}">
                  <a16:creationId xmlns:a16="http://schemas.microsoft.com/office/drawing/2014/main" id="{17B8B3A4-8A18-BAC3-E7FE-CB115085C24A}"/>
                </a:ext>
              </a:extLst>
            </p:cNvPr>
            <p:cNvPicPr preferRelativeResize="0">
              <a:picLocks/>
            </p:cNvPicPr>
            <p:nvPr/>
          </p:nvPicPr>
          <p:blipFill rotWithShape="1">
            <a:blip r:embed="rId19"/>
            <a:srcRect t="30124" b="30310"/>
            <a:stretch>
              <a:fillRect/>
            </a:stretch>
          </p:blipFill>
          <p:spPr>
            <a:xfrm>
              <a:off x="2508200" y="920926"/>
              <a:ext cx="891526" cy="219050"/>
            </a:xfrm>
            <a:prstGeom prst="rect">
              <a:avLst/>
            </a:prstGeom>
            <a:noFill/>
            <a:ln>
              <a:noFill/>
            </a:ln>
          </p:spPr>
        </p:pic>
        <p:pic>
          <p:nvPicPr>
            <p:cNvPr id="744" name="Google Shape;744;p111">
              <a:extLst>
                <a:ext uri="{FF2B5EF4-FFF2-40B4-BE49-F238E27FC236}">
                  <a16:creationId xmlns:a16="http://schemas.microsoft.com/office/drawing/2014/main" id="{DE1BFEA2-0165-411A-39EF-3133F78145CD}"/>
                </a:ext>
              </a:extLst>
            </p:cNvPr>
            <p:cNvPicPr preferRelativeResize="0">
              <a:picLocks/>
            </p:cNvPicPr>
            <p:nvPr/>
          </p:nvPicPr>
          <p:blipFill rotWithShape="1">
            <a:blip r:embed="rId20"/>
            <a:srcRect l="17469" t="17652" r="17469" b="17496"/>
            <a:stretch>
              <a:fillRect/>
            </a:stretch>
          </p:blipFill>
          <p:spPr>
            <a:xfrm>
              <a:off x="4356144" y="659624"/>
              <a:ext cx="516728" cy="486703"/>
            </a:xfrm>
            <a:prstGeom prst="rect">
              <a:avLst/>
            </a:prstGeom>
            <a:noFill/>
            <a:ln>
              <a:noFill/>
            </a:ln>
          </p:spPr>
        </p:pic>
        <p:pic>
          <p:nvPicPr>
            <p:cNvPr id="745" name="Google Shape;745;p111">
              <a:extLst>
                <a:ext uri="{FF2B5EF4-FFF2-40B4-BE49-F238E27FC236}">
                  <a16:creationId xmlns:a16="http://schemas.microsoft.com/office/drawing/2014/main" id="{232D582D-EC77-4B21-7E1B-C873D6C63CD7}"/>
                </a:ext>
              </a:extLst>
            </p:cNvPr>
            <p:cNvPicPr preferRelativeResize="0">
              <a:picLocks/>
            </p:cNvPicPr>
            <p:nvPr/>
          </p:nvPicPr>
          <p:blipFill>
            <a:blip r:embed="rId21"/>
            <a:stretch>
              <a:fillRect/>
            </a:stretch>
          </p:blipFill>
          <p:spPr>
            <a:xfrm>
              <a:off x="7346785" y="945855"/>
              <a:ext cx="1366763" cy="219041"/>
            </a:xfrm>
            <a:prstGeom prst="rect">
              <a:avLst/>
            </a:prstGeom>
            <a:noFill/>
            <a:ln>
              <a:noFill/>
            </a:ln>
          </p:spPr>
        </p:pic>
        <p:pic>
          <p:nvPicPr>
            <p:cNvPr id="746" name="Google Shape;746;p111">
              <a:extLst>
                <a:ext uri="{FF2B5EF4-FFF2-40B4-BE49-F238E27FC236}">
                  <a16:creationId xmlns:a16="http://schemas.microsoft.com/office/drawing/2014/main" id="{AC193DDF-DB9E-B7E5-F153-2344371C8FAD}"/>
                </a:ext>
              </a:extLst>
            </p:cNvPr>
            <p:cNvPicPr preferRelativeResize="0">
              <a:picLocks/>
            </p:cNvPicPr>
            <p:nvPr/>
          </p:nvPicPr>
          <p:blipFill rotWithShape="1">
            <a:blip r:embed="rId22"/>
            <a:srcRect l="22211" t="18172" r="24676" b="21313"/>
            <a:stretch>
              <a:fillRect/>
            </a:stretch>
          </p:blipFill>
          <p:spPr>
            <a:xfrm>
              <a:off x="5905496" y="587025"/>
              <a:ext cx="561063" cy="631900"/>
            </a:xfrm>
            <a:prstGeom prst="rect">
              <a:avLst/>
            </a:prstGeom>
            <a:noFill/>
            <a:ln>
              <a:noFill/>
            </a:ln>
          </p:spPr>
        </p:pic>
      </p:grpSp>
      <p:pic>
        <p:nvPicPr>
          <p:cNvPr id="747" name="Google Shape;747;p111">
            <a:extLst>
              <a:ext uri="{FF2B5EF4-FFF2-40B4-BE49-F238E27FC236}">
                <a16:creationId xmlns:a16="http://schemas.microsoft.com/office/drawing/2014/main" id="{CB684428-E974-4571-53F5-6210AC0A4816}"/>
              </a:ext>
            </a:extLst>
          </p:cNvPr>
          <p:cNvPicPr preferRelativeResize="0">
            <a:picLocks/>
          </p:cNvPicPr>
          <p:nvPr/>
        </p:nvPicPr>
        <p:blipFill>
          <a:blip r:embed="rId23"/>
          <a:stretch>
            <a:fillRect/>
          </a:stretch>
        </p:blipFill>
        <p:spPr>
          <a:xfrm>
            <a:off x="4040587" y="2869296"/>
            <a:ext cx="1182175" cy="193834"/>
          </a:xfrm>
          <a:prstGeom prst="rect">
            <a:avLst/>
          </a:prstGeom>
          <a:noFill/>
          <a:ln>
            <a:noFill/>
          </a:ln>
        </p:spPr>
      </p:pic>
      <p:pic>
        <p:nvPicPr>
          <p:cNvPr id="749" name="Google Shape;749;p111">
            <a:extLst>
              <a:ext uri="{FF2B5EF4-FFF2-40B4-BE49-F238E27FC236}">
                <a16:creationId xmlns:a16="http://schemas.microsoft.com/office/drawing/2014/main" id="{1751FE3D-547D-B1C2-8A03-B794CB75EE1D}"/>
              </a:ext>
            </a:extLst>
          </p:cNvPr>
          <p:cNvPicPr preferRelativeResize="0">
            <a:picLocks/>
          </p:cNvPicPr>
          <p:nvPr/>
        </p:nvPicPr>
        <p:blipFill>
          <a:blip r:embed="rId24"/>
          <a:stretch>
            <a:fillRect/>
          </a:stretch>
        </p:blipFill>
        <p:spPr>
          <a:xfrm>
            <a:off x="4318919" y="3959736"/>
            <a:ext cx="734001" cy="550501"/>
          </a:xfrm>
          <a:prstGeom prst="rect">
            <a:avLst/>
          </a:prstGeom>
          <a:noFill/>
          <a:ln>
            <a:noFill/>
          </a:ln>
        </p:spPr>
      </p:pic>
      <p:pic>
        <p:nvPicPr>
          <p:cNvPr id="750" name="Google Shape;750;p111">
            <a:extLst>
              <a:ext uri="{FF2B5EF4-FFF2-40B4-BE49-F238E27FC236}">
                <a16:creationId xmlns:a16="http://schemas.microsoft.com/office/drawing/2014/main" id="{5B5B0ADF-1EFD-720F-215E-FD8C5B347C7E}"/>
              </a:ext>
            </a:extLst>
          </p:cNvPr>
          <p:cNvPicPr preferRelativeResize="0">
            <a:picLocks/>
          </p:cNvPicPr>
          <p:nvPr/>
        </p:nvPicPr>
        <p:blipFill rotWithShape="1">
          <a:blip r:embed="rId25"/>
          <a:srcRect t="13637" b="22185"/>
          <a:stretch>
            <a:fillRect/>
          </a:stretch>
        </p:blipFill>
        <p:spPr>
          <a:xfrm>
            <a:off x="7520064" y="3285189"/>
            <a:ext cx="1165426" cy="530038"/>
          </a:xfrm>
          <a:prstGeom prst="rect">
            <a:avLst/>
          </a:prstGeom>
          <a:noFill/>
          <a:ln>
            <a:noFill/>
          </a:ln>
        </p:spPr>
      </p:pic>
      <p:pic>
        <p:nvPicPr>
          <p:cNvPr id="2" name="Google Shape;655;p107">
            <a:extLst>
              <a:ext uri="{FF2B5EF4-FFF2-40B4-BE49-F238E27FC236}">
                <a16:creationId xmlns:a16="http://schemas.microsoft.com/office/drawing/2014/main" id="{D90934DD-F07F-00FB-3F9D-1BDA031EF3C4}"/>
              </a:ext>
            </a:extLst>
          </p:cNvPr>
          <p:cNvPicPr preferRelativeResize="0">
            <a:picLocks/>
          </p:cNvPicPr>
          <p:nvPr/>
        </p:nvPicPr>
        <p:blipFill>
          <a:blip r:embed="rId26"/>
          <a:stretch>
            <a:fillRect/>
          </a:stretch>
        </p:blipFill>
        <p:spPr>
          <a:xfrm>
            <a:off x="5580021" y="3905517"/>
            <a:ext cx="1332475" cy="799475"/>
          </a:xfrm>
          <a:prstGeom prst="rect">
            <a:avLst/>
          </a:prstGeom>
          <a:noFill/>
          <a:ln>
            <a:noFill/>
          </a:ln>
        </p:spPr>
      </p:pic>
      <p:pic>
        <p:nvPicPr>
          <p:cNvPr id="751" name="图片 750">
            <a:extLst>
              <a:ext uri="{FF2B5EF4-FFF2-40B4-BE49-F238E27FC236}">
                <a16:creationId xmlns:a16="http://schemas.microsoft.com/office/drawing/2014/main" id="{7650C1C2-D888-47CD-08D0-5C1DD1153120}"/>
              </a:ext>
            </a:extLst>
          </p:cNvPr>
          <p:cNvPicPr>
            <a:picLocks noChangeAspect="1"/>
          </p:cNvPicPr>
          <p:nvPr/>
        </p:nvPicPr>
        <p:blipFill>
          <a:blip r:embed="rId27"/>
          <a:stretch/>
        </p:blipFill>
        <p:spPr>
          <a:xfrm>
            <a:off x="5743764" y="1539710"/>
            <a:ext cx="1004990" cy="391601"/>
          </a:xfrm>
          <a:prstGeom prst="rect">
            <a:avLst/>
          </a:prstGeom>
        </p:spPr>
      </p:pic>
      <p:cxnSp>
        <p:nvCxnSpPr>
          <p:cNvPr id="3" name="Google Shape;356;p24">
            <a:extLst>
              <a:ext uri="{FF2B5EF4-FFF2-40B4-BE49-F238E27FC236}">
                <a16:creationId xmlns:a16="http://schemas.microsoft.com/office/drawing/2014/main" id="{41736A6C-436B-4393-3023-A39E6E1ED634}"/>
              </a:ext>
            </a:extLst>
          </p:cNvPr>
          <p:cNvCxnSpPr/>
          <p:nvPr/>
        </p:nvCxnSpPr>
        <p:spPr>
          <a:xfrm>
            <a:off x="1981684" y="1114536"/>
            <a:ext cx="0" cy="2845200"/>
          </a:xfrm>
          <a:prstGeom prst="straightConnector1">
            <a:avLst/>
          </a:prstGeom>
          <a:noFill/>
          <a:ln w="9525" cap="flat" cmpd="sng">
            <a:solidFill>
              <a:srgbClr val="7197B5"/>
            </a:solidFill>
            <a:prstDash val="dot"/>
            <a:round/>
            <a:headEnd type="none" w="med" len="med"/>
            <a:tailEnd type="none" w="med" len="med"/>
          </a:ln>
        </p:spPr>
      </p:cxnSp>
      <p:cxnSp>
        <p:nvCxnSpPr>
          <p:cNvPr id="4" name="Google Shape;356;p24">
            <a:extLst>
              <a:ext uri="{FF2B5EF4-FFF2-40B4-BE49-F238E27FC236}">
                <a16:creationId xmlns:a16="http://schemas.microsoft.com/office/drawing/2014/main" id="{52B89063-64FA-2784-2E31-386162680838}"/>
              </a:ext>
            </a:extLst>
          </p:cNvPr>
          <p:cNvCxnSpPr/>
          <p:nvPr/>
        </p:nvCxnSpPr>
        <p:spPr>
          <a:xfrm>
            <a:off x="3772384" y="1153547"/>
            <a:ext cx="0" cy="2845200"/>
          </a:xfrm>
          <a:prstGeom prst="straightConnector1">
            <a:avLst/>
          </a:prstGeom>
          <a:noFill/>
          <a:ln w="9525" cap="flat" cmpd="sng">
            <a:solidFill>
              <a:srgbClr val="7197B5"/>
            </a:solidFill>
            <a:prstDash val="dot"/>
            <a:round/>
            <a:headEnd type="none" w="med" len="med"/>
            <a:tailEnd type="none" w="med" len="med"/>
          </a:ln>
        </p:spPr>
      </p:cxnSp>
      <p:cxnSp>
        <p:nvCxnSpPr>
          <p:cNvPr id="5" name="Google Shape;356;p24">
            <a:extLst>
              <a:ext uri="{FF2B5EF4-FFF2-40B4-BE49-F238E27FC236}">
                <a16:creationId xmlns:a16="http://schemas.microsoft.com/office/drawing/2014/main" id="{D8A02B8C-0BFE-7554-7BE0-1527A05C07EB}"/>
              </a:ext>
            </a:extLst>
          </p:cNvPr>
          <p:cNvCxnSpPr/>
          <p:nvPr/>
        </p:nvCxnSpPr>
        <p:spPr>
          <a:xfrm>
            <a:off x="5448784" y="1180575"/>
            <a:ext cx="0" cy="2845200"/>
          </a:xfrm>
          <a:prstGeom prst="straightConnector1">
            <a:avLst/>
          </a:prstGeom>
          <a:noFill/>
          <a:ln w="9525" cap="flat" cmpd="sng">
            <a:solidFill>
              <a:srgbClr val="7197B5"/>
            </a:solidFill>
            <a:prstDash val="dot"/>
            <a:round/>
            <a:headEnd type="none" w="med" len="med"/>
            <a:tailEnd type="none" w="med" len="med"/>
          </a:ln>
        </p:spPr>
      </p:cxnSp>
      <p:cxnSp>
        <p:nvCxnSpPr>
          <p:cNvPr id="6" name="Google Shape;356;p24">
            <a:extLst>
              <a:ext uri="{FF2B5EF4-FFF2-40B4-BE49-F238E27FC236}">
                <a16:creationId xmlns:a16="http://schemas.microsoft.com/office/drawing/2014/main" id="{CAB6A620-36E2-C105-E758-EAE87310E919}"/>
              </a:ext>
            </a:extLst>
          </p:cNvPr>
          <p:cNvCxnSpPr/>
          <p:nvPr/>
        </p:nvCxnSpPr>
        <p:spPr>
          <a:xfrm>
            <a:off x="7146350" y="1130899"/>
            <a:ext cx="0" cy="2845200"/>
          </a:xfrm>
          <a:prstGeom prst="straightConnector1">
            <a:avLst/>
          </a:prstGeom>
          <a:noFill/>
          <a:ln w="9525" cap="flat" cmpd="sng">
            <a:solidFill>
              <a:srgbClr val="7197B5"/>
            </a:solidFill>
            <a:prstDash val="dot"/>
            <a:round/>
            <a:headEnd type="none" w="med" len="med"/>
            <a:tailEnd type="none" w="med" len="med"/>
          </a:ln>
        </p:spPr>
      </p:cxnSp>
    </p:spTree>
    <p:extLst>
      <p:ext uri="{BB962C8B-B14F-4D97-AF65-F5344CB8AC3E}">
        <p14:creationId xmlns:p14="http://schemas.microsoft.com/office/powerpoint/2010/main" val="2224579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7">
          <a:extLst>
            <a:ext uri="{FF2B5EF4-FFF2-40B4-BE49-F238E27FC236}">
              <a16:creationId xmlns:a16="http://schemas.microsoft.com/office/drawing/2014/main" id="{C6380A5F-1932-9851-0DDB-0AEDFCAF09D4}"/>
            </a:ext>
          </a:extLst>
        </p:cNvPr>
        <p:cNvGrpSpPr/>
        <p:nvPr/>
      </p:nvGrpSpPr>
      <p:grpSpPr>
        <a:xfrm>
          <a:off x="0" y="0"/>
          <a:ext cx="0" cy="0"/>
          <a:chOff x="0" y="0"/>
          <a:chExt cx="0" cy="0"/>
        </a:xfrm>
      </p:grpSpPr>
      <p:sp>
        <p:nvSpPr>
          <p:cNvPr id="698" name="Google Shape;698;p110">
            <a:extLst>
              <a:ext uri="{FF2B5EF4-FFF2-40B4-BE49-F238E27FC236}">
                <a16:creationId xmlns:a16="http://schemas.microsoft.com/office/drawing/2014/main" id="{F92D6500-25BB-7034-5FE4-C74187D39534}"/>
              </a:ext>
            </a:extLst>
          </p:cNvPr>
          <p:cNvSpPr txBox="1">
            <a:spLocks noGrp="1"/>
          </p:cNvSpPr>
          <p:nvPr>
            <p:ph type="title"/>
          </p:nvPr>
        </p:nvSpPr>
        <p:spPr>
          <a:xfrm>
            <a:off x="93825" y="154125"/>
            <a:ext cx="4759500" cy="309600"/>
          </a:xfrm>
          <a:prstGeom prst="rect">
            <a:avLst/>
          </a:prstGeom>
        </p:spPr>
        <p:txBody>
          <a:bodyPr wrap="square" lIns="91425" tIns="91425" rIns="91425" bIns="91425" anchor="t" anchorCtr="0"/>
          <a:lstStyle/>
          <a:p>
            <a:r>
              <a:rPr lang="en-US" altLang="en-US" sz="2400" b="1">
                <a:latin typeface="微软雅黑"/>
                <a:ea typeface="微软雅黑"/>
              </a:rPr>
              <a:t>Empact</a:t>
            </a:r>
            <a:r>
              <a:rPr lang="zh-CN" altLang="zh-CN" sz="2400" b="1">
                <a:latin typeface="微软雅黑"/>
                <a:ea typeface="微软雅黑"/>
              </a:rPr>
              <a:t>政府及下设机构合作伙伴</a:t>
            </a:r>
          </a:p>
        </p:txBody>
      </p:sp>
      <p:sp>
        <p:nvSpPr>
          <p:cNvPr id="699" name="Google Shape;699;p110">
            <a:extLst>
              <a:ext uri="{FF2B5EF4-FFF2-40B4-BE49-F238E27FC236}">
                <a16:creationId xmlns:a16="http://schemas.microsoft.com/office/drawing/2014/main" id="{51C0B0FB-15C6-BEB0-BCA5-EC68F0E50E11}"/>
              </a:ext>
            </a:extLst>
          </p:cNvPr>
          <p:cNvSpPr txBox="1"/>
          <p:nvPr/>
        </p:nvSpPr>
        <p:spPr>
          <a:xfrm>
            <a:off x="212686" y="951514"/>
            <a:ext cx="1991830" cy="2944200"/>
          </a:xfrm>
          <a:prstGeom prst="rect">
            <a:avLst/>
          </a:prstGeom>
          <a:noFill/>
          <a:ln>
            <a:noFill/>
          </a:ln>
        </p:spPr>
        <p:txBody>
          <a:bodyPr wrap="square" lIns="0" tIns="0" rIns="0" bIns="0" anchor="t" anchorCtr="0"/>
          <a:lstStyle/>
          <a:p>
            <a:pPr marL="0" lvl="0" indent="0" algn="just" defTabSz="914400">
              <a:lnSpc>
                <a:spcPct val="150000"/>
              </a:lnSpc>
              <a:spcBef>
                <a:spcPts val="0"/>
              </a:spcBef>
              <a:spcAft>
                <a:spcPts val="0"/>
              </a:spcAft>
              <a:buClr>
                <a:srgbClr val="000000"/>
              </a:buClr>
              <a:buSzTx/>
              <a:buFont typeface="Arial"/>
              <a:buNone/>
              <a:defRPr/>
            </a:pPr>
            <a:r>
              <a:rPr lang="en-US" altLang="en-US" sz="1800" b="1" i="0" u="none" strike="noStrike" kern="0" spc="0" baseline="0">
                <a:ln>
                  <a:noFill/>
                </a:ln>
                <a:solidFill>
                  <a:srgbClr val="125284"/>
                </a:solidFill>
                <a:effectLst/>
                <a:latin typeface="微软雅黑"/>
                <a:ea typeface="微软雅黑"/>
              </a:rPr>
              <a:t>Empact</a:t>
            </a:r>
            <a:r>
              <a:rPr lang="zh-CN" altLang="zh-CN" sz="1500" b="0" i="0" u="none" strike="noStrike" kern="0" spc="0" baseline="0">
                <a:ln>
                  <a:noFill/>
                </a:ln>
                <a:solidFill>
                  <a:srgbClr val="125284"/>
                </a:solidFill>
                <a:effectLst/>
                <a:latin typeface="微软雅黑"/>
                <a:ea typeface="微软雅黑"/>
              </a:rPr>
              <a:t>是多个政府机构和基金会值得信赖的合作伙伴，我们与他们密切合作，建设非营利组织和社会企业部门的能力，促进新加坡社会中积极的公民。</a:t>
            </a:r>
            <a:endParaRPr sz="1500" b="0" i="0" u="none" strike="noStrike" kern="0" spc="0" baseline="0">
              <a:ln>
                <a:noFill/>
              </a:ln>
              <a:solidFill>
                <a:srgbClr val="125284"/>
              </a:solidFill>
              <a:effectLst/>
              <a:latin typeface="微软雅黑"/>
              <a:ea typeface="微软雅黑"/>
            </a:endParaRPr>
          </a:p>
        </p:txBody>
      </p:sp>
      <p:pic>
        <p:nvPicPr>
          <p:cNvPr id="700" name="Google Shape;700;p110">
            <a:extLst>
              <a:ext uri="{FF2B5EF4-FFF2-40B4-BE49-F238E27FC236}">
                <a16:creationId xmlns:a16="http://schemas.microsoft.com/office/drawing/2014/main" id="{D2F594A6-532A-254E-B061-CD3710458D18}"/>
              </a:ext>
            </a:extLst>
          </p:cNvPr>
          <p:cNvPicPr preferRelativeResize="0">
            <a:picLocks/>
          </p:cNvPicPr>
          <p:nvPr/>
        </p:nvPicPr>
        <p:blipFill rotWithShape="1">
          <a:blip r:embed="rId3"/>
          <a:srcRect/>
          <a:stretch>
            <a:fillRect/>
          </a:stretch>
        </p:blipFill>
        <p:spPr>
          <a:xfrm>
            <a:off x="5010789" y="3719828"/>
            <a:ext cx="1261249" cy="610063"/>
          </a:xfrm>
          <a:prstGeom prst="rect">
            <a:avLst/>
          </a:prstGeom>
          <a:noFill/>
          <a:ln>
            <a:noFill/>
          </a:ln>
        </p:spPr>
      </p:pic>
      <p:pic>
        <p:nvPicPr>
          <p:cNvPr id="701" name="Google Shape;701;p110">
            <a:extLst>
              <a:ext uri="{FF2B5EF4-FFF2-40B4-BE49-F238E27FC236}">
                <a16:creationId xmlns:a16="http://schemas.microsoft.com/office/drawing/2014/main" id="{0463E98C-86DA-A9AA-017B-681D9B28F255}"/>
              </a:ext>
            </a:extLst>
          </p:cNvPr>
          <p:cNvPicPr preferRelativeResize="0">
            <a:picLocks/>
          </p:cNvPicPr>
          <p:nvPr/>
        </p:nvPicPr>
        <p:blipFill rotWithShape="1">
          <a:blip r:embed="rId4"/>
          <a:srcRect/>
          <a:stretch>
            <a:fillRect/>
          </a:stretch>
        </p:blipFill>
        <p:spPr>
          <a:xfrm>
            <a:off x="4782062" y="1627037"/>
            <a:ext cx="1161960" cy="628497"/>
          </a:xfrm>
          <a:prstGeom prst="rect">
            <a:avLst/>
          </a:prstGeom>
          <a:noFill/>
          <a:ln>
            <a:noFill/>
          </a:ln>
        </p:spPr>
      </p:pic>
      <p:pic>
        <p:nvPicPr>
          <p:cNvPr id="702" name="Google Shape;702;p110">
            <a:extLst>
              <a:ext uri="{FF2B5EF4-FFF2-40B4-BE49-F238E27FC236}">
                <a16:creationId xmlns:a16="http://schemas.microsoft.com/office/drawing/2014/main" id="{B5FAFB39-9DEA-AC81-D183-4415D8D38FCC}"/>
              </a:ext>
            </a:extLst>
          </p:cNvPr>
          <p:cNvPicPr preferRelativeResize="0">
            <a:picLocks/>
          </p:cNvPicPr>
          <p:nvPr/>
        </p:nvPicPr>
        <p:blipFill rotWithShape="1">
          <a:blip r:embed="rId5"/>
          <a:srcRect/>
          <a:stretch>
            <a:fillRect/>
          </a:stretch>
        </p:blipFill>
        <p:spPr>
          <a:xfrm>
            <a:off x="6891713" y="2767649"/>
            <a:ext cx="1045888" cy="766956"/>
          </a:xfrm>
          <a:prstGeom prst="rect">
            <a:avLst/>
          </a:prstGeom>
          <a:noFill/>
          <a:ln>
            <a:noFill/>
          </a:ln>
        </p:spPr>
      </p:pic>
      <p:pic>
        <p:nvPicPr>
          <p:cNvPr id="703" name="Google Shape;703;p110">
            <a:extLst>
              <a:ext uri="{FF2B5EF4-FFF2-40B4-BE49-F238E27FC236}">
                <a16:creationId xmlns:a16="http://schemas.microsoft.com/office/drawing/2014/main" id="{68C8BE75-B7E8-9CA6-1CB3-E3C3020F9EC4}"/>
              </a:ext>
            </a:extLst>
          </p:cNvPr>
          <p:cNvPicPr preferRelativeResize="0">
            <a:picLocks/>
          </p:cNvPicPr>
          <p:nvPr/>
        </p:nvPicPr>
        <p:blipFill rotWithShape="1">
          <a:blip r:embed="rId6"/>
          <a:srcRect/>
          <a:stretch>
            <a:fillRect/>
          </a:stretch>
        </p:blipFill>
        <p:spPr>
          <a:xfrm>
            <a:off x="2862506" y="3634282"/>
            <a:ext cx="1001696" cy="715730"/>
          </a:xfrm>
          <a:prstGeom prst="rect">
            <a:avLst/>
          </a:prstGeom>
          <a:noFill/>
          <a:ln>
            <a:noFill/>
          </a:ln>
        </p:spPr>
      </p:pic>
      <p:pic>
        <p:nvPicPr>
          <p:cNvPr id="704" name="Google Shape;704;p110">
            <a:extLst>
              <a:ext uri="{FF2B5EF4-FFF2-40B4-BE49-F238E27FC236}">
                <a16:creationId xmlns:a16="http://schemas.microsoft.com/office/drawing/2014/main" id="{AA234EF3-3425-3E98-0C04-5FAB2D325E66}"/>
              </a:ext>
            </a:extLst>
          </p:cNvPr>
          <p:cNvPicPr preferRelativeResize="0">
            <a:picLocks/>
          </p:cNvPicPr>
          <p:nvPr/>
        </p:nvPicPr>
        <p:blipFill rotWithShape="1">
          <a:blip r:embed="rId7"/>
          <a:srcRect/>
          <a:stretch>
            <a:fillRect/>
          </a:stretch>
        </p:blipFill>
        <p:spPr>
          <a:xfrm>
            <a:off x="4897968" y="2577793"/>
            <a:ext cx="930152" cy="766949"/>
          </a:xfrm>
          <a:prstGeom prst="rect">
            <a:avLst/>
          </a:prstGeom>
          <a:noFill/>
          <a:ln>
            <a:noFill/>
          </a:ln>
        </p:spPr>
      </p:pic>
      <p:pic>
        <p:nvPicPr>
          <p:cNvPr id="705" name="Google Shape;705;p110">
            <a:extLst>
              <a:ext uri="{FF2B5EF4-FFF2-40B4-BE49-F238E27FC236}">
                <a16:creationId xmlns:a16="http://schemas.microsoft.com/office/drawing/2014/main" id="{10404858-9635-4A23-0C0A-8FDA0E73A057}"/>
              </a:ext>
            </a:extLst>
          </p:cNvPr>
          <p:cNvPicPr preferRelativeResize="0">
            <a:picLocks/>
          </p:cNvPicPr>
          <p:nvPr/>
        </p:nvPicPr>
        <p:blipFill>
          <a:blip r:embed="rId8"/>
          <a:stretch>
            <a:fillRect/>
          </a:stretch>
        </p:blipFill>
        <p:spPr>
          <a:xfrm>
            <a:off x="6879415" y="780895"/>
            <a:ext cx="1070495" cy="825926"/>
          </a:xfrm>
          <a:prstGeom prst="rect">
            <a:avLst/>
          </a:prstGeom>
          <a:noFill/>
          <a:ln>
            <a:noFill/>
          </a:ln>
        </p:spPr>
      </p:pic>
      <p:pic>
        <p:nvPicPr>
          <p:cNvPr id="706" name="Google Shape;706;p110">
            <a:extLst>
              <a:ext uri="{FF2B5EF4-FFF2-40B4-BE49-F238E27FC236}">
                <a16:creationId xmlns:a16="http://schemas.microsoft.com/office/drawing/2014/main" id="{FB13FE7E-CB17-AC80-EB8E-78E2617B7D35}"/>
              </a:ext>
            </a:extLst>
          </p:cNvPr>
          <p:cNvPicPr preferRelativeResize="0">
            <a:picLocks/>
          </p:cNvPicPr>
          <p:nvPr/>
        </p:nvPicPr>
        <p:blipFill>
          <a:blip r:embed="rId9"/>
          <a:stretch>
            <a:fillRect/>
          </a:stretch>
        </p:blipFill>
        <p:spPr>
          <a:xfrm>
            <a:off x="2777444" y="1724115"/>
            <a:ext cx="1373486" cy="550981"/>
          </a:xfrm>
          <a:prstGeom prst="rect">
            <a:avLst/>
          </a:prstGeom>
          <a:noFill/>
          <a:ln>
            <a:noFill/>
          </a:ln>
        </p:spPr>
      </p:pic>
      <p:pic>
        <p:nvPicPr>
          <p:cNvPr id="707" name="Google Shape;707;p110">
            <a:extLst>
              <a:ext uri="{FF2B5EF4-FFF2-40B4-BE49-F238E27FC236}">
                <a16:creationId xmlns:a16="http://schemas.microsoft.com/office/drawing/2014/main" id="{A62B23A4-0C6D-6415-8C08-1EDA83C6BD12}"/>
              </a:ext>
            </a:extLst>
          </p:cNvPr>
          <p:cNvPicPr preferRelativeResize="0">
            <a:picLocks/>
          </p:cNvPicPr>
          <p:nvPr/>
        </p:nvPicPr>
        <p:blipFill>
          <a:blip r:embed="rId10"/>
          <a:stretch>
            <a:fillRect/>
          </a:stretch>
        </p:blipFill>
        <p:spPr>
          <a:xfrm>
            <a:off x="7005206" y="3694592"/>
            <a:ext cx="818892" cy="825926"/>
          </a:xfrm>
          <a:prstGeom prst="rect">
            <a:avLst/>
          </a:prstGeom>
          <a:noFill/>
          <a:ln>
            <a:noFill/>
          </a:ln>
        </p:spPr>
      </p:pic>
      <p:pic>
        <p:nvPicPr>
          <p:cNvPr id="708" name="Google Shape;708;p110">
            <a:extLst>
              <a:ext uri="{FF2B5EF4-FFF2-40B4-BE49-F238E27FC236}">
                <a16:creationId xmlns:a16="http://schemas.microsoft.com/office/drawing/2014/main" id="{5AF5C80B-2781-A267-F374-9A23D5CB99EC}"/>
              </a:ext>
            </a:extLst>
          </p:cNvPr>
          <p:cNvPicPr preferRelativeResize="0">
            <a:picLocks/>
          </p:cNvPicPr>
          <p:nvPr/>
        </p:nvPicPr>
        <p:blipFill rotWithShape="1">
          <a:blip r:embed="rId11"/>
          <a:srcRect t="21150" b="21265"/>
          <a:stretch>
            <a:fillRect/>
          </a:stretch>
        </p:blipFill>
        <p:spPr>
          <a:xfrm>
            <a:off x="6569405" y="1748498"/>
            <a:ext cx="1773455" cy="675116"/>
          </a:xfrm>
          <a:prstGeom prst="rect">
            <a:avLst/>
          </a:prstGeom>
          <a:noFill/>
          <a:ln>
            <a:noFill/>
          </a:ln>
        </p:spPr>
      </p:pic>
      <p:pic>
        <p:nvPicPr>
          <p:cNvPr id="709" name="Google Shape;709;p110">
            <a:extLst>
              <a:ext uri="{FF2B5EF4-FFF2-40B4-BE49-F238E27FC236}">
                <a16:creationId xmlns:a16="http://schemas.microsoft.com/office/drawing/2014/main" id="{994C0F12-F13B-2D64-B513-8085AA20308C}"/>
              </a:ext>
            </a:extLst>
          </p:cNvPr>
          <p:cNvPicPr preferRelativeResize="0">
            <a:picLocks/>
          </p:cNvPicPr>
          <p:nvPr/>
        </p:nvPicPr>
        <p:blipFill>
          <a:blip r:embed="rId12"/>
          <a:stretch>
            <a:fillRect/>
          </a:stretch>
        </p:blipFill>
        <p:spPr>
          <a:xfrm>
            <a:off x="5021156" y="544908"/>
            <a:ext cx="883248" cy="890860"/>
          </a:xfrm>
          <a:prstGeom prst="rect">
            <a:avLst/>
          </a:prstGeom>
          <a:noFill/>
          <a:ln>
            <a:noFill/>
          </a:ln>
        </p:spPr>
      </p:pic>
      <p:pic>
        <p:nvPicPr>
          <p:cNvPr id="710" name="Google Shape;710;p110">
            <a:extLst>
              <a:ext uri="{FF2B5EF4-FFF2-40B4-BE49-F238E27FC236}">
                <a16:creationId xmlns:a16="http://schemas.microsoft.com/office/drawing/2014/main" id="{3AF9097C-5E1C-8DB0-CF68-D150F98322DA}"/>
              </a:ext>
            </a:extLst>
          </p:cNvPr>
          <p:cNvPicPr preferRelativeResize="0">
            <a:picLocks/>
          </p:cNvPicPr>
          <p:nvPr/>
        </p:nvPicPr>
        <p:blipFill>
          <a:blip r:embed="rId13"/>
          <a:stretch>
            <a:fillRect/>
          </a:stretch>
        </p:blipFill>
        <p:spPr>
          <a:xfrm>
            <a:off x="2706412" y="2600175"/>
            <a:ext cx="1313893" cy="825926"/>
          </a:xfrm>
          <a:prstGeom prst="rect">
            <a:avLst/>
          </a:prstGeom>
          <a:noFill/>
          <a:ln>
            <a:noFill/>
          </a:ln>
        </p:spPr>
      </p:pic>
      <p:pic>
        <p:nvPicPr>
          <p:cNvPr id="711" name="Google Shape;711;p110">
            <a:extLst>
              <a:ext uri="{FF2B5EF4-FFF2-40B4-BE49-F238E27FC236}">
                <a16:creationId xmlns:a16="http://schemas.microsoft.com/office/drawing/2014/main" id="{8CDD56EC-3C96-4892-157D-F1E32BA7BDBF}"/>
              </a:ext>
            </a:extLst>
          </p:cNvPr>
          <p:cNvPicPr preferRelativeResize="0">
            <a:picLocks/>
          </p:cNvPicPr>
          <p:nvPr/>
        </p:nvPicPr>
        <p:blipFill>
          <a:blip r:embed="rId14"/>
          <a:stretch>
            <a:fillRect/>
          </a:stretch>
        </p:blipFill>
        <p:spPr>
          <a:xfrm>
            <a:off x="2964962" y="668460"/>
            <a:ext cx="930150" cy="930150"/>
          </a:xfrm>
          <a:prstGeom prst="rect">
            <a:avLst/>
          </a:prstGeom>
          <a:noFill/>
          <a:ln>
            <a:noFill/>
          </a:ln>
        </p:spPr>
      </p:pic>
      <p:sp>
        <p:nvSpPr>
          <p:cNvPr id="712" name="文本框 711">
            <a:extLst>
              <a:ext uri="{FF2B5EF4-FFF2-40B4-BE49-F238E27FC236}">
                <a16:creationId xmlns:a16="http://schemas.microsoft.com/office/drawing/2014/main" id="{7E64B69C-F8E0-9F28-6C01-0E537F710943}"/>
              </a:ext>
            </a:extLst>
          </p:cNvPr>
          <p:cNvSpPr txBox="1"/>
          <p:nvPr/>
        </p:nvSpPr>
        <p:spPr>
          <a:xfrm>
            <a:off x="2777443" y="1435768"/>
            <a:ext cx="1785938" cy="253916"/>
          </a:xfrm>
          <a:prstGeom prst="rect">
            <a:avLst/>
          </a:prstGeom>
          <a:ln w="12700">
            <a:prstDash val="solid"/>
            <a:miter/>
          </a:ln>
        </p:spPr>
        <p:txBody>
          <a:bodyPr>
            <a:spAutoFit/>
          </a:bodyPr>
          <a:lstStyle/>
          <a:p>
            <a:pPr marL="0" lvl="0" indent="0" algn="l" defTabSz="914400">
              <a:lnSpc>
                <a:spcPct val="100000"/>
              </a:lnSpc>
              <a:spcBef>
                <a:spcPts val="0"/>
              </a:spcBef>
              <a:spcAft>
                <a:spcPts val="0"/>
              </a:spcAft>
              <a:buClr>
                <a:srgbClr val="000000"/>
              </a:buClr>
              <a:buSzTx/>
              <a:buFont typeface="Arial"/>
              <a:buNone/>
              <a:defRPr/>
            </a:pPr>
            <a:r>
              <a:rPr lang="zh-CN" altLang="zh-CN" sz="1050" b="0" i="0" u="none" strike="noStrike" kern="0" spc="0" baseline="0">
                <a:ln>
                  <a:noFill/>
                </a:ln>
                <a:solidFill>
                  <a:srgbClr val="085A88"/>
                </a:solidFill>
                <a:effectLst/>
                <a:latin typeface="-apple-system"/>
                <a:ea typeface="-apple-system"/>
              </a:rPr>
              <a:t>新加坡残疾人事务局</a:t>
            </a:r>
          </a:p>
        </p:txBody>
      </p:sp>
      <p:sp>
        <p:nvSpPr>
          <p:cNvPr id="713" name="文本框 712">
            <a:extLst>
              <a:ext uri="{FF2B5EF4-FFF2-40B4-BE49-F238E27FC236}">
                <a16:creationId xmlns:a16="http://schemas.microsoft.com/office/drawing/2014/main" id="{DDEB9B88-1BFF-02E9-2CA7-D9AD777124CB}"/>
              </a:ext>
            </a:extLst>
          </p:cNvPr>
          <p:cNvSpPr txBox="1"/>
          <p:nvPr/>
        </p:nvSpPr>
        <p:spPr>
          <a:xfrm>
            <a:off x="4778114" y="1456548"/>
            <a:ext cx="1785938" cy="253916"/>
          </a:xfrm>
          <a:prstGeom prst="rect">
            <a:avLst/>
          </a:prstGeom>
          <a:ln w="12700">
            <a:prstDash val="solid"/>
            <a:miter/>
          </a:ln>
        </p:spPr>
        <p:txBody>
          <a:bodyPr>
            <a:spAutoFit/>
          </a:bodyPr>
          <a:lstStyle/>
          <a:p>
            <a:pPr marL="0" lvl="0" indent="0" algn="l" defTabSz="914400">
              <a:lnSpc>
                <a:spcPct val="100000"/>
              </a:lnSpc>
              <a:spcBef>
                <a:spcPts val="0"/>
              </a:spcBef>
              <a:spcAft>
                <a:spcPts val="0"/>
              </a:spcAft>
              <a:buClr>
                <a:srgbClr val="000000"/>
              </a:buClr>
              <a:buSzTx/>
              <a:buFont typeface="Arial"/>
              <a:buNone/>
              <a:defRPr/>
            </a:pPr>
            <a:r>
              <a:rPr lang="zh-CN" altLang="zh-CN" sz="1050" b="0" i="0" u="none" strike="noStrike" kern="0" spc="0" baseline="0">
                <a:ln>
                  <a:noFill/>
                </a:ln>
                <a:solidFill>
                  <a:srgbClr val="085A88"/>
                </a:solidFill>
                <a:effectLst/>
                <a:latin typeface="-apple-system"/>
                <a:ea typeface="-apple-system"/>
              </a:rPr>
              <a:t>新加坡综合护理局</a:t>
            </a:r>
          </a:p>
        </p:txBody>
      </p:sp>
      <p:sp>
        <p:nvSpPr>
          <p:cNvPr id="714" name="文本框 713">
            <a:extLst>
              <a:ext uri="{FF2B5EF4-FFF2-40B4-BE49-F238E27FC236}">
                <a16:creationId xmlns:a16="http://schemas.microsoft.com/office/drawing/2014/main" id="{7EAFFE78-F6FA-998B-4B15-5555CF5A411F}"/>
              </a:ext>
            </a:extLst>
          </p:cNvPr>
          <p:cNvSpPr txBox="1"/>
          <p:nvPr/>
        </p:nvSpPr>
        <p:spPr>
          <a:xfrm>
            <a:off x="6931129" y="1610385"/>
            <a:ext cx="1785938" cy="253916"/>
          </a:xfrm>
          <a:prstGeom prst="rect">
            <a:avLst/>
          </a:prstGeom>
          <a:ln w="12700">
            <a:prstDash val="solid"/>
            <a:miter/>
          </a:ln>
        </p:spPr>
        <p:txBody>
          <a:bodyPr>
            <a:spAutoFit/>
          </a:bodyPr>
          <a:lstStyle/>
          <a:p>
            <a:pPr marL="0" lvl="0" indent="0" algn="l" defTabSz="914400">
              <a:lnSpc>
                <a:spcPct val="100000"/>
              </a:lnSpc>
              <a:spcBef>
                <a:spcPts val="0"/>
              </a:spcBef>
              <a:spcAft>
                <a:spcPts val="0"/>
              </a:spcAft>
              <a:buClr>
                <a:srgbClr val="000000"/>
              </a:buClr>
              <a:buSzTx/>
              <a:buFont typeface="Arial"/>
              <a:buNone/>
              <a:defRPr/>
            </a:pPr>
            <a:r>
              <a:rPr lang="zh-CN" altLang="zh-CN" sz="1050" b="0" i="0" u="none" strike="noStrike" kern="0" spc="0" baseline="0">
                <a:ln>
                  <a:noFill/>
                </a:ln>
                <a:solidFill>
                  <a:srgbClr val="085A88"/>
                </a:solidFill>
                <a:effectLst/>
                <a:latin typeface="-apple-system"/>
                <a:ea typeface="-apple-system"/>
              </a:rPr>
              <a:t>新加坡教育部</a:t>
            </a:r>
          </a:p>
        </p:txBody>
      </p:sp>
      <p:sp>
        <p:nvSpPr>
          <p:cNvPr id="715" name="文本框 714">
            <a:extLst>
              <a:ext uri="{FF2B5EF4-FFF2-40B4-BE49-F238E27FC236}">
                <a16:creationId xmlns:a16="http://schemas.microsoft.com/office/drawing/2014/main" id="{5B3A7DBD-1727-08B3-4D1C-4F1557D70BC9}"/>
              </a:ext>
            </a:extLst>
          </p:cNvPr>
          <p:cNvSpPr txBox="1"/>
          <p:nvPr/>
        </p:nvSpPr>
        <p:spPr>
          <a:xfrm>
            <a:off x="2514525" y="2277927"/>
            <a:ext cx="2290763" cy="253916"/>
          </a:xfrm>
          <a:prstGeom prst="rect">
            <a:avLst/>
          </a:prstGeom>
          <a:noFill/>
          <a:ln w="12700">
            <a:prstDash val="solid"/>
            <a:miter/>
          </a:ln>
        </p:spPr>
        <p:txBody>
          <a:bodyPr vert="horz" wrap="square" anchor="t">
            <a:spAutoFit/>
          </a:bodyPr>
          <a:lstStyle/>
          <a:p>
            <a:pPr marL="0" lvl="0" indent="0" algn="l" defTabSz="685800">
              <a:lnSpc>
                <a:spcPct val="100000"/>
              </a:lnSpc>
              <a:spcBef>
                <a:spcPts val="0"/>
              </a:spcBef>
              <a:spcAft>
                <a:spcPts val="0"/>
              </a:spcAft>
              <a:buClr>
                <a:srgbClr val="000000"/>
              </a:buClr>
              <a:buSzTx/>
              <a:buFont typeface="Arial"/>
              <a:buNone/>
              <a:defRPr/>
            </a:pPr>
            <a:r>
              <a:rPr lang="zh-CN" altLang="zh-CN" sz="1050" b="0" i="0" u="none" strike="noStrike" kern="0" spc="0" baseline="0">
                <a:ln>
                  <a:noFill/>
                </a:ln>
                <a:solidFill>
                  <a:srgbClr val="085A88"/>
                </a:solidFill>
                <a:effectLst/>
                <a:latin typeface="-apple-system"/>
                <a:ea typeface="-apple-system"/>
              </a:rPr>
              <a:t>新加坡文化、社区及青年管理部</a:t>
            </a:r>
          </a:p>
        </p:txBody>
      </p:sp>
      <p:sp>
        <p:nvSpPr>
          <p:cNvPr id="716" name="文本框 715">
            <a:extLst>
              <a:ext uri="{FF2B5EF4-FFF2-40B4-BE49-F238E27FC236}">
                <a16:creationId xmlns:a16="http://schemas.microsoft.com/office/drawing/2014/main" id="{E4BFB36C-7549-919C-AB46-F7F1EA82AD21}"/>
              </a:ext>
            </a:extLst>
          </p:cNvPr>
          <p:cNvSpPr txBox="1"/>
          <p:nvPr/>
        </p:nvSpPr>
        <p:spPr>
          <a:xfrm>
            <a:off x="4853325" y="2374552"/>
            <a:ext cx="1917410" cy="253916"/>
          </a:xfrm>
          <a:prstGeom prst="rect">
            <a:avLst/>
          </a:prstGeom>
          <a:noFill/>
          <a:ln w="12700">
            <a:prstDash val="solid"/>
            <a:miter/>
          </a:ln>
        </p:spPr>
        <p:txBody>
          <a:bodyPr vert="horz" wrap="square" anchor="t">
            <a:spAutoFit/>
          </a:bodyPr>
          <a:lstStyle/>
          <a:p>
            <a:pPr marL="0" lvl="0" indent="0" algn="l" defTabSz="685800">
              <a:lnSpc>
                <a:spcPct val="100000"/>
              </a:lnSpc>
              <a:spcBef>
                <a:spcPts val="0"/>
              </a:spcBef>
              <a:spcAft>
                <a:spcPts val="0"/>
              </a:spcAft>
              <a:buClr>
                <a:srgbClr val="000000"/>
              </a:buClr>
              <a:buSzTx/>
              <a:buFont typeface="Arial"/>
              <a:buNone/>
              <a:defRPr/>
            </a:pPr>
            <a:r>
              <a:rPr lang="zh-CN" altLang="zh-CN" sz="1050" b="0" i="0" u="none" strike="noStrike" kern="0" spc="0" baseline="0">
                <a:ln>
                  <a:noFill/>
                </a:ln>
                <a:solidFill>
                  <a:srgbClr val="085A88"/>
                </a:solidFill>
                <a:effectLst/>
                <a:latin typeface="-apple-system"/>
                <a:ea typeface="-apple-system"/>
              </a:rPr>
              <a:t>国家社会服务理事会</a:t>
            </a:r>
          </a:p>
        </p:txBody>
      </p:sp>
      <p:sp>
        <p:nvSpPr>
          <p:cNvPr id="717" name="文本框 716">
            <a:extLst>
              <a:ext uri="{FF2B5EF4-FFF2-40B4-BE49-F238E27FC236}">
                <a16:creationId xmlns:a16="http://schemas.microsoft.com/office/drawing/2014/main" id="{D1FF047F-4439-BDC0-7ED7-5AF101545337}"/>
              </a:ext>
            </a:extLst>
          </p:cNvPr>
          <p:cNvSpPr txBox="1"/>
          <p:nvPr/>
        </p:nvSpPr>
        <p:spPr>
          <a:xfrm>
            <a:off x="6774649" y="2343007"/>
            <a:ext cx="1890243" cy="253916"/>
          </a:xfrm>
          <a:prstGeom prst="rect">
            <a:avLst/>
          </a:prstGeom>
          <a:noFill/>
          <a:ln w="12700">
            <a:prstDash val="solid"/>
            <a:miter/>
          </a:ln>
        </p:spPr>
        <p:txBody>
          <a:bodyPr vert="horz" wrap="square" anchor="t">
            <a:spAutoFit/>
          </a:bodyPr>
          <a:lstStyle/>
          <a:p>
            <a:pPr marL="0" lvl="0" indent="0" algn="l" defTabSz="685800">
              <a:lnSpc>
                <a:spcPct val="100000"/>
              </a:lnSpc>
              <a:spcBef>
                <a:spcPts val="0"/>
              </a:spcBef>
              <a:spcAft>
                <a:spcPts val="0"/>
              </a:spcAft>
              <a:buClr>
                <a:srgbClr val="000000"/>
              </a:buClr>
              <a:buSzTx/>
              <a:buFont typeface="Arial"/>
              <a:buNone/>
              <a:defRPr/>
            </a:pPr>
            <a:r>
              <a:rPr lang="zh-CN" altLang="zh-CN" sz="1050" b="0" i="0" u="none" strike="noStrike" kern="0" spc="0" baseline="0">
                <a:ln>
                  <a:noFill/>
                </a:ln>
                <a:solidFill>
                  <a:srgbClr val="085A88"/>
                </a:solidFill>
                <a:effectLst/>
                <a:latin typeface="-apple-system"/>
                <a:ea typeface="-apple-system"/>
              </a:rPr>
              <a:t>信息通信媒体发展局</a:t>
            </a:r>
          </a:p>
        </p:txBody>
      </p:sp>
      <p:sp>
        <p:nvSpPr>
          <p:cNvPr id="718" name="文本框 717">
            <a:extLst>
              <a:ext uri="{FF2B5EF4-FFF2-40B4-BE49-F238E27FC236}">
                <a16:creationId xmlns:a16="http://schemas.microsoft.com/office/drawing/2014/main" id="{71DA158A-99CC-9CBF-514E-4C4BBEB7F279}"/>
              </a:ext>
            </a:extLst>
          </p:cNvPr>
          <p:cNvSpPr txBox="1"/>
          <p:nvPr/>
        </p:nvSpPr>
        <p:spPr>
          <a:xfrm>
            <a:off x="2657375" y="3319251"/>
            <a:ext cx="2026075" cy="341760"/>
          </a:xfrm>
          <a:prstGeom prst="rect">
            <a:avLst/>
          </a:prstGeom>
        </p:spPr>
        <p:txBody>
          <a:bodyPr/>
          <a:lstStyle/>
          <a:p>
            <a:pPr marL="0" lvl="0" indent="0" algn="l" defTabSz="914400">
              <a:lnSpc>
                <a:spcPct val="100000"/>
              </a:lnSpc>
              <a:spcBef>
                <a:spcPts val="0"/>
              </a:spcBef>
              <a:spcAft>
                <a:spcPts val="0"/>
              </a:spcAft>
              <a:buClr>
                <a:srgbClr val="000000"/>
              </a:buClr>
              <a:buSzTx/>
              <a:buFont typeface="Arial"/>
              <a:buNone/>
              <a:defRPr/>
            </a:pPr>
            <a:r>
              <a:rPr lang="zh-CN" altLang="zh-CN" sz="1050" b="0" i="0" u="none" strike="noStrike" kern="0" spc="0" baseline="0">
                <a:ln>
                  <a:noFill/>
                </a:ln>
                <a:solidFill>
                  <a:srgbClr val="085A88"/>
                </a:solidFill>
                <a:effectLst/>
                <a:latin typeface="-apple-system"/>
                <a:ea typeface="-apple-system"/>
              </a:rPr>
              <a:t>新加坡国家艺术理事会</a:t>
            </a:r>
          </a:p>
        </p:txBody>
      </p:sp>
      <p:sp>
        <p:nvSpPr>
          <p:cNvPr id="719" name="文本框 718">
            <a:extLst>
              <a:ext uri="{FF2B5EF4-FFF2-40B4-BE49-F238E27FC236}">
                <a16:creationId xmlns:a16="http://schemas.microsoft.com/office/drawing/2014/main" id="{6D6CCF23-65E7-2C33-B9F0-E381A4277045}"/>
              </a:ext>
            </a:extLst>
          </p:cNvPr>
          <p:cNvSpPr txBox="1"/>
          <p:nvPr/>
        </p:nvSpPr>
        <p:spPr>
          <a:xfrm>
            <a:off x="4854763" y="3410903"/>
            <a:ext cx="1573302" cy="308925"/>
          </a:xfrm>
          <a:prstGeom prst="rect">
            <a:avLst/>
          </a:prstGeom>
          <a:noFill/>
        </p:spPr>
        <p:txBody>
          <a:bodyPr vert="horz" anchor="t"/>
          <a:lstStyle/>
          <a:p>
            <a:pPr marL="0" lvl="0" indent="0" algn="l" defTabSz="685800">
              <a:lnSpc>
                <a:spcPct val="100000"/>
              </a:lnSpc>
              <a:spcBef>
                <a:spcPts val="0"/>
              </a:spcBef>
              <a:spcAft>
                <a:spcPts val="0"/>
              </a:spcAft>
              <a:buClr>
                <a:srgbClr val="000000"/>
              </a:buClr>
              <a:buSzTx/>
              <a:buFont typeface="Arial"/>
              <a:buNone/>
              <a:defRPr/>
            </a:pPr>
            <a:r>
              <a:rPr lang="zh-CN" altLang="zh-CN" sz="1050" b="0" i="0" u="none" strike="noStrike" kern="0" spc="0" baseline="0">
                <a:ln>
                  <a:noFill/>
                </a:ln>
                <a:solidFill>
                  <a:srgbClr val="085A88"/>
                </a:solidFill>
                <a:effectLst/>
                <a:latin typeface="-apple-system"/>
                <a:ea typeface="-apple-system"/>
              </a:rPr>
              <a:t>国家志愿者和慈善中心</a:t>
            </a:r>
          </a:p>
        </p:txBody>
      </p:sp>
      <p:sp>
        <p:nvSpPr>
          <p:cNvPr id="720" name="文本框 719">
            <a:extLst>
              <a:ext uri="{FF2B5EF4-FFF2-40B4-BE49-F238E27FC236}">
                <a16:creationId xmlns:a16="http://schemas.microsoft.com/office/drawing/2014/main" id="{248754E3-4D29-C63C-6166-014104B16C11}"/>
              </a:ext>
            </a:extLst>
          </p:cNvPr>
          <p:cNvSpPr txBox="1"/>
          <p:nvPr/>
        </p:nvSpPr>
        <p:spPr>
          <a:xfrm>
            <a:off x="6891713" y="3456910"/>
            <a:ext cx="1464637" cy="387037"/>
          </a:xfrm>
          <a:prstGeom prst="rect">
            <a:avLst/>
          </a:prstGeom>
          <a:noFill/>
        </p:spPr>
        <p:txBody>
          <a:bodyPr vert="horz" anchor="t"/>
          <a:lstStyle/>
          <a:p>
            <a:pPr marL="0" lvl="0" indent="0" algn="l" defTabSz="685800">
              <a:lnSpc>
                <a:spcPct val="100000"/>
              </a:lnSpc>
              <a:spcBef>
                <a:spcPts val="0"/>
              </a:spcBef>
              <a:spcAft>
                <a:spcPts val="0"/>
              </a:spcAft>
              <a:buClr>
                <a:srgbClr val="000000"/>
              </a:buClr>
              <a:buSzTx/>
              <a:buFont typeface="Arial"/>
              <a:buNone/>
              <a:defRPr/>
            </a:pPr>
            <a:r>
              <a:rPr lang="zh-CN" altLang="zh-CN" sz="1050" b="0" i="0" u="none" strike="noStrike" kern="0" spc="0" baseline="0">
                <a:ln>
                  <a:noFill/>
                </a:ln>
                <a:solidFill>
                  <a:srgbClr val="085A88"/>
                </a:solidFill>
                <a:effectLst/>
                <a:latin typeface="-apple-system"/>
                <a:ea typeface="-apple-system"/>
              </a:rPr>
              <a:t>国家青年理事会</a:t>
            </a:r>
          </a:p>
        </p:txBody>
      </p:sp>
      <p:sp>
        <p:nvSpPr>
          <p:cNvPr id="721" name="文本框 720">
            <a:extLst>
              <a:ext uri="{FF2B5EF4-FFF2-40B4-BE49-F238E27FC236}">
                <a16:creationId xmlns:a16="http://schemas.microsoft.com/office/drawing/2014/main" id="{BFF00E95-2877-8C84-DDD9-939512EAAEDE}"/>
              </a:ext>
            </a:extLst>
          </p:cNvPr>
          <p:cNvSpPr txBox="1"/>
          <p:nvPr/>
        </p:nvSpPr>
        <p:spPr>
          <a:xfrm>
            <a:off x="2813487" y="4350011"/>
            <a:ext cx="1582358" cy="308925"/>
          </a:xfrm>
          <a:prstGeom prst="rect">
            <a:avLst/>
          </a:prstGeom>
          <a:noFill/>
        </p:spPr>
        <p:txBody>
          <a:bodyPr vert="horz" anchor="t"/>
          <a:lstStyle/>
          <a:p>
            <a:pPr marL="0" lvl="0" indent="0" algn="l" defTabSz="685800">
              <a:lnSpc>
                <a:spcPct val="100000"/>
              </a:lnSpc>
              <a:spcBef>
                <a:spcPts val="0"/>
              </a:spcBef>
              <a:spcAft>
                <a:spcPts val="0"/>
              </a:spcAft>
              <a:buClr>
                <a:srgbClr val="000000"/>
              </a:buClr>
              <a:buSzTx/>
              <a:buFont typeface="Arial"/>
              <a:buNone/>
              <a:defRPr/>
            </a:pPr>
            <a:r>
              <a:rPr lang="zh-CN" altLang="zh-CN" sz="1050" b="0" i="0" u="none" strike="noStrike" kern="0" spc="0" baseline="0">
                <a:ln>
                  <a:noFill/>
                </a:ln>
                <a:solidFill>
                  <a:srgbClr val="085A88"/>
                </a:solidFill>
                <a:effectLst/>
                <a:latin typeface="-apple-system"/>
                <a:ea typeface="-apple-system"/>
              </a:rPr>
              <a:t>社会企业中心</a:t>
            </a:r>
          </a:p>
        </p:txBody>
      </p:sp>
      <p:sp>
        <p:nvSpPr>
          <p:cNvPr id="722" name="文本框 721">
            <a:extLst>
              <a:ext uri="{FF2B5EF4-FFF2-40B4-BE49-F238E27FC236}">
                <a16:creationId xmlns:a16="http://schemas.microsoft.com/office/drawing/2014/main" id="{2EA83615-CE3D-9977-0A18-1570DA3ADEC9}"/>
              </a:ext>
            </a:extLst>
          </p:cNvPr>
          <p:cNvSpPr txBox="1"/>
          <p:nvPr/>
        </p:nvSpPr>
        <p:spPr>
          <a:xfrm>
            <a:off x="4987136" y="4416860"/>
            <a:ext cx="1681967" cy="251205"/>
          </a:xfrm>
          <a:prstGeom prst="rect">
            <a:avLst/>
          </a:prstGeom>
          <a:noFill/>
        </p:spPr>
        <p:txBody>
          <a:bodyPr vert="horz" anchor="t"/>
          <a:lstStyle/>
          <a:p>
            <a:pPr marL="0" lvl="0" indent="0" algn="l" defTabSz="685800">
              <a:lnSpc>
                <a:spcPct val="100000"/>
              </a:lnSpc>
              <a:spcBef>
                <a:spcPts val="0"/>
              </a:spcBef>
              <a:spcAft>
                <a:spcPts val="0"/>
              </a:spcAft>
              <a:buClr>
                <a:srgbClr val="000000"/>
              </a:buClr>
              <a:buSzTx/>
              <a:buFont typeface="Arial"/>
              <a:buNone/>
              <a:defRPr/>
            </a:pPr>
            <a:r>
              <a:rPr lang="zh-CN" altLang="zh-CN" sz="1050" b="0" i="0" u="none" strike="noStrike" kern="0" spc="0" baseline="0">
                <a:ln>
                  <a:noFill/>
                </a:ln>
                <a:solidFill>
                  <a:srgbClr val="085A88"/>
                </a:solidFill>
                <a:effectLst/>
                <a:latin typeface="-apple-system"/>
                <a:ea typeface="-apple-system"/>
              </a:rPr>
              <a:t>新加坡社区基金会</a:t>
            </a:r>
          </a:p>
        </p:txBody>
      </p:sp>
      <p:cxnSp>
        <p:nvCxnSpPr>
          <p:cNvPr id="2" name="Google Shape;356;p24">
            <a:extLst>
              <a:ext uri="{FF2B5EF4-FFF2-40B4-BE49-F238E27FC236}">
                <a16:creationId xmlns:a16="http://schemas.microsoft.com/office/drawing/2014/main" id="{7CA26C65-4F19-E02F-9967-3C126A80F216}"/>
              </a:ext>
            </a:extLst>
          </p:cNvPr>
          <p:cNvCxnSpPr/>
          <p:nvPr/>
        </p:nvCxnSpPr>
        <p:spPr>
          <a:xfrm>
            <a:off x="2388083" y="1050514"/>
            <a:ext cx="0" cy="2845200"/>
          </a:xfrm>
          <a:prstGeom prst="straightConnector1">
            <a:avLst/>
          </a:prstGeom>
          <a:noFill/>
          <a:ln w="9525" cap="flat" cmpd="sng">
            <a:solidFill>
              <a:srgbClr val="7197B5"/>
            </a:solidFill>
            <a:prstDash val="dot"/>
            <a:round/>
            <a:headEnd type="none" w="med" len="med"/>
            <a:tailEnd type="none" w="med" len="med"/>
          </a:ln>
        </p:spPr>
      </p:cxnSp>
      <p:cxnSp>
        <p:nvCxnSpPr>
          <p:cNvPr id="3" name="Google Shape;356;p24">
            <a:extLst>
              <a:ext uri="{FF2B5EF4-FFF2-40B4-BE49-F238E27FC236}">
                <a16:creationId xmlns:a16="http://schemas.microsoft.com/office/drawing/2014/main" id="{DCE0884F-E6C6-FC85-C547-4FD779E4AD0B}"/>
              </a:ext>
            </a:extLst>
          </p:cNvPr>
          <p:cNvCxnSpPr/>
          <p:nvPr/>
        </p:nvCxnSpPr>
        <p:spPr>
          <a:xfrm>
            <a:off x="4598783" y="998747"/>
            <a:ext cx="0" cy="2845200"/>
          </a:xfrm>
          <a:prstGeom prst="straightConnector1">
            <a:avLst/>
          </a:prstGeom>
          <a:noFill/>
          <a:ln w="9525" cap="flat" cmpd="sng">
            <a:solidFill>
              <a:srgbClr val="7197B5"/>
            </a:solidFill>
            <a:prstDash val="dot"/>
            <a:round/>
            <a:headEnd type="none" w="med" len="med"/>
            <a:tailEnd type="none" w="med" len="med"/>
          </a:ln>
        </p:spPr>
      </p:cxnSp>
      <p:cxnSp>
        <p:nvCxnSpPr>
          <p:cNvPr id="4" name="Google Shape;356;p24">
            <a:extLst>
              <a:ext uri="{FF2B5EF4-FFF2-40B4-BE49-F238E27FC236}">
                <a16:creationId xmlns:a16="http://schemas.microsoft.com/office/drawing/2014/main" id="{AE47B3AA-7C06-D9D3-29C5-95499E214682}"/>
              </a:ext>
            </a:extLst>
          </p:cNvPr>
          <p:cNvCxnSpPr/>
          <p:nvPr/>
        </p:nvCxnSpPr>
        <p:spPr>
          <a:xfrm>
            <a:off x="6569405" y="1050514"/>
            <a:ext cx="0" cy="2845200"/>
          </a:xfrm>
          <a:prstGeom prst="straightConnector1">
            <a:avLst/>
          </a:prstGeom>
          <a:noFill/>
          <a:ln w="9525" cap="flat" cmpd="sng">
            <a:solidFill>
              <a:srgbClr val="7197B5"/>
            </a:solidFill>
            <a:prstDash val="dot"/>
            <a:round/>
            <a:headEnd type="none" w="med" len="med"/>
            <a:tailEnd type="none" w="med" len="med"/>
          </a:ln>
        </p:spPr>
      </p:cxnSp>
    </p:spTree>
    <p:extLst>
      <p:ext uri="{BB962C8B-B14F-4D97-AF65-F5344CB8AC3E}">
        <p14:creationId xmlns:p14="http://schemas.microsoft.com/office/powerpoint/2010/main" val="364541069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5A7B4-93A0-32D7-4535-8FE21DA9D032}"/>
            </a:ext>
          </a:extLst>
        </p:cNvPr>
        <p:cNvGrpSpPr/>
        <p:nvPr/>
      </p:nvGrpSpPr>
      <p:grpSpPr>
        <a:xfrm>
          <a:off x="0" y="0"/>
          <a:ext cx="0" cy="0"/>
          <a:chOff x="0" y="0"/>
          <a:chExt cx="0" cy="0"/>
        </a:xfrm>
      </p:grpSpPr>
      <p:sp>
        <p:nvSpPr>
          <p:cNvPr id="3" name="Google Shape;247;g2939eb5ab3c_0_0">
            <a:extLst>
              <a:ext uri="{FF2B5EF4-FFF2-40B4-BE49-F238E27FC236}">
                <a16:creationId xmlns:a16="http://schemas.microsoft.com/office/drawing/2014/main" id="{2C9B56F3-59C9-ECCD-A7B3-31271F55875C}"/>
              </a:ext>
            </a:extLst>
          </p:cNvPr>
          <p:cNvSpPr txBox="1">
            <a:spLocks/>
          </p:cNvSpPr>
          <p:nvPr/>
        </p:nvSpPr>
        <p:spPr>
          <a:xfrm>
            <a:off x="67449" y="98486"/>
            <a:ext cx="5583961" cy="309600"/>
          </a:xfrm>
          <a:prstGeom prst="rect">
            <a:avLst/>
          </a:prstGeom>
          <a:noFill/>
          <a:ln>
            <a:noFill/>
          </a:ln>
        </p:spPr>
        <p:txBody>
          <a:bodyPr wrap="square" lIns="91425" tIns="91425" rIns="91425" bIns="91425" anchor="t" anchorCtr="0"/>
          <a:lstStyle>
            <a:lvl1pPr lvl="0" algn="l">
              <a:lnSpc>
                <a:spcPct val="100000"/>
              </a:lnSpc>
              <a:spcBef>
                <a:spcPts val="0"/>
              </a:spcBef>
              <a:spcAft>
                <a:spcPts val="0"/>
              </a:spcAft>
              <a:buClr>
                <a:srgbClr val="125284"/>
              </a:buClr>
              <a:buSzPts val="1800"/>
              <a:buFont typeface="Poppins"/>
              <a:buNone/>
              <a:defRPr sz="3735" b="0" i="0" u="none" strike="noStrike">
                <a:solidFill>
                  <a:srgbClr val="FFFFFF"/>
                </a:solidFill>
                <a:latin typeface="Rubik"/>
                <a:ea typeface="Rubik"/>
              </a:defRPr>
            </a:lvl1pPr>
            <a:lvl2pPr lvl="1" algn="l">
              <a:lnSpc>
                <a:spcPct val="100000"/>
              </a:lnSpc>
              <a:spcBef>
                <a:spcPts val="0"/>
              </a:spcBef>
              <a:spcAft>
                <a:spcPts val="0"/>
              </a:spcAft>
              <a:buClr>
                <a:srgbClr val="125284"/>
              </a:buClr>
              <a:buSzPts val="1800"/>
              <a:buFont typeface="Poppins"/>
              <a:buNone/>
              <a:defRPr sz="2400" b="0" i="0" u="none" strike="noStrike">
                <a:solidFill>
                  <a:srgbClr val="125284"/>
                </a:solidFill>
                <a:latin typeface="Nunito Sans"/>
                <a:ea typeface="Nunito Sans"/>
              </a:defRPr>
            </a:lvl2pPr>
            <a:lvl3pPr lvl="2" algn="l">
              <a:lnSpc>
                <a:spcPct val="100000"/>
              </a:lnSpc>
              <a:spcBef>
                <a:spcPts val="0"/>
              </a:spcBef>
              <a:spcAft>
                <a:spcPts val="0"/>
              </a:spcAft>
              <a:buClr>
                <a:srgbClr val="125284"/>
              </a:buClr>
              <a:buSzPts val="1800"/>
              <a:buFont typeface="Poppins"/>
              <a:buNone/>
              <a:defRPr sz="2400" b="0" i="0" u="none" strike="noStrike">
                <a:solidFill>
                  <a:srgbClr val="125284"/>
                </a:solidFill>
                <a:latin typeface="Nunito Sans"/>
                <a:ea typeface="Nunito Sans"/>
              </a:defRPr>
            </a:lvl3pPr>
            <a:lvl4pPr lvl="3" algn="l">
              <a:lnSpc>
                <a:spcPct val="100000"/>
              </a:lnSpc>
              <a:spcBef>
                <a:spcPts val="0"/>
              </a:spcBef>
              <a:spcAft>
                <a:spcPts val="0"/>
              </a:spcAft>
              <a:buClr>
                <a:srgbClr val="125284"/>
              </a:buClr>
              <a:buSzPts val="1800"/>
              <a:buFont typeface="Poppins"/>
              <a:buNone/>
              <a:defRPr sz="2400" b="0" i="0" u="none" strike="noStrike">
                <a:solidFill>
                  <a:srgbClr val="125284"/>
                </a:solidFill>
                <a:latin typeface="Nunito Sans"/>
                <a:ea typeface="Nunito Sans"/>
              </a:defRPr>
            </a:lvl4pPr>
            <a:lvl5pPr lvl="4" algn="l">
              <a:lnSpc>
                <a:spcPct val="100000"/>
              </a:lnSpc>
              <a:spcBef>
                <a:spcPts val="0"/>
              </a:spcBef>
              <a:spcAft>
                <a:spcPts val="0"/>
              </a:spcAft>
              <a:buClr>
                <a:srgbClr val="125284"/>
              </a:buClr>
              <a:buSzPts val="1800"/>
              <a:buFont typeface="Poppins"/>
              <a:buNone/>
              <a:defRPr sz="2400" b="0" i="0" u="none" strike="noStrike">
                <a:solidFill>
                  <a:srgbClr val="125284"/>
                </a:solidFill>
                <a:latin typeface="Nunito Sans"/>
                <a:ea typeface="Nunito Sans"/>
              </a:defRPr>
            </a:lvl5pPr>
            <a:lvl6pPr lvl="5" algn="l">
              <a:lnSpc>
                <a:spcPct val="100000"/>
              </a:lnSpc>
              <a:spcBef>
                <a:spcPts val="0"/>
              </a:spcBef>
              <a:spcAft>
                <a:spcPts val="0"/>
              </a:spcAft>
              <a:buClr>
                <a:srgbClr val="125284"/>
              </a:buClr>
              <a:buSzPts val="1800"/>
              <a:buFont typeface="Poppins"/>
              <a:buNone/>
              <a:defRPr sz="2400" b="0" i="0" u="none" strike="noStrike">
                <a:solidFill>
                  <a:srgbClr val="125284"/>
                </a:solidFill>
                <a:latin typeface="Nunito Sans"/>
                <a:ea typeface="Nunito Sans"/>
              </a:defRPr>
            </a:lvl6pPr>
            <a:lvl7pPr lvl="6" algn="l">
              <a:lnSpc>
                <a:spcPct val="100000"/>
              </a:lnSpc>
              <a:spcBef>
                <a:spcPts val="0"/>
              </a:spcBef>
              <a:spcAft>
                <a:spcPts val="0"/>
              </a:spcAft>
              <a:buClr>
                <a:srgbClr val="125284"/>
              </a:buClr>
              <a:buSzPts val="1800"/>
              <a:buFont typeface="Poppins"/>
              <a:buNone/>
              <a:defRPr sz="2400" b="0" i="0" u="none" strike="noStrike">
                <a:solidFill>
                  <a:srgbClr val="125284"/>
                </a:solidFill>
                <a:latin typeface="Nunito Sans"/>
                <a:ea typeface="Nunito Sans"/>
              </a:defRPr>
            </a:lvl7pPr>
            <a:lvl8pPr lvl="7" algn="l">
              <a:lnSpc>
                <a:spcPct val="100000"/>
              </a:lnSpc>
              <a:spcBef>
                <a:spcPts val="0"/>
              </a:spcBef>
              <a:spcAft>
                <a:spcPts val="0"/>
              </a:spcAft>
              <a:buClr>
                <a:srgbClr val="125284"/>
              </a:buClr>
              <a:buSzPts val="1800"/>
              <a:buFont typeface="Poppins"/>
              <a:buNone/>
              <a:defRPr sz="2400" b="0" i="0" u="none" strike="noStrike">
                <a:solidFill>
                  <a:srgbClr val="125284"/>
                </a:solidFill>
                <a:latin typeface="Nunito Sans"/>
                <a:ea typeface="Nunito Sans"/>
              </a:defRPr>
            </a:lvl8pPr>
            <a:lvl9pPr lvl="8" algn="l">
              <a:lnSpc>
                <a:spcPct val="100000"/>
              </a:lnSpc>
              <a:spcBef>
                <a:spcPts val="0"/>
              </a:spcBef>
              <a:spcAft>
                <a:spcPts val="0"/>
              </a:spcAft>
              <a:buClr>
                <a:srgbClr val="125284"/>
              </a:buClr>
              <a:buSzPts val="1800"/>
              <a:buFont typeface="Poppins"/>
              <a:buNone/>
              <a:defRPr sz="2400" b="0" i="0" u="none" strike="noStrike">
                <a:solidFill>
                  <a:srgbClr val="125284"/>
                </a:solidFill>
                <a:latin typeface="Nunito Sans"/>
                <a:ea typeface="Nunito Sans"/>
              </a:defRPr>
            </a:lvl9pPr>
          </a:lstStyle>
          <a:p>
            <a:pPr marL="0" lvl="0" indent="0" algn="l" defTabSz="914400">
              <a:lnSpc>
                <a:spcPct val="100000"/>
              </a:lnSpc>
              <a:spcBef>
                <a:spcPts val="0"/>
              </a:spcBef>
              <a:spcAft>
                <a:spcPts val="0"/>
              </a:spcAft>
              <a:buClr>
                <a:srgbClr val="125284"/>
              </a:buClr>
              <a:buSzPts val="1800"/>
              <a:buFont typeface="Poppins"/>
              <a:buNone/>
              <a:defRPr/>
            </a:pPr>
            <a:r>
              <a:rPr lang="en-US" altLang="en-US" sz="2400" b="1" i="0" u="none" strike="noStrike" kern="0" spc="0" baseline="0">
                <a:ln>
                  <a:noFill/>
                </a:ln>
                <a:solidFill>
                  <a:srgbClr val="125284"/>
                </a:solidFill>
                <a:effectLst/>
                <a:latin typeface="微软雅黑"/>
                <a:ea typeface="微软雅黑"/>
              </a:rPr>
              <a:t>Empact</a:t>
            </a:r>
            <a:r>
              <a:rPr lang="zh-CN" altLang="en-US" sz="2400" b="1" i="0" u="none" strike="noStrike" kern="0" spc="0" baseline="0">
                <a:ln>
                  <a:noFill/>
                </a:ln>
                <a:solidFill>
                  <a:srgbClr val="125284"/>
                </a:solidFill>
                <a:effectLst/>
                <a:latin typeface="微软雅黑"/>
                <a:ea typeface="微软雅黑"/>
              </a:rPr>
              <a:t>中国区合作伙伴</a:t>
            </a:r>
            <a:endParaRPr lang="zh-CN" altLang="zh-CN" sz="2400" b="1" i="0" u="none" strike="noStrike" kern="0" spc="0" baseline="0">
              <a:ln>
                <a:noFill/>
              </a:ln>
              <a:solidFill>
                <a:srgbClr val="125284"/>
              </a:solidFill>
              <a:effectLst/>
              <a:latin typeface="微软雅黑"/>
              <a:ea typeface="微软雅黑"/>
            </a:endParaRPr>
          </a:p>
        </p:txBody>
      </p:sp>
      <p:pic>
        <p:nvPicPr>
          <p:cNvPr id="4" name="图片 3">
            <a:extLst>
              <a:ext uri="{FF2B5EF4-FFF2-40B4-BE49-F238E27FC236}">
                <a16:creationId xmlns:a16="http://schemas.microsoft.com/office/drawing/2014/main" id="{DD4C4597-9960-2D99-E6F1-9907FB95E1B9}"/>
              </a:ext>
            </a:extLst>
          </p:cNvPr>
          <p:cNvPicPr>
            <a:picLocks noChangeAspect="1"/>
          </p:cNvPicPr>
          <p:nvPr/>
        </p:nvPicPr>
        <p:blipFill>
          <a:blip r:embed="rId3"/>
          <a:stretch/>
        </p:blipFill>
        <p:spPr>
          <a:xfrm>
            <a:off x="4564441" y="4189748"/>
            <a:ext cx="1409180" cy="428612"/>
          </a:xfrm>
          <a:prstGeom prst="rect">
            <a:avLst/>
          </a:prstGeom>
        </p:spPr>
      </p:pic>
      <p:pic>
        <p:nvPicPr>
          <p:cNvPr id="5" name="图片 4">
            <a:extLst>
              <a:ext uri="{FF2B5EF4-FFF2-40B4-BE49-F238E27FC236}">
                <a16:creationId xmlns:a16="http://schemas.microsoft.com/office/drawing/2014/main" id="{D8B0E9F3-9C9A-AF9B-5D37-FF3F23453A34}"/>
              </a:ext>
            </a:extLst>
          </p:cNvPr>
          <p:cNvPicPr>
            <a:picLocks noChangeAspect="1"/>
          </p:cNvPicPr>
          <p:nvPr/>
        </p:nvPicPr>
        <p:blipFill>
          <a:blip r:embed="rId4"/>
          <a:srcRect r="61411"/>
          <a:stretch/>
        </p:blipFill>
        <p:spPr>
          <a:xfrm>
            <a:off x="2766082" y="2642082"/>
            <a:ext cx="992298" cy="463376"/>
          </a:xfrm>
          <a:prstGeom prst="rect">
            <a:avLst/>
          </a:prstGeom>
        </p:spPr>
      </p:pic>
      <p:pic>
        <p:nvPicPr>
          <p:cNvPr id="6" name="图片 5">
            <a:extLst>
              <a:ext uri="{FF2B5EF4-FFF2-40B4-BE49-F238E27FC236}">
                <a16:creationId xmlns:a16="http://schemas.microsoft.com/office/drawing/2014/main" id="{F68F7C2F-5684-7B4E-3E46-8CDECF751DB9}"/>
              </a:ext>
            </a:extLst>
          </p:cNvPr>
          <p:cNvPicPr>
            <a:picLocks noChangeAspect="1"/>
          </p:cNvPicPr>
          <p:nvPr/>
        </p:nvPicPr>
        <p:blipFill>
          <a:blip r:embed="rId5"/>
          <a:srcRect t="17049" b="20841"/>
          <a:stretch/>
        </p:blipFill>
        <p:spPr>
          <a:xfrm>
            <a:off x="4398493" y="2497540"/>
            <a:ext cx="1997561" cy="718721"/>
          </a:xfrm>
          <a:prstGeom prst="rect">
            <a:avLst/>
          </a:prstGeom>
        </p:spPr>
      </p:pic>
      <p:pic>
        <p:nvPicPr>
          <p:cNvPr id="7" name="图片 6">
            <a:extLst>
              <a:ext uri="{FF2B5EF4-FFF2-40B4-BE49-F238E27FC236}">
                <a16:creationId xmlns:a16="http://schemas.microsoft.com/office/drawing/2014/main" id="{7A8304A6-022A-5DA3-9C4A-3BA6F8035FA8}"/>
              </a:ext>
            </a:extLst>
          </p:cNvPr>
          <p:cNvPicPr>
            <a:picLocks noChangeAspect="1"/>
          </p:cNvPicPr>
          <p:nvPr/>
        </p:nvPicPr>
        <p:blipFill>
          <a:blip r:embed="rId6"/>
          <a:stretch/>
        </p:blipFill>
        <p:spPr>
          <a:xfrm>
            <a:off x="6909630" y="4097274"/>
            <a:ext cx="1326430" cy="528607"/>
          </a:xfrm>
          <a:prstGeom prst="rect">
            <a:avLst/>
          </a:prstGeom>
        </p:spPr>
      </p:pic>
      <p:pic>
        <p:nvPicPr>
          <p:cNvPr id="8" name="图片 7">
            <a:extLst>
              <a:ext uri="{FF2B5EF4-FFF2-40B4-BE49-F238E27FC236}">
                <a16:creationId xmlns:a16="http://schemas.microsoft.com/office/drawing/2014/main" id="{9054F297-9F5F-45F4-CE0E-2AEC846C49A9}"/>
              </a:ext>
            </a:extLst>
          </p:cNvPr>
          <p:cNvPicPr>
            <a:picLocks noChangeAspect="1"/>
          </p:cNvPicPr>
          <p:nvPr/>
        </p:nvPicPr>
        <p:blipFill>
          <a:blip r:embed="rId7"/>
          <a:stretch/>
        </p:blipFill>
        <p:spPr>
          <a:xfrm>
            <a:off x="147271" y="2621026"/>
            <a:ext cx="2126924" cy="528868"/>
          </a:xfrm>
          <a:prstGeom prst="rect">
            <a:avLst/>
          </a:prstGeom>
        </p:spPr>
      </p:pic>
      <p:pic>
        <p:nvPicPr>
          <p:cNvPr id="9" name="图片 8">
            <a:extLst>
              <a:ext uri="{FF2B5EF4-FFF2-40B4-BE49-F238E27FC236}">
                <a16:creationId xmlns:a16="http://schemas.microsoft.com/office/drawing/2014/main" id="{708FA070-92B7-C24F-B502-D56E81B671FA}"/>
              </a:ext>
            </a:extLst>
          </p:cNvPr>
          <p:cNvPicPr>
            <a:picLocks noChangeAspect="1"/>
          </p:cNvPicPr>
          <p:nvPr/>
        </p:nvPicPr>
        <p:blipFill>
          <a:blip r:embed="rId8"/>
          <a:stretch/>
        </p:blipFill>
        <p:spPr>
          <a:xfrm>
            <a:off x="6963656" y="2470706"/>
            <a:ext cx="909339" cy="796678"/>
          </a:xfrm>
          <a:prstGeom prst="rect">
            <a:avLst/>
          </a:prstGeom>
        </p:spPr>
      </p:pic>
      <p:pic>
        <p:nvPicPr>
          <p:cNvPr id="10" name="图片 9">
            <a:extLst>
              <a:ext uri="{FF2B5EF4-FFF2-40B4-BE49-F238E27FC236}">
                <a16:creationId xmlns:a16="http://schemas.microsoft.com/office/drawing/2014/main" id="{753AE91C-818F-0098-2134-FB86F90D19FF}"/>
              </a:ext>
            </a:extLst>
          </p:cNvPr>
          <p:cNvPicPr>
            <a:picLocks noChangeAspect="1"/>
          </p:cNvPicPr>
          <p:nvPr/>
        </p:nvPicPr>
        <p:blipFill>
          <a:blip r:embed="rId9"/>
          <a:stretch/>
        </p:blipFill>
        <p:spPr>
          <a:xfrm>
            <a:off x="223222" y="1174346"/>
            <a:ext cx="1852967" cy="732026"/>
          </a:xfrm>
          <a:prstGeom prst="rect">
            <a:avLst/>
          </a:prstGeom>
        </p:spPr>
      </p:pic>
      <p:sp>
        <p:nvSpPr>
          <p:cNvPr id="11" name="文本框 10">
            <a:extLst>
              <a:ext uri="{FF2B5EF4-FFF2-40B4-BE49-F238E27FC236}">
                <a16:creationId xmlns:a16="http://schemas.microsoft.com/office/drawing/2014/main" id="{9897CA5D-9A84-439B-DA8C-C7F172AE640B}"/>
              </a:ext>
            </a:extLst>
          </p:cNvPr>
          <p:cNvSpPr txBox="1"/>
          <p:nvPr/>
        </p:nvSpPr>
        <p:spPr>
          <a:xfrm>
            <a:off x="223223" y="836946"/>
            <a:ext cx="2171700" cy="323165"/>
          </a:xfrm>
          <a:prstGeom prst="rect">
            <a:avLst/>
          </a:prstGeom>
          <a:ln w="12700">
            <a:prstDash val="solid"/>
            <a:miter/>
          </a:ln>
        </p:spPr>
        <p:txBody>
          <a:bodyPr>
            <a:spAutoFit/>
          </a:bodyPr>
          <a:lstStyle/>
          <a:p>
            <a:pPr marL="0" lvl="0" indent="0" algn="l" defTabSz="914400">
              <a:lnSpc>
                <a:spcPct val="100000"/>
              </a:lnSpc>
              <a:spcBef>
                <a:spcPts val="0"/>
              </a:spcBef>
              <a:spcAft>
                <a:spcPts val="0"/>
              </a:spcAft>
              <a:buClr>
                <a:srgbClr val="000000"/>
              </a:buClr>
              <a:buSzTx/>
              <a:buFont typeface="Arial"/>
              <a:buNone/>
              <a:defRPr/>
            </a:pPr>
            <a:r>
              <a:rPr lang="en-US" altLang="zh-CN" sz="1500" b="1" i="1" u="sng" strike="noStrike" kern="0" spc="0" baseline="0">
                <a:ln>
                  <a:noFill/>
                </a:ln>
                <a:solidFill>
                  <a:srgbClr val="125284"/>
                </a:solidFill>
                <a:effectLst/>
                <a:latin typeface="微软雅黑"/>
                <a:ea typeface="微软雅黑"/>
              </a:rPr>
              <a:t>A.</a:t>
            </a:r>
            <a:r>
              <a:rPr lang="zh-CN" altLang="en-US" sz="1500" b="1" i="1" u="sng" strike="noStrike" kern="0" spc="0" baseline="0">
                <a:ln>
                  <a:noFill/>
                </a:ln>
                <a:solidFill>
                  <a:srgbClr val="125284"/>
                </a:solidFill>
                <a:effectLst/>
                <a:latin typeface="微软雅黑"/>
                <a:ea typeface="微软雅黑"/>
              </a:rPr>
              <a:t> </a:t>
            </a:r>
            <a:r>
              <a:rPr lang="zh-CN" altLang="zh-CN" sz="1500" b="1" i="1" u="sng" strike="noStrike" kern="0" spc="0" baseline="0">
                <a:ln>
                  <a:noFill/>
                </a:ln>
                <a:solidFill>
                  <a:srgbClr val="125284"/>
                </a:solidFill>
                <a:effectLst/>
                <a:latin typeface="微软雅黑"/>
                <a:ea typeface="微软雅黑"/>
              </a:rPr>
              <a:t>战略合作伙伴</a:t>
            </a:r>
          </a:p>
        </p:txBody>
      </p:sp>
      <p:pic>
        <p:nvPicPr>
          <p:cNvPr id="12" name="图片 7">
            <a:extLst>
              <a:ext uri="{FF2B5EF4-FFF2-40B4-BE49-F238E27FC236}">
                <a16:creationId xmlns:a16="http://schemas.microsoft.com/office/drawing/2014/main" id="{4DD70D2B-B6A6-254C-4246-B940D4458AC6}"/>
              </a:ext>
            </a:extLst>
          </p:cNvPr>
          <p:cNvPicPr>
            <a:picLocks noChangeAspect="1"/>
          </p:cNvPicPr>
          <p:nvPr/>
        </p:nvPicPr>
        <p:blipFill>
          <a:blip r:embed="rId10"/>
          <a:srcRect l="12573" t="22616" r="12177" b="17949"/>
          <a:stretch/>
        </p:blipFill>
        <p:spPr>
          <a:xfrm>
            <a:off x="2167020" y="1286715"/>
            <a:ext cx="1898635" cy="497199"/>
          </a:xfrm>
          <a:prstGeom prst="rect">
            <a:avLst/>
          </a:prstGeom>
        </p:spPr>
      </p:pic>
      <p:pic>
        <p:nvPicPr>
          <p:cNvPr id="13" name="图片 6">
            <a:extLst>
              <a:ext uri="{FF2B5EF4-FFF2-40B4-BE49-F238E27FC236}">
                <a16:creationId xmlns:a16="http://schemas.microsoft.com/office/drawing/2014/main" id="{9FAB8C46-54E9-E687-8C99-884B7A436C8A}"/>
              </a:ext>
            </a:extLst>
          </p:cNvPr>
          <p:cNvPicPr>
            <a:picLocks noChangeAspect="1"/>
          </p:cNvPicPr>
          <p:nvPr/>
        </p:nvPicPr>
        <p:blipFill>
          <a:blip r:embed="rId11"/>
          <a:stretch/>
        </p:blipFill>
        <p:spPr>
          <a:xfrm>
            <a:off x="4065654" y="1275613"/>
            <a:ext cx="2157884" cy="519403"/>
          </a:xfrm>
          <a:prstGeom prst="rect">
            <a:avLst/>
          </a:prstGeom>
        </p:spPr>
      </p:pic>
      <p:pic>
        <p:nvPicPr>
          <p:cNvPr id="14" name="Picture 2">
            <a:extLst>
              <a:ext uri="{FF2B5EF4-FFF2-40B4-BE49-F238E27FC236}">
                <a16:creationId xmlns:a16="http://schemas.microsoft.com/office/drawing/2014/main" id="{8243AE69-494C-0B0D-0ABB-693295AF5306}"/>
              </a:ext>
            </a:extLst>
          </p:cNvPr>
          <p:cNvPicPr>
            <a:picLocks noChangeAspect="1" noChangeArrowheads="1"/>
          </p:cNvPicPr>
          <p:nvPr/>
        </p:nvPicPr>
        <p:blipFill>
          <a:blip r:embed="rId12"/>
          <a:stretch/>
        </p:blipFill>
        <p:spPr>
          <a:xfrm>
            <a:off x="6491325" y="1275039"/>
            <a:ext cx="1854002" cy="422132"/>
          </a:xfrm>
          <a:prstGeom prst="rect">
            <a:avLst/>
          </a:prstGeom>
          <a:noFill/>
        </p:spPr>
      </p:pic>
      <p:sp>
        <p:nvSpPr>
          <p:cNvPr id="15" name="文本框 14">
            <a:extLst>
              <a:ext uri="{FF2B5EF4-FFF2-40B4-BE49-F238E27FC236}">
                <a16:creationId xmlns:a16="http://schemas.microsoft.com/office/drawing/2014/main" id="{6CEDA7F4-B435-7DB4-E9E0-BD8501348F92}"/>
              </a:ext>
            </a:extLst>
          </p:cNvPr>
          <p:cNvSpPr txBox="1"/>
          <p:nvPr/>
        </p:nvSpPr>
        <p:spPr>
          <a:xfrm>
            <a:off x="158846" y="2134578"/>
            <a:ext cx="2171700" cy="323165"/>
          </a:xfrm>
          <a:prstGeom prst="rect">
            <a:avLst/>
          </a:prstGeom>
          <a:ln w="12700">
            <a:prstDash val="solid"/>
            <a:miter/>
          </a:ln>
        </p:spPr>
        <p:txBody>
          <a:bodyPr>
            <a:spAutoFit/>
          </a:bodyPr>
          <a:lstStyle/>
          <a:p>
            <a:pPr marL="0" lvl="0" indent="0" algn="l" defTabSz="914400">
              <a:lnSpc>
                <a:spcPct val="100000"/>
              </a:lnSpc>
              <a:spcBef>
                <a:spcPts val="0"/>
              </a:spcBef>
              <a:spcAft>
                <a:spcPts val="0"/>
              </a:spcAft>
              <a:buClr>
                <a:srgbClr val="000000"/>
              </a:buClr>
              <a:buSzTx/>
              <a:buFont typeface="Arial"/>
              <a:buNone/>
              <a:defRPr/>
            </a:pPr>
            <a:r>
              <a:rPr lang="en-US" altLang="zh-CN" sz="1500" b="1" i="1" u="sng" strike="noStrike" kern="0" spc="0" baseline="0">
                <a:ln>
                  <a:noFill/>
                </a:ln>
                <a:solidFill>
                  <a:srgbClr val="125284"/>
                </a:solidFill>
                <a:effectLst/>
                <a:latin typeface="微软雅黑"/>
                <a:ea typeface="微软雅黑"/>
              </a:rPr>
              <a:t>B. </a:t>
            </a:r>
            <a:r>
              <a:rPr lang="zh-CN" altLang="zh-CN" sz="1500" b="1" i="1" u="sng" strike="noStrike" kern="0" spc="0" baseline="0">
                <a:ln>
                  <a:noFill/>
                </a:ln>
                <a:solidFill>
                  <a:srgbClr val="125284"/>
                </a:solidFill>
                <a:effectLst/>
                <a:latin typeface="微软雅黑"/>
                <a:ea typeface="微软雅黑"/>
              </a:rPr>
              <a:t>项目合作伙伴</a:t>
            </a:r>
          </a:p>
        </p:txBody>
      </p:sp>
      <p:pic>
        <p:nvPicPr>
          <p:cNvPr id="16" name="图片 12">
            <a:extLst>
              <a:ext uri="{FF2B5EF4-FFF2-40B4-BE49-F238E27FC236}">
                <a16:creationId xmlns:a16="http://schemas.microsoft.com/office/drawing/2014/main" id="{7DEF8635-1188-F3BE-865C-00D950FA210F}"/>
              </a:ext>
            </a:extLst>
          </p:cNvPr>
          <p:cNvPicPr>
            <a:picLocks noChangeAspect="1"/>
          </p:cNvPicPr>
          <p:nvPr/>
        </p:nvPicPr>
        <p:blipFill>
          <a:blip r:embed="rId13"/>
          <a:srcRect t="32254" b="33494"/>
          <a:stretch/>
        </p:blipFill>
        <p:spPr>
          <a:xfrm>
            <a:off x="158846" y="3275018"/>
            <a:ext cx="1682238" cy="572652"/>
          </a:xfrm>
          <a:prstGeom prst="rect">
            <a:avLst/>
          </a:prstGeom>
        </p:spPr>
      </p:pic>
      <p:pic>
        <p:nvPicPr>
          <p:cNvPr id="17" name="图片 11">
            <a:extLst>
              <a:ext uri="{FF2B5EF4-FFF2-40B4-BE49-F238E27FC236}">
                <a16:creationId xmlns:a16="http://schemas.microsoft.com/office/drawing/2014/main" id="{0AF21255-59DD-391C-AA3F-B6946FA5568B}"/>
              </a:ext>
            </a:extLst>
          </p:cNvPr>
          <p:cNvPicPr>
            <a:picLocks noChangeAspect="1"/>
          </p:cNvPicPr>
          <p:nvPr/>
        </p:nvPicPr>
        <p:blipFill>
          <a:blip r:embed="rId14"/>
          <a:stretch/>
        </p:blipFill>
        <p:spPr>
          <a:xfrm>
            <a:off x="2523282" y="3275018"/>
            <a:ext cx="1396181" cy="784476"/>
          </a:xfrm>
          <a:prstGeom prst="rect">
            <a:avLst/>
          </a:prstGeom>
        </p:spPr>
      </p:pic>
      <p:pic>
        <p:nvPicPr>
          <p:cNvPr id="18" name="图片 8">
            <a:extLst>
              <a:ext uri="{FF2B5EF4-FFF2-40B4-BE49-F238E27FC236}">
                <a16:creationId xmlns:a16="http://schemas.microsoft.com/office/drawing/2014/main" id="{74614708-0A61-6F4D-803C-0DB93FFFA480}"/>
              </a:ext>
            </a:extLst>
          </p:cNvPr>
          <p:cNvPicPr>
            <a:picLocks noChangeAspect="1"/>
          </p:cNvPicPr>
          <p:nvPr/>
        </p:nvPicPr>
        <p:blipFill>
          <a:blip r:embed="rId15"/>
          <a:stretch/>
        </p:blipFill>
        <p:spPr>
          <a:xfrm>
            <a:off x="2638503" y="4015804"/>
            <a:ext cx="1165741" cy="642755"/>
          </a:xfrm>
          <a:prstGeom prst="rect">
            <a:avLst/>
          </a:prstGeom>
        </p:spPr>
      </p:pic>
      <p:pic>
        <p:nvPicPr>
          <p:cNvPr id="19" name="图片 5">
            <a:extLst>
              <a:ext uri="{FF2B5EF4-FFF2-40B4-BE49-F238E27FC236}">
                <a16:creationId xmlns:a16="http://schemas.microsoft.com/office/drawing/2014/main" id="{C6F7DCE8-D8A0-8494-A7EC-227240E4C604}"/>
              </a:ext>
            </a:extLst>
          </p:cNvPr>
          <p:cNvPicPr>
            <a:picLocks noChangeAspect="1"/>
          </p:cNvPicPr>
          <p:nvPr/>
        </p:nvPicPr>
        <p:blipFill>
          <a:blip r:embed="rId16"/>
          <a:stretch/>
        </p:blipFill>
        <p:spPr>
          <a:xfrm>
            <a:off x="6924861" y="3252046"/>
            <a:ext cx="780962" cy="780962"/>
          </a:xfrm>
          <a:prstGeom prst="rect">
            <a:avLst/>
          </a:prstGeom>
        </p:spPr>
      </p:pic>
      <p:pic>
        <p:nvPicPr>
          <p:cNvPr id="20" name="图片 3">
            <a:extLst>
              <a:ext uri="{FF2B5EF4-FFF2-40B4-BE49-F238E27FC236}">
                <a16:creationId xmlns:a16="http://schemas.microsoft.com/office/drawing/2014/main" id="{B30322AD-B6E6-414B-DB09-686E2C1F9ED9}"/>
              </a:ext>
            </a:extLst>
          </p:cNvPr>
          <p:cNvPicPr>
            <a:picLocks noChangeAspect="1"/>
          </p:cNvPicPr>
          <p:nvPr/>
        </p:nvPicPr>
        <p:blipFill>
          <a:blip r:embed="rId17"/>
          <a:stretch/>
        </p:blipFill>
        <p:spPr>
          <a:xfrm>
            <a:off x="344263" y="3874083"/>
            <a:ext cx="866471" cy="762686"/>
          </a:xfrm>
          <a:prstGeom prst="rect">
            <a:avLst/>
          </a:prstGeom>
        </p:spPr>
      </p:pic>
      <p:pic>
        <p:nvPicPr>
          <p:cNvPr id="21" name="图片 10">
            <a:extLst>
              <a:ext uri="{FF2B5EF4-FFF2-40B4-BE49-F238E27FC236}">
                <a16:creationId xmlns:a16="http://schemas.microsoft.com/office/drawing/2014/main" id="{39ADEAEE-0598-BA90-56AE-FB5184B038AE}"/>
              </a:ext>
            </a:extLst>
          </p:cNvPr>
          <p:cNvPicPr>
            <a:picLocks noChangeAspect="1"/>
          </p:cNvPicPr>
          <p:nvPr/>
        </p:nvPicPr>
        <p:blipFill>
          <a:blip r:embed="rId18"/>
          <a:stretch/>
        </p:blipFill>
        <p:spPr>
          <a:xfrm>
            <a:off x="4673748" y="3308874"/>
            <a:ext cx="1190564" cy="788400"/>
          </a:xfrm>
          <a:prstGeom prst="rect">
            <a:avLst/>
          </a:prstGeom>
        </p:spPr>
      </p:pic>
      <p:cxnSp>
        <p:nvCxnSpPr>
          <p:cNvPr id="2" name="Google Shape;356;p24">
            <a:extLst>
              <a:ext uri="{FF2B5EF4-FFF2-40B4-BE49-F238E27FC236}">
                <a16:creationId xmlns:a16="http://schemas.microsoft.com/office/drawing/2014/main" id="{19C0B186-6143-9AE6-3A88-CF20620A9342}"/>
              </a:ext>
            </a:extLst>
          </p:cNvPr>
          <p:cNvCxnSpPr>
            <a:cxnSpLocks/>
          </p:cNvCxnSpPr>
          <p:nvPr/>
        </p:nvCxnSpPr>
        <p:spPr>
          <a:xfrm flipV="1">
            <a:off x="147271" y="2024501"/>
            <a:ext cx="8650557" cy="30632"/>
          </a:xfrm>
          <a:prstGeom prst="straightConnector1">
            <a:avLst/>
          </a:prstGeom>
          <a:noFill/>
          <a:ln w="9525" cap="flat" cmpd="sng">
            <a:solidFill>
              <a:srgbClr val="7197B5"/>
            </a:solidFill>
            <a:prstDash val="dot"/>
            <a:round/>
            <a:headEnd type="none" w="med" len="med"/>
            <a:tailEnd type="none" w="med" len="med"/>
          </a:ln>
        </p:spPr>
      </p:cxnSp>
    </p:spTree>
    <p:extLst>
      <p:ext uri="{BB962C8B-B14F-4D97-AF65-F5344CB8AC3E}">
        <p14:creationId xmlns:p14="http://schemas.microsoft.com/office/powerpoint/2010/main" val="511307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7">
          <a:extLst>
            <a:ext uri="{FF2B5EF4-FFF2-40B4-BE49-F238E27FC236}">
              <a16:creationId xmlns:a16="http://schemas.microsoft.com/office/drawing/2014/main" id="{9BA29487-DE49-BA94-8F88-DEF4A74325F8}"/>
            </a:ext>
          </a:extLst>
        </p:cNvPr>
        <p:cNvGrpSpPr/>
        <p:nvPr/>
      </p:nvGrpSpPr>
      <p:grpSpPr>
        <a:xfrm>
          <a:off x="0" y="0"/>
          <a:ext cx="0" cy="0"/>
          <a:chOff x="0" y="0"/>
          <a:chExt cx="0" cy="0"/>
        </a:xfrm>
      </p:grpSpPr>
      <p:sp>
        <p:nvSpPr>
          <p:cNvPr id="538" name="Google Shape;538;p54">
            <a:extLst>
              <a:ext uri="{FF2B5EF4-FFF2-40B4-BE49-F238E27FC236}">
                <a16:creationId xmlns:a16="http://schemas.microsoft.com/office/drawing/2014/main" id="{2F762597-4802-4CBF-99EC-D2348A6C5365}"/>
              </a:ext>
            </a:extLst>
          </p:cNvPr>
          <p:cNvSpPr txBox="1">
            <a:spLocks noGrp="1"/>
          </p:cNvSpPr>
          <p:nvPr>
            <p:ph type="title"/>
          </p:nvPr>
        </p:nvSpPr>
        <p:spPr>
          <a:xfrm>
            <a:off x="62550" y="225200"/>
            <a:ext cx="5993400" cy="920100"/>
          </a:xfrm>
          <a:prstGeom prst="rect">
            <a:avLst/>
          </a:prstGeom>
        </p:spPr>
        <p:txBody>
          <a:bodyPr wrap="square" lIns="91425" tIns="91425" rIns="91425" bIns="91425" anchor="b" anchorCtr="0"/>
          <a:lstStyle/>
          <a:p>
            <a:pPr marL="0" lvl="0" indent="0" algn="l">
              <a:spcBef>
                <a:spcPts val="0"/>
              </a:spcBef>
              <a:spcAft>
                <a:spcPts val="0"/>
              </a:spcAft>
              <a:buNone/>
            </a:pPr>
            <a:r>
              <a:rPr lang="zh-CN" altLang="en-US" b="1">
                <a:latin typeface="Microsoft YaHei"/>
                <a:ea typeface="Microsoft YaHei"/>
              </a:rPr>
              <a:t>乡村大学生职业认知研学营设计</a:t>
            </a:r>
            <a:endParaRPr b="1">
              <a:latin typeface="Microsoft YaHei"/>
              <a:ea typeface="Microsoft YaHei"/>
            </a:endParaRPr>
          </a:p>
        </p:txBody>
      </p:sp>
    </p:spTree>
    <p:extLst>
      <p:ext uri="{BB962C8B-B14F-4D97-AF65-F5344CB8AC3E}">
        <p14:creationId xmlns:p14="http://schemas.microsoft.com/office/powerpoint/2010/main" val="4182356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5"/>
          <p:cNvSpPr txBox="1">
            <a:spLocks noGrp="1"/>
          </p:cNvSpPr>
          <p:nvPr>
            <p:ph type="title"/>
          </p:nvPr>
        </p:nvSpPr>
        <p:spPr>
          <a:xfrm>
            <a:off x="93825" y="154125"/>
            <a:ext cx="4759500" cy="309600"/>
          </a:xfrm>
          <a:prstGeom prst="rect">
            <a:avLst/>
          </a:prstGeom>
          <a:noFill/>
          <a:ln>
            <a:noFill/>
          </a:ln>
        </p:spPr>
        <p:txBody>
          <a:bodyPr wrap="square" lIns="91425" tIns="91425" rIns="91425" bIns="91425" anchor="t" anchorCtr="0"/>
          <a:lstStyle/>
          <a:p>
            <a:pPr marL="0" lvl="0" indent="0" algn="l">
              <a:lnSpc>
                <a:spcPct val="100000"/>
              </a:lnSpc>
              <a:spcBef>
                <a:spcPts val="0"/>
              </a:spcBef>
              <a:spcAft>
                <a:spcPts val="0"/>
              </a:spcAft>
              <a:buSzPts val="1800"/>
              <a:buNone/>
            </a:pPr>
            <a:r>
              <a:rPr lang="zh-CN" altLang="en-US" b="1">
                <a:latin typeface="Microsoft YaHei"/>
                <a:ea typeface="Microsoft YaHei"/>
              </a:rPr>
              <a:t>目录</a:t>
            </a:r>
            <a:endParaRPr b="1">
              <a:latin typeface="Microsoft YaHei"/>
              <a:ea typeface="Microsoft YaHei"/>
            </a:endParaRPr>
          </a:p>
        </p:txBody>
      </p:sp>
      <p:graphicFrame>
        <p:nvGraphicFramePr>
          <p:cNvPr id="228" name="Google Shape;228;p35"/>
          <p:cNvGraphicFramePr/>
          <p:nvPr/>
        </p:nvGraphicFramePr>
        <p:xfrm>
          <a:off x="245025" y="996550"/>
          <a:ext cx="8648700" cy="2159000"/>
        </p:xfrm>
        <a:graphic>
          <a:graphicData uri="http://schemas.openxmlformats.org/drawingml/2006/table">
            <a:tbl>
              <a:tblPr/>
              <a:tblGrid>
                <a:gridCol w="1663700">
                  <a:extLst>
                    <a:ext uri="{9D8B030D-6E8A-4147-A177-3AD203B41FA5}">
                      <a16:colId xmlns:a16="http://schemas.microsoft.com/office/drawing/2014/main" val="20000"/>
                    </a:ext>
                  </a:extLst>
                </a:gridCol>
                <a:gridCol w="6985000">
                  <a:extLst>
                    <a:ext uri="{9D8B030D-6E8A-4147-A177-3AD203B41FA5}">
                      <a16:colId xmlns:a16="http://schemas.microsoft.com/office/drawing/2014/main" val="20001"/>
                    </a:ext>
                  </a:extLst>
                </a:gridCol>
              </a:tblGrid>
              <a:tr h="368300">
                <a:tc>
                  <a:txBody>
                    <a:bodyPr/>
                    <a:lstStyle/>
                    <a:p>
                      <a:pPr marL="0" lvl="0" indent="0" algn="l">
                        <a:lnSpc>
                          <a:spcPct val="100000"/>
                        </a:lnSpc>
                        <a:spcBef>
                          <a:spcPts val="0"/>
                        </a:spcBef>
                        <a:spcAft>
                          <a:spcPts val="0"/>
                        </a:spcAft>
                        <a:buClr>
                          <a:srgbClr val="000000"/>
                        </a:buClr>
                        <a:buSzPts val="1100"/>
                        <a:buFont typeface="Arial"/>
                        <a:buNone/>
                      </a:pPr>
                      <a:r>
                        <a:rPr lang="zh-CN" altLang="en-US" sz="1200" b="1" u="none" strike="noStrike">
                          <a:solidFill>
                            <a:srgbClr val="FFFFFF"/>
                          </a:solidFill>
                          <a:latin typeface="Nunito"/>
                          <a:ea typeface="Nunito"/>
                        </a:rPr>
                        <a:t>分节</a:t>
                      </a:r>
                      <a:endParaRPr sz="1200" b="1" u="none" strike="noStrike">
                        <a:solidFill>
                          <a:srgbClr val="FFFFFF"/>
                        </a:solidFill>
                        <a:latin typeface="Nunito"/>
                        <a:ea typeface="Nunito"/>
                      </a:endParaRPr>
                    </a:p>
                  </a:txBody>
                  <a:tcPr marL="91425" marR="91425" marT="91425" marB="91425">
                    <a:solidFill>
                      <a:schemeClr val="dk1"/>
                    </a:solidFill>
                  </a:tcPr>
                </a:tc>
                <a:tc>
                  <a:txBody>
                    <a:bodyPr/>
                    <a:lstStyle/>
                    <a:p>
                      <a:pPr marL="0" lvl="0" indent="0" algn="l">
                        <a:lnSpc>
                          <a:spcPct val="100000"/>
                        </a:lnSpc>
                        <a:spcBef>
                          <a:spcPts val="0"/>
                        </a:spcBef>
                        <a:spcAft>
                          <a:spcPts val="0"/>
                        </a:spcAft>
                        <a:buClr>
                          <a:srgbClr val="000000"/>
                        </a:buClr>
                        <a:buSzPts val="1100"/>
                        <a:buFont typeface="Arial"/>
                        <a:buNone/>
                      </a:pPr>
                      <a:r>
                        <a:rPr lang="zh-CN" altLang="en-US" sz="1200" b="1" u="none" strike="noStrike">
                          <a:solidFill>
                            <a:srgbClr val="FFFFFF"/>
                          </a:solidFill>
                          <a:latin typeface="Nunito"/>
                          <a:ea typeface="Nunito"/>
                        </a:rPr>
                        <a:t>内容</a:t>
                      </a:r>
                      <a:endParaRPr sz="1200" b="1" u="none" strike="noStrike">
                        <a:solidFill>
                          <a:srgbClr val="FFFFFF"/>
                        </a:solidFill>
                        <a:latin typeface="Nunito"/>
                        <a:ea typeface="Nunito"/>
                      </a:endParaRPr>
                    </a:p>
                  </a:txBody>
                  <a:tcPr marL="91425" marR="91425" marT="91425" marB="91425">
                    <a:solidFill>
                      <a:schemeClr val="dk1"/>
                    </a:solidFill>
                  </a:tcPr>
                </a:tc>
                <a:extLst>
                  <a:ext uri="{0D108BD9-81ED-4DB2-BD59-A6C34878D82A}">
                    <a16:rowId xmlns:a16="http://schemas.microsoft.com/office/drawing/2014/main" val="10000"/>
                  </a:ext>
                </a:extLst>
              </a:tr>
              <a:tr h="243275">
                <a:tc>
                  <a:txBody>
                    <a:bodyPr/>
                    <a:lstStyle/>
                    <a:p>
                      <a:pPr marL="0" lvl="0" indent="0" algn="l">
                        <a:lnSpc>
                          <a:spcPct val="100000"/>
                        </a:lnSpc>
                        <a:spcBef>
                          <a:spcPts val="0"/>
                        </a:spcBef>
                        <a:spcAft>
                          <a:spcPts val="0"/>
                        </a:spcAft>
                        <a:buClr>
                          <a:srgbClr val="000000"/>
                        </a:buClr>
                        <a:buSzPts val="1100"/>
                        <a:buFont typeface="Arial"/>
                        <a:buNone/>
                      </a:pPr>
                      <a:r>
                        <a:rPr lang="en-US" altLang="en-US" sz="1200" b="1" strike="noStrike">
                          <a:solidFill>
                            <a:srgbClr val="125284"/>
                          </a:solidFill>
                          <a:latin typeface="Nunito"/>
                          <a:ea typeface="Nunito"/>
                        </a:rPr>
                        <a:t>1) </a:t>
                      </a:r>
                      <a:r>
                        <a:rPr lang="zh-CN" altLang="zh-CN" sz="1200" b="1" strike="noStrike">
                          <a:solidFill>
                            <a:srgbClr val="125284"/>
                          </a:solidFill>
                          <a:latin typeface="Nunito"/>
                          <a:ea typeface="Nunito"/>
                        </a:rPr>
                        <a:t>需求分析以及</a:t>
                      </a:r>
                      <a:r>
                        <a:rPr lang="en-US" altLang="en-US" sz="1200" b="1" strike="noStrike">
                          <a:solidFill>
                            <a:srgbClr val="125284"/>
                          </a:solidFill>
                          <a:latin typeface="Nunito"/>
                          <a:ea typeface="Nunito"/>
                        </a:rPr>
                        <a:t>Empact</a:t>
                      </a:r>
                      <a:r>
                        <a:rPr lang="zh-CN" altLang="zh-CN" sz="1200" b="1" strike="noStrike">
                          <a:solidFill>
                            <a:srgbClr val="125284"/>
                          </a:solidFill>
                          <a:latin typeface="Nunito"/>
                          <a:ea typeface="Nunito"/>
                        </a:rPr>
                        <a:t>的价值所在</a:t>
                      </a:r>
                    </a:p>
                  </a:txBody>
                  <a:tcPr marL="91425" marR="91425" marT="91425" marB="91425">
                    <a:solidFill>
                      <a:srgbClr val="FFFFFF"/>
                    </a:solidFill>
                  </a:tcPr>
                </a:tc>
                <a:tc>
                  <a:txBody>
                    <a:bodyPr/>
                    <a:lstStyle/>
                    <a:p>
                      <a:pPr marL="457200" lvl="0" indent="-304800" algn="l">
                        <a:lnSpc>
                          <a:spcPct val="100000"/>
                        </a:lnSpc>
                        <a:spcBef>
                          <a:spcPts val="0"/>
                        </a:spcBef>
                        <a:spcAft>
                          <a:spcPts val="0"/>
                        </a:spcAft>
                        <a:buClr>
                          <a:schemeClr val="dk1"/>
                        </a:buClr>
                        <a:buSzPts val="1200"/>
                        <a:buFont typeface="Nunito"/>
                        <a:buChar char="●"/>
                      </a:pPr>
                      <a:r>
                        <a:rPr lang="zh-CN" altLang="zh-CN" sz="1200" strike="noStrike">
                          <a:solidFill>
                            <a:srgbClr val="125284"/>
                          </a:solidFill>
                          <a:latin typeface="Nunito"/>
                          <a:ea typeface="Nunito"/>
                        </a:rPr>
                        <a:t>项目背景以及需求</a:t>
                      </a:r>
                    </a:p>
                    <a:p>
                      <a:pPr marL="457200" lvl="0" indent="-304800" algn="l">
                        <a:lnSpc>
                          <a:spcPct val="100000"/>
                        </a:lnSpc>
                        <a:spcBef>
                          <a:spcPts val="0"/>
                        </a:spcBef>
                        <a:spcAft>
                          <a:spcPts val="0"/>
                        </a:spcAft>
                        <a:buClr>
                          <a:schemeClr val="dk1"/>
                        </a:buClr>
                        <a:buSzPts val="1200"/>
                        <a:buFont typeface="Nunito"/>
                        <a:buChar char="●"/>
                      </a:pPr>
                      <a:r>
                        <a:rPr lang="en-US" altLang="en-US" sz="1200" strike="noStrike">
                          <a:solidFill>
                            <a:srgbClr val="125284"/>
                          </a:solidFill>
                          <a:latin typeface="Nunito"/>
                          <a:ea typeface="Nunito"/>
                        </a:rPr>
                        <a:t>Empact</a:t>
                      </a:r>
                      <a:r>
                        <a:rPr lang="zh-CN" altLang="zh-CN" sz="1200" strike="noStrike">
                          <a:solidFill>
                            <a:srgbClr val="125284"/>
                          </a:solidFill>
                          <a:latin typeface="Nunito"/>
                          <a:ea typeface="Nunito"/>
                        </a:rPr>
                        <a:t>的价值所在</a:t>
                      </a:r>
                    </a:p>
                  </a:txBody>
                  <a:tcPr marL="91425" marR="91425" marT="91425" marB="91425">
                    <a:solidFill>
                      <a:srgbClr val="FFFFFF"/>
                    </a:solidFill>
                  </a:tcPr>
                </a:tc>
                <a:extLst>
                  <a:ext uri="{0D108BD9-81ED-4DB2-BD59-A6C34878D82A}">
                    <a16:rowId xmlns:a16="http://schemas.microsoft.com/office/drawing/2014/main" val="10001"/>
                  </a:ext>
                </a:extLst>
              </a:tr>
              <a:tr h="276300">
                <a:tc>
                  <a:txBody>
                    <a:bodyPr/>
                    <a:lstStyle/>
                    <a:p>
                      <a:pPr marL="0" lvl="0" indent="0" algn="l">
                        <a:lnSpc>
                          <a:spcPct val="100000"/>
                        </a:lnSpc>
                        <a:spcBef>
                          <a:spcPts val="0"/>
                        </a:spcBef>
                        <a:spcAft>
                          <a:spcPts val="0"/>
                        </a:spcAft>
                        <a:buClr>
                          <a:srgbClr val="000000"/>
                        </a:buClr>
                        <a:buSzPts val="1100"/>
                        <a:buFont typeface="Arial"/>
                        <a:buNone/>
                      </a:pPr>
                      <a:r>
                        <a:rPr lang="en" altLang="en" sz="1200" b="1" u="none" strike="noStrike">
                          <a:solidFill>
                            <a:schemeClr val="dk1"/>
                          </a:solidFill>
                          <a:latin typeface="Nunito"/>
                          <a:ea typeface="Nunito"/>
                        </a:rPr>
                        <a:t>2) </a:t>
                      </a:r>
                      <a:r>
                        <a:rPr lang="zh-CN" altLang="en-US" sz="1200" b="1" u="none" strike="noStrike">
                          <a:solidFill>
                            <a:schemeClr val="dk1"/>
                          </a:solidFill>
                          <a:latin typeface="Nunito"/>
                          <a:ea typeface="Nunito"/>
                        </a:rPr>
                        <a:t>方案</a:t>
                      </a:r>
                      <a:endParaRPr sz="1200" b="1" u="none" strike="noStrike">
                        <a:solidFill>
                          <a:schemeClr val="dk1"/>
                        </a:solidFill>
                        <a:latin typeface="Nunito"/>
                        <a:ea typeface="Nunito"/>
                      </a:endParaRPr>
                    </a:p>
                  </a:txBody>
                  <a:tcPr marL="91425" marR="91425" marT="91425" marB="91425">
                    <a:solidFill>
                      <a:srgbClr val="FFFFFF"/>
                    </a:solidFill>
                  </a:tcPr>
                </a:tc>
                <a:tc>
                  <a:txBody>
                    <a:bodyPr/>
                    <a:lstStyle/>
                    <a:p>
                      <a:pPr marL="457200" lvl="0" indent="-304800" algn="l">
                        <a:lnSpc>
                          <a:spcPct val="100000"/>
                        </a:lnSpc>
                        <a:spcBef>
                          <a:spcPts val="0"/>
                        </a:spcBef>
                        <a:spcAft>
                          <a:spcPts val="0"/>
                        </a:spcAft>
                        <a:buClr>
                          <a:schemeClr val="dk1"/>
                        </a:buClr>
                        <a:buSzPts val="1200"/>
                        <a:buFont typeface="Nunito"/>
                        <a:buChar char="●"/>
                      </a:pPr>
                      <a:r>
                        <a:rPr lang="zh-CN" altLang="en-US" sz="1200">
                          <a:solidFill>
                            <a:schemeClr val="dk1"/>
                          </a:solidFill>
                          <a:latin typeface="Nunito"/>
                          <a:ea typeface="Nunito"/>
                        </a:rPr>
                        <a:t>大学生研学营方案</a:t>
                      </a:r>
                      <a:endParaRPr sz="1200">
                        <a:solidFill>
                          <a:schemeClr val="dk1"/>
                        </a:solidFill>
                        <a:latin typeface="Nunito"/>
                        <a:ea typeface="Nunito"/>
                      </a:endParaRPr>
                    </a:p>
                  </a:txBody>
                  <a:tcPr marL="91425" marR="91425" marT="91425" marB="91425">
                    <a:solidFill>
                      <a:srgbClr val="FFFFFF"/>
                    </a:solidFill>
                  </a:tcPr>
                </a:tc>
                <a:extLst>
                  <a:ext uri="{0D108BD9-81ED-4DB2-BD59-A6C34878D82A}">
                    <a16:rowId xmlns:a16="http://schemas.microsoft.com/office/drawing/2014/main" val="10002"/>
                  </a:ext>
                </a:extLst>
              </a:tr>
              <a:tr h="0">
                <a:tc>
                  <a:txBody>
                    <a:bodyPr/>
                    <a:lstStyle/>
                    <a:p>
                      <a:pPr marL="0" lvl="0" indent="0" algn="l">
                        <a:lnSpc>
                          <a:spcPct val="100000"/>
                        </a:lnSpc>
                        <a:spcBef>
                          <a:spcPts val="0"/>
                        </a:spcBef>
                        <a:spcAft>
                          <a:spcPts val="0"/>
                        </a:spcAft>
                      </a:pPr>
                      <a:r>
                        <a:rPr lang="en-US" altLang="en-US" sz="1200" b="1" strike="noStrike">
                          <a:solidFill>
                            <a:srgbClr val="125284"/>
                          </a:solidFill>
                          <a:latin typeface="Nunito"/>
                          <a:ea typeface="Nunito"/>
                        </a:rPr>
                        <a:t>3) </a:t>
                      </a:r>
                      <a:r>
                        <a:rPr lang="zh-CN" altLang="zh-CN" sz="1200" b="1" strike="noStrike">
                          <a:solidFill>
                            <a:srgbClr val="125284"/>
                          </a:solidFill>
                          <a:latin typeface="Nunito"/>
                          <a:ea typeface="Nunito"/>
                        </a:rPr>
                        <a:t>预算</a:t>
                      </a:r>
                      <a:endParaRPr sz="1200" b="1" strike="noStrike">
                        <a:solidFill>
                          <a:srgbClr val="125284"/>
                        </a:solidFill>
                        <a:latin typeface="Nunito"/>
                        <a:ea typeface="Nunito"/>
                      </a:endParaRPr>
                    </a:p>
                  </a:txBody>
                  <a:tcPr marL="91425" marR="91425" marT="91425" marB="91425">
                    <a:solidFill>
                      <a:srgbClr val="FFFFFF"/>
                    </a:solidFill>
                  </a:tcPr>
                </a:tc>
                <a:tc>
                  <a:txBody>
                    <a:bodyPr/>
                    <a:lstStyle/>
                    <a:p>
                      <a:pPr marL="457200" lvl="0" indent="-304800" algn="l">
                        <a:lnSpc>
                          <a:spcPct val="100000"/>
                        </a:lnSpc>
                        <a:spcBef>
                          <a:spcPts val="0"/>
                        </a:spcBef>
                        <a:spcAft>
                          <a:spcPts val="0"/>
                        </a:spcAft>
                        <a:buClr>
                          <a:schemeClr val="dk1"/>
                        </a:buClr>
                        <a:buSzPts val="1200"/>
                        <a:buFont typeface="Nunito"/>
                        <a:buChar char="●"/>
                      </a:pPr>
                      <a:r>
                        <a:rPr lang="zh-CN" altLang="zh-CN" sz="1200" strike="noStrike">
                          <a:solidFill>
                            <a:srgbClr val="125284"/>
                          </a:solidFill>
                          <a:latin typeface="Nunito"/>
                          <a:ea typeface="Nunito"/>
                        </a:rPr>
                        <a:t>预算分解</a:t>
                      </a:r>
                      <a:endParaRPr sz="1200" strike="noStrike">
                        <a:solidFill>
                          <a:srgbClr val="125284"/>
                        </a:solidFill>
                        <a:latin typeface="Nunito"/>
                        <a:ea typeface="Nunito"/>
                      </a:endParaRPr>
                    </a:p>
                  </a:txBody>
                  <a:tcPr marL="91425" marR="91425" marT="91425" marB="91425">
                    <a:solidFill>
                      <a:srgbClr val="FFFFFF"/>
                    </a:solidFill>
                  </a:tcPr>
                </a:tc>
                <a:extLst>
                  <a:ext uri="{0D108BD9-81ED-4DB2-BD59-A6C34878D82A}">
                    <a16:rowId xmlns:a16="http://schemas.microsoft.com/office/drawing/2014/main" val="10003"/>
                  </a:ext>
                </a:extLst>
              </a:tr>
              <a:tr h="0">
                <a:tc>
                  <a:txBody>
                    <a:bodyPr/>
                    <a:lstStyle/>
                    <a:p>
                      <a:pPr marL="0" lvl="0" indent="0" algn="l">
                        <a:lnSpc>
                          <a:spcPct val="100000"/>
                        </a:lnSpc>
                        <a:spcBef>
                          <a:spcPts val="0"/>
                        </a:spcBef>
                        <a:spcAft>
                          <a:spcPts val="0"/>
                        </a:spcAft>
                      </a:pPr>
                      <a:r>
                        <a:rPr lang="en-US" altLang="en-US" sz="1200" b="1" strike="noStrike">
                          <a:solidFill>
                            <a:srgbClr val="125284"/>
                          </a:solidFill>
                          <a:latin typeface="Nunito"/>
                          <a:ea typeface="Nunito"/>
                        </a:rPr>
                        <a:t>4) </a:t>
                      </a:r>
                      <a:r>
                        <a:rPr lang="zh-CN" altLang="zh-CN" sz="1200" b="1" strike="noStrike">
                          <a:solidFill>
                            <a:srgbClr val="125284"/>
                          </a:solidFill>
                          <a:latin typeface="Nunito"/>
                          <a:ea typeface="Nunito"/>
                        </a:rPr>
                        <a:t>关于</a:t>
                      </a:r>
                      <a:r>
                        <a:rPr lang="en-US" altLang="en-US" sz="1200" b="1" strike="noStrike">
                          <a:solidFill>
                            <a:srgbClr val="125284"/>
                          </a:solidFill>
                          <a:latin typeface="Nunito"/>
                          <a:ea typeface="Nunito"/>
                        </a:rPr>
                        <a:t>Empact</a:t>
                      </a:r>
                      <a:endParaRPr sz="1200" b="1" strike="noStrike">
                        <a:solidFill>
                          <a:srgbClr val="125284"/>
                        </a:solidFill>
                        <a:latin typeface="Nunito"/>
                        <a:ea typeface="Nunito"/>
                      </a:endParaRPr>
                    </a:p>
                  </a:txBody>
                  <a:tcPr marL="91425" marR="91425" marT="91425" marB="91425">
                    <a:solidFill>
                      <a:srgbClr val="FFFFFF"/>
                    </a:solidFill>
                  </a:tcPr>
                </a:tc>
                <a:tc>
                  <a:txBody>
                    <a:bodyPr/>
                    <a:lstStyle/>
                    <a:p>
                      <a:pPr marL="457200" lvl="0" indent="-304800" algn="l">
                        <a:lnSpc>
                          <a:spcPct val="100000"/>
                        </a:lnSpc>
                        <a:spcBef>
                          <a:spcPts val="0"/>
                        </a:spcBef>
                        <a:spcAft>
                          <a:spcPts val="0"/>
                        </a:spcAft>
                        <a:buClr>
                          <a:schemeClr val="dk1"/>
                        </a:buClr>
                        <a:buSzPts val="1200"/>
                        <a:buFont typeface="Nunito"/>
                        <a:buChar char="●"/>
                      </a:pPr>
                      <a:r>
                        <a:rPr lang="en-US" altLang="en-US" sz="1200" strike="noStrike">
                          <a:solidFill>
                            <a:srgbClr val="125284"/>
                          </a:solidFill>
                          <a:latin typeface="Nunito"/>
                          <a:ea typeface="Nunito"/>
                        </a:rPr>
                        <a:t>Empact</a:t>
                      </a:r>
                      <a:r>
                        <a:rPr lang="zh-CN" altLang="zh-CN" sz="1200" strike="noStrike">
                          <a:solidFill>
                            <a:srgbClr val="125284"/>
                          </a:solidFill>
                          <a:latin typeface="Nunito"/>
                          <a:ea typeface="Nunito"/>
                        </a:rPr>
                        <a:t>简介</a:t>
                      </a:r>
                      <a:endParaRPr sz="1200" strike="noStrike">
                        <a:solidFill>
                          <a:srgbClr val="125284"/>
                        </a:solidFill>
                        <a:latin typeface="Nunito"/>
                        <a:ea typeface="Nunito"/>
                      </a:endParaRPr>
                    </a:p>
                    <a:p>
                      <a:pPr marL="457200" lvl="0" indent="-304800" algn="l">
                        <a:lnSpc>
                          <a:spcPct val="100000"/>
                        </a:lnSpc>
                        <a:spcBef>
                          <a:spcPts val="0"/>
                        </a:spcBef>
                        <a:spcAft>
                          <a:spcPts val="0"/>
                        </a:spcAft>
                        <a:buClr>
                          <a:schemeClr val="dk1"/>
                        </a:buClr>
                        <a:buSzPts val="1200"/>
                        <a:buFont typeface="Nunito"/>
                        <a:buChar char="●"/>
                      </a:pPr>
                      <a:r>
                        <a:rPr lang="zh-CN" altLang="zh-CN" sz="1200" strike="noStrike">
                          <a:solidFill>
                            <a:srgbClr val="125284"/>
                          </a:solidFill>
                          <a:latin typeface="Nunito"/>
                          <a:ea typeface="Nunito"/>
                        </a:rPr>
                        <a:t>相关产品</a:t>
                      </a:r>
                      <a:endParaRPr sz="1200" strike="noStrike">
                        <a:solidFill>
                          <a:srgbClr val="125284"/>
                        </a:solidFill>
                        <a:latin typeface="Nunito"/>
                        <a:ea typeface="Nunito"/>
                      </a:endParaRPr>
                    </a:p>
                  </a:txBody>
                  <a:tcPr marL="91425" marR="91425" marT="91425" marB="91425">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32"/>
        <p:cNvGrpSpPr/>
        <p:nvPr/>
      </p:nvGrpSpPr>
      <p:grpSpPr>
        <a:xfrm>
          <a:off x="0" y="0"/>
          <a:ext cx="0" cy="0"/>
          <a:chOff x="0" y="0"/>
          <a:chExt cx="0" cy="0"/>
        </a:xfrm>
      </p:grpSpPr>
      <p:sp>
        <p:nvSpPr>
          <p:cNvPr id="233" name="Google Shape;233;p36"/>
          <p:cNvSpPr txBox="1">
            <a:spLocks noGrp="1"/>
          </p:cNvSpPr>
          <p:nvPr>
            <p:ph type="title"/>
          </p:nvPr>
        </p:nvSpPr>
        <p:spPr>
          <a:xfrm>
            <a:off x="62550" y="225200"/>
            <a:ext cx="8386200" cy="920100"/>
          </a:xfrm>
          <a:prstGeom prst="rect">
            <a:avLst/>
          </a:prstGeom>
          <a:noFill/>
          <a:ln>
            <a:noFill/>
          </a:ln>
        </p:spPr>
        <p:txBody>
          <a:bodyPr wrap="square" lIns="91425" tIns="91425" rIns="91425" bIns="91425" anchor="b" anchorCtr="0"/>
          <a:lstStyle/>
          <a:p>
            <a:pPr marL="0" lvl="0" indent="0" algn="l">
              <a:lnSpc>
                <a:spcPct val="100000"/>
              </a:lnSpc>
              <a:spcBef>
                <a:spcPts val="0"/>
              </a:spcBef>
              <a:spcAft>
                <a:spcPts val="0"/>
              </a:spcAft>
              <a:buSzPts val="1800"/>
              <a:buNone/>
            </a:pPr>
            <a:r>
              <a:rPr lang="en-US" altLang="en-US">
                <a:latin typeface="Microsoft YaHei"/>
                <a:ea typeface="Microsoft YaHei"/>
              </a:rPr>
              <a:t>1)</a:t>
            </a:r>
            <a:r>
              <a:rPr lang="en-US" altLang="en-US" sz="2800" b="1" strike="noStrike">
                <a:solidFill>
                  <a:srgbClr val="125284"/>
                </a:solidFill>
                <a:latin typeface="Microsoft YaHei"/>
                <a:ea typeface="Microsoft YaHei"/>
              </a:rPr>
              <a:t> </a:t>
            </a:r>
            <a:r>
              <a:rPr lang="zh-CN" altLang="zh-CN" sz="2800" b="1" strike="noStrike">
                <a:solidFill>
                  <a:srgbClr val="FAFAFA"/>
                </a:solidFill>
                <a:latin typeface="Microsoft YaHei"/>
                <a:ea typeface="Microsoft YaHei"/>
              </a:rPr>
              <a:t>需求分析以及</a:t>
            </a:r>
            <a:r>
              <a:rPr lang="en-US" altLang="en-US" sz="2800" b="1" strike="noStrike">
                <a:solidFill>
                  <a:srgbClr val="FAFAFA"/>
                </a:solidFill>
                <a:latin typeface="Microsoft YaHei"/>
                <a:ea typeface="Microsoft YaHei"/>
              </a:rPr>
              <a:t>Empact</a:t>
            </a:r>
            <a:r>
              <a:rPr lang="zh-CN" altLang="zh-CN" sz="2800" b="1" strike="noStrike">
                <a:solidFill>
                  <a:srgbClr val="FAFAFA"/>
                </a:solidFill>
                <a:latin typeface="Microsoft YaHei"/>
                <a:ea typeface="Microsoft YaHei"/>
              </a:rPr>
              <a:t>的价值所在</a:t>
            </a:r>
            <a:endParaRPr>
              <a:solidFill>
                <a:srgbClr val="FAFAFA"/>
              </a:solidFill>
              <a:latin typeface="Microsoft YaHei"/>
              <a:ea typeface="Microsoft YaHe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37"/>
        <p:cNvGrpSpPr/>
        <p:nvPr/>
      </p:nvGrpSpPr>
      <p:grpSpPr>
        <a:xfrm>
          <a:off x="0" y="0"/>
          <a:ext cx="0" cy="0"/>
          <a:chOff x="0" y="0"/>
          <a:chExt cx="0" cy="0"/>
        </a:xfrm>
      </p:grpSpPr>
      <p:sp>
        <p:nvSpPr>
          <p:cNvPr id="238" name="Google Shape;238;p37"/>
          <p:cNvSpPr txBox="1"/>
          <p:nvPr/>
        </p:nvSpPr>
        <p:spPr>
          <a:xfrm>
            <a:off x="170025" y="230325"/>
            <a:ext cx="5320800" cy="432900"/>
          </a:xfrm>
          <a:prstGeom prst="rect">
            <a:avLst/>
          </a:prstGeom>
          <a:noFill/>
          <a:ln>
            <a:noFill/>
          </a:ln>
        </p:spPr>
        <p:txBody>
          <a:bodyPr wrap="square" lIns="0" tIns="0" rIns="0" bIns="0" anchor="t" anchorCtr="0"/>
          <a:lstStyle/>
          <a:p>
            <a:pPr marL="0" lvl="0" indent="0" algn="l" defTabSz="914400">
              <a:lnSpc>
                <a:spcPct val="100000"/>
              </a:lnSpc>
              <a:spcBef>
                <a:spcPts val="0"/>
              </a:spcBef>
              <a:spcAft>
                <a:spcPts val="0"/>
              </a:spcAft>
              <a:buClr>
                <a:srgbClr val="000000"/>
              </a:buClr>
              <a:buSzPts val="1800"/>
              <a:buFont typeface="Arial"/>
              <a:buNone/>
              <a:defRPr/>
            </a:pPr>
            <a:r>
              <a:rPr lang="zh-CN" altLang="en-US" sz="1800" b="1" i="0" u="none" strike="noStrike" kern="0" spc="0" baseline="0">
                <a:ln>
                  <a:noFill/>
                </a:ln>
                <a:solidFill>
                  <a:srgbClr val="125284"/>
                </a:solidFill>
                <a:effectLst/>
                <a:latin typeface="Microsoft YaHei"/>
                <a:ea typeface="Microsoft YaHei"/>
              </a:rPr>
              <a:t>项目背景以及需求</a:t>
            </a:r>
            <a:endParaRPr lang="en-US" altLang="zh-CN" sz="1800" b="1" i="0" u="none" strike="noStrike" kern="0" spc="0" baseline="0">
              <a:ln>
                <a:noFill/>
              </a:ln>
              <a:solidFill>
                <a:srgbClr val="125284"/>
              </a:solidFill>
              <a:effectLst/>
              <a:latin typeface="Microsoft YaHei"/>
              <a:ea typeface="Microsoft YaHei"/>
            </a:endParaRPr>
          </a:p>
          <a:p>
            <a:pPr marL="0" lvl="0" indent="0" algn="l" defTabSz="914400">
              <a:lnSpc>
                <a:spcPct val="100000"/>
              </a:lnSpc>
              <a:spcBef>
                <a:spcPts val="0"/>
              </a:spcBef>
              <a:spcAft>
                <a:spcPts val="0"/>
              </a:spcAft>
              <a:buClr>
                <a:srgbClr val="000000"/>
              </a:buClr>
              <a:buSzPts val="1800"/>
              <a:buFont typeface="Arial"/>
              <a:buNone/>
              <a:defRPr/>
            </a:pPr>
            <a:r>
              <a:rPr lang="en-US" altLang="zh-CN" sz="1800" b="0" i="0" u="none" strike="noStrike" kern="0" spc="0" baseline="0">
                <a:ln>
                  <a:noFill/>
                </a:ln>
                <a:solidFill>
                  <a:srgbClr val="FB394D"/>
                </a:solidFill>
                <a:effectLst/>
                <a:latin typeface="Microsoft YaHei"/>
                <a:ea typeface="Microsoft YaHei"/>
              </a:rPr>
              <a:t>–</a:t>
            </a:r>
            <a:endParaRPr lang="zh-CN" altLang="en-US" sz="1800" b="0" i="0" u="none" strike="noStrike" kern="0" spc="0" baseline="0">
              <a:ln>
                <a:noFill/>
              </a:ln>
              <a:solidFill>
                <a:srgbClr val="FB394D"/>
              </a:solidFill>
              <a:effectLst/>
              <a:latin typeface="Microsoft YaHei"/>
              <a:ea typeface="Microsoft YaHei"/>
            </a:endParaRPr>
          </a:p>
        </p:txBody>
      </p:sp>
      <p:sp>
        <p:nvSpPr>
          <p:cNvPr id="239" name="Google Shape;239;p37"/>
          <p:cNvSpPr/>
          <p:nvPr/>
        </p:nvSpPr>
        <p:spPr>
          <a:xfrm>
            <a:off x="0" y="5079000"/>
            <a:ext cx="9144000" cy="64500"/>
          </a:xfrm>
          <a:prstGeom prst="rect">
            <a:avLst/>
          </a:prstGeom>
          <a:solidFill>
            <a:srgbClr val="125284"/>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Pts val="1400"/>
              <a:buFont typeface="Arial"/>
              <a:buNone/>
              <a:defRPr/>
            </a:pPr>
            <a:endParaRPr sz="1400" b="0" i="0" u="none" strike="noStrike" kern="0" spc="0" baseline="0">
              <a:ln>
                <a:noFill/>
              </a:ln>
              <a:solidFill>
                <a:srgbClr val="000000"/>
              </a:solidFill>
              <a:effectLst/>
              <a:latin typeface="Microsoft YaHei"/>
              <a:ea typeface="Microsoft YaHei"/>
            </a:endParaRPr>
          </a:p>
        </p:txBody>
      </p:sp>
      <p:sp>
        <p:nvSpPr>
          <p:cNvPr id="240" name="Google Shape;240;p37"/>
          <p:cNvSpPr txBox="1"/>
          <p:nvPr/>
        </p:nvSpPr>
        <p:spPr>
          <a:xfrm>
            <a:off x="170025" y="4881400"/>
            <a:ext cx="666900" cy="109500"/>
          </a:xfrm>
          <a:prstGeom prst="rect">
            <a:avLst/>
          </a:prstGeom>
          <a:noFill/>
          <a:ln>
            <a:noFill/>
          </a:ln>
        </p:spPr>
        <p:txBody>
          <a:bodyPr wrap="square" lIns="0" tIns="0" rIns="0" bIns="0" anchor="t" anchorCtr="0"/>
          <a:lstStyle/>
          <a:p>
            <a:pPr marL="0" lvl="0" indent="0" algn="l" defTabSz="914400">
              <a:lnSpc>
                <a:spcPct val="100000"/>
              </a:lnSpc>
              <a:spcBef>
                <a:spcPts val="0"/>
              </a:spcBef>
              <a:spcAft>
                <a:spcPts val="0"/>
              </a:spcAft>
              <a:buClr>
                <a:srgbClr val="000000"/>
              </a:buClr>
              <a:buSzPts val="600"/>
              <a:buFont typeface="Arial"/>
              <a:buNone/>
              <a:defRPr/>
            </a:pPr>
            <a:r>
              <a:rPr lang="en" altLang="en" sz="600" b="0" i="0" u="none" strike="noStrike" kern="0" spc="0" baseline="0">
                <a:ln>
                  <a:noFill/>
                </a:ln>
                <a:solidFill>
                  <a:srgbClr val="125284"/>
                </a:solidFill>
                <a:effectLst/>
                <a:latin typeface="Microsoft YaHei"/>
                <a:ea typeface="Microsoft YaHei"/>
              </a:rPr>
              <a:t>EMPACT.SG</a:t>
            </a:r>
            <a:endParaRPr sz="600" b="0" i="0" u="none" strike="noStrike" kern="0" spc="0" baseline="0">
              <a:ln>
                <a:noFill/>
              </a:ln>
              <a:solidFill>
                <a:srgbClr val="125284"/>
              </a:solidFill>
              <a:effectLst/>
              <a:latin typeface="Microsoft YaHei"/>
              <a:ea typeface="Microsoft YaHei"/>
            </a:endParaRPr>
          </a:p>
        </p:txBody>
      </p:sp>
      <p:sp>
        <p:nvSpPr>
          <p:cNvPr id="241" name="Google Shape;241;p37"/>
          <p:cNvSpPr txBox="1"/>
          <p:nvPr/>
        </p:nvSpPr>
        <p:spPr>
          <a:xfrm>
            <a:off x="189150" y="663225"/>
            <a:ext cx="8765700" cy="4263499"/>
          </a:xfrm>
          <a:prstGeom prst="rect">
            <a:avLst/>
          </a:prstGeom>
          <a:noFill/>
          <a:ln>
            <a:noFill/>
          </a:ln>
        </p:spPr>
        <p:txBody>
          <a:bodyPr wrap="square" lIns="91425" tIns="91425" rIns="91425" bIns="91425" anchor="t" anchorCtr="0"/>
          <a:lstStyle/>
          <a:p>
            <a:pPr marL="171450" lvl="0" indent="-171450" algn="l" defTabSz="914400">
              <a:lnSpc>
                <a:spcPct val="150000"/>
              </a:lnSpc>
              <a:spcBef>
                <a:spcPts val="0"/>
              </a:spcBef>
              <a:spcAft>
                <a:spcPts val="0"/>
              </a:spcAft>
              <a:buClr>
                <a:srgbClr val="000000"/>
              </a:buClr>
              <a:buSzPts val="1000"/>
              <a:buFont typeface="Wingdings" charset="2"/>
              <a:buChar char="l"/>
              <a:defRPr/>
            </a:pPr>
            <a:r>
              <a:rPr lang="zh-CN" altLang="zh-CN" sz="1200" b="0" i="0" strike="noStrike" spc="0" baseline="0">
                <a:ln>
                  <a:noFill/>
                </a:ln>
                <a:solidFill>
                  <a:srgbClr val="125284"/>
                </a:solidFill>
                <a:effectLst/>
                <a:latin typeface="Microsoft YaHei"/>
                <a:ea typeface="Microsoft YaHei"/>
              </a:rPr>
              <a:t>凯德希望基金</a:t>
            </a:r>
            <a:r>
              <a:rPr lang="en-US" altLang="en-US" sz="1200" b="0" i="0" strike="noStrike" spc="0" baseline="0">
                <a:ln>
                  <a:noFill/>
                </a:ln>
                <a:solidFill>
                  <a:srgbClr val="125284"/>
                </a:solidFill>
                <a:effectLst/>
                <a:latin typeface="Microsoft YaHei"/>
                <a:ea typeface="Microsoft YaHei"/>
              </a:rPr>
              <a:t>(CHF)</a:t>
            </a:r>
            <a:r>
              <a:rPr lang="zh-CN" altLang="zh-CN" sz="1200" b="0" i="0" strike="noStrike" spc="0" baseline="0">
                <a:ln>
                  <a:noFill/>
                </a:ln>
                <a:solidFill>
                  <a:srgbClr val="125284"/>
                </a:solidFill>
                <a:effectLst/>
                <a:latin typeface="Microsoft YaHei"/>
                <a:ea typeface="Microsoft YaHei"/>
              </a:rPr>
              <a:t>是凯德集团的公益分支，成立于</a:t>
            </a:r>
            <a:r>
              <a:rPr lang="en-US" altLang="en-US" sz="1200" b="0" i="0" strike="noStrike" spc="0" baseline="0">
                <a:ln>
                  <a:noFill/>
                </a:ln>
                <a:solidFill>
                  <a:srgbClr val="125284"/>
                </a:solidFill>
                <a:effectLst/>
                <a:latin typeface="Microsoft YaHei"/>
                <a:ea typeface="Microsoft YaHei"/>
              </a:rPr>
              <a:t>2005</a:t>
            </a:r>
            <a:r>
              <a:rPr lang="zh-CN" altLang="zh-CN" sz="1200" b="0" i="0" strike="noStrike" spc="0" baseline="0">
                <a:ln>
                  <a:noFill/>
                </a:ln>
                <a:solidFill>
                  <a:srgbClr val="125284"/>
                </a:solidFill>
                <a:effectLst/>
                <a:latin typeface="Microsoft YaHei"/>
                <a:ea typeface="Microsoft YaHei"/>
              </a:rPr>
              <a:t>年。凯德希望基金根植于凯德业务所在地，以增强社会韧性为宗旨，支持与儿童、青少年和年长者相关的教育、健康和福祉的公益项目。除资金和物资捐赠外，凯德希望基金也积极倡导志愿服务，以构建一个充满关爱及包容性的社区。</a:t>
            </a:r>
            <a:endParaRPr lang="en-US" altLang="en-US" sz="1200" b="0" i="0" strike="noStrike" spc="0" baseline="0">
              <a:ln>
                <a:noFill/>
              </a:ln>
              <a:solidFill>
                <a:srgbClr val="125284"/>
              </a:solidFill>
              <a:effectLst/>
              <a:latin typeface="Microsoft YaHei"/>
              <a:ea typeface="Microsoft YaHei"/>
            </a:endParaRPr>
          </a:p>
          <a:p>
            <a:pPr marL="171450" lvl="0" indent="-171450" algn="l" defTabSz="914400">
              <a:lnSpc>
                <a:spcPct val="150000"/>
              </a:lnSpc>
              <a:spcBef>
                <a:spcPts val="1200"/>
              </a:spcBef>
              <a:spcAft>
                <a:spcPts val="0"/>
              </a:spcAft>
              <a:buClr>
                <a:srgbClr val="000000"/>
              </a:buClr>
              <a:buSzPts val="1000"/>
              <a:buFont typeface="Wingdings" charset="2"/>
              <a:buChar char="l"/>
              <a:defRPr/>
            </a:pPr>
            <a:r>
              <a:rPr lang="en-US" altLang="en-US" sz="1200" b="0" i="0" strike="noStrike" spc="0" baseline="0">
                <a:ln>
                  <a:noFill/>
                </a:ln>
                <a:solidFill>
                  <a:srgbClr val="125284"/>
                </a:solidFill>
                <a:effectLst/>
                <a:latin typeface="Microsoft YaHei"/>
                <a:ea typeface="Microsoft YaHei"/>
              </a:rPr>
              <a:t>CHF</a:t>
            </a:r>
            <a:r>
              <a:rPr lang="zh-CN" altLang="zh-CN" sz="1200" b="0" i="0" strike="noStrike" spc="0" baseline="0">
                <a:ln>
                  <a:noFill/>
                </a:ln>
                <a:solidFill>
                  <a:srgbClr val="125284"/>
                </a:solidFill>
                <a:effectLst/>
                <a:latin typeface="Microsoft YaHei"/>
                <a:ea typeface="Microsoft YaHei"/>
              </a:rPr>
              <a:t>希望在未来加强对学生个体的资助，从心理健康扶助的角度，选取那些来自于边远地区，对未来规划充满迷茫，对适应城市生活有焦虑的已获受助乡村大学生进行专题的研学活动，帮助他们实现以下目标：</a:t>
            </a:r>
          </a:p>
          <a:p>
            <a:pPr marL="714375" lvl="4" indent="-292100" algn="l" defTabSz="914400">
              <a:lnSpc>
                <a:spcPct val="100000"/>
              </a:lnSpc>
              <a:spcBef>
                <a:spcPts val="600"/>
              </a:spcBef>
              <a:spcAft>
                <a:spcPts val="0"/>
              </a:spcAft>
              <a:buClr>
                <a:srgbClr val="125284"/>
              </a:buClr>
              <a:buSzPts val="1000"/>
              <a:buFont typeface="Nunito"/>
              <a:buChar char="●"/>
              <a:defRPr/>
            </a:pPr>
            <a:r>
              <a:rPr lang="zh-CN" altLang="zh-CN" sz="1100" b="0" i="0" strike="noStrike" spc="0" baseline="0">
                <a:ln>
                  <a:noFill/>
                </a:ln>
                <a:solidFill>
                  <a:srgbClr val="125284"/>
                </a:solidFill>
                <a:effectLst/>
                <a:latin typeface="Microsoft YaHei"/>
                <a:ea typeface="Microsoft YaHei"/>
              </a:rPr>
              <a:t>了解自我，发掘个性亮点，探索对未来生活的定位</a:t>
            </a:r>
          </a:p>
          <a:p>
            <a:pPr marL="714375" lvl="2" indent="-292100" algn="l" defTabSz="914400">
              <a:lnSpc>
                <a:spcPct val="100000"/>
              </a:lnSpc>
              <a:spcBef>
                <a:spcPts val="600"/>
              </a:spcBef>
              <a:spcAft>
                <a:spcPts val="0"/>
              </a:spcAft>
              <a:buClr>
                <a:srgbClr val="125284"/>
              </a:buClr>
              <a:buSzPts val="1000"/>
              <a:buFont typeface="Nunito"/>
              <a:buChar char="●"/>
              <a:defRPr/>
            </a:pPr>
            <a:r>
              <a:rPr lang="zh-CN" altLang="zh-CN" sz="1100" b="0" i="0" strike="noStrike" spc="0" baseline="0">
                <a:ln>
                  <a:noFill/>
                </a:ln>
                <a:solidFill>
                  <a:srgbClr val="125284"/>
                </a:solidFill>
                <a:effectLst/>
                <a:latin typeface="Microsoft YaHei"/>
                <a:ea typeface="Microsoft YaHei"/>
              </a:rPr>
              <a:t>掌握提升心理韧性的方法，以及运用积极心态适应全新生活的技能</a:t>
            </a:r>
          </a:p>
          <a:p>
            <a:pPr marL="714375" lvl="2" indent="-292100" algn="l" defTabSz="914400">
              <a:lnSpc>
                <a:spcPct val="100000"/>
              </a:lnSpc>
              <a:spcBef>
                <a:spcPts val="600"/>
              </a:spcBef>
              <a:spcAft>
                <a:spcPts val="0"/>
              </a:spcAft>
              <a:buClr>
                <a:srgbClr val="125284"/>
              </a:buClr>
              <a:buSzPts val="1000"/>
              <a:buFont typeface="Nunito"/>
              <a:buChar char="●"/>
              <a:defRPr/>
            </a:pPr>
            <a:r>
              <a:rPr lang="zh-CN" altLang="zh-CN" sz="1100" b="0" i="0" strike="noStrike" spc="0" baseline="0">
                <a:ln>
                  <a:noFill/>
                </a:ln>
                <a:solidFill>
                  <a:srgbClr val="125284"/>
                </a:solidFill>
                <a:effectLst/>
                <a:latin typeface="Microsoft YaHei"/>
                <a:ea typeface="Microsoft YaHei"/>
              </a:rPr>
              <a:t>建立规划导师进行持续的一对一支持</a:t>
            </a:r>
          </a:p>
          <a:p>
            <a:pPr marL="171450" lvl="0" indent="-171450" algn="l" defTabSz="914400">
              <a:lnSpc>
                <a:spcPct val="100000"/>
              </a:lnSpc>
              <a:spcBef>
                <a:spcPts val="1200"/>
              </a:spcBef>
              <a:spcAft>
                <a:spcPts val="0"/>
              </a:spcAft>
              <a:buClr>
                <a:srgbClr val="000000"/>
              </a:buClr>
              <a:buSzPts val="1000"/>
              <a:buFont typeface="Wingdings" charset="2"/>
              <a:buChar char="l"/>
              <a:defRPr/>
            </a:pPr>
            <a:r>
              <a:rPr lang="en-US" altLang="en-US" sz="1200" b="0" i="0" strike="noStrike" spc="0" baseline="0">
                <a:ln>
                  <a:noFill/>
                </a:ln>
                <a:solidFill>
                  <a:srgbClr val="125284"/>
                </a:solidFill>
                <a:effectLst/>
                <a:latin typeface="Microsoft YaHei"/>
                <a:ea typeface="Microsoft YaHei"/>
              </a:rPr>
              <a:t>CHF</a:t>
            </a:r>
            <a:r>
              <a:rPr lang="zh-CN" altLang="zh-CN" sz="1200" b="0" i="0" strike="noStrike" spc="0" baseline="0">
                <a:ln>
                  <a:noFill/>
                </a:ln>
                <a:solidFill>
                  <a:srgbClr val="125284"/>
                </a:solidFill>
                <a:effectLst/>
                <a:latin typeface="Microsoft YaHei"/>
                <a:ea typeface="Microsoft YaHei"/>
              </a:rPr>
              <a:t>准备选择一位咨询伙伴来支持设计并实现如下需求</a:t>
            </a:r>
            <a:r>
              <a:rPr lang="en-US" altLang="en-US" sz="1200" b="0" i="0" strike="noStrike" spc="0" baseline="0">
                <a:ln>
                  <a:noFill/>
                </a:ln>
                <a:solidFill>
                  <a:srgbClr val="125284"/>
                </a:solidFill>
                <a:effectLst/>
                <a:latin typeface="Microsoft YaHei"/>
                <a:ea typeface="Microsoft YaHei"/>
              </a:rPr>
              <a:t>:</a:t>
            </a:r>
            <a:endParaRPr sz="1200" b="0" i="0" strike="noStrike" spc="0" baseline="0">
              <a:ln>
                <a:noFill/>
              </a:ln>
              <a:solidFill>
                <a:srgbClr val="125284"/>
              </a:solidFill>
              <a:effectLst/>
              <a:latin typeface="Microsoft YaHei"/>
              <a:ea typeface="Microsoft YaHei"/>
            </a:endParaRPr>
          </a:p>
          <a:p>
            <a:pPr marL="714375" lvl="0" indent="-292100" algn="l" defTabSz="914400">
              <a:lnSpc>
                <a:spcPct val="100000"/>
              </a:lnSpc>
              <a:spcBef>
                <a:spcPts val="600"/>
              </a:spcBef>
              <a:spcAft>
                <a:spcPts val="0"/>
              </a:spcAft>
              <a:buClr>
                <a:srgbClr val="125284"/>
              </a:buClr>
              <a:buSzPts val="1000"/>
              <a:buFont typeface="Nunito"/>
              <a:buChar char="●"/>
              <a:defRPr/>
            </a:pPr>
            <a:r>
              <a:rPr lang="zh-CN" altLang="zh-CN" sz="1100" b="0" i="0" strike="noStrike" spc="0" baseline="0">
                <a:ln>
                  <a:noFill/>
                </a:ln>
                <a:solidFill>
                  <a:srgbClr val="125284"/>
                </a:solidFill>
                <a:effectLst/>
                <a:latin typeface="Microsoft YaHei"/>
                <a:ea typeface="Microsoft YaHei"/>
              </a:rPr>
              <a:t>设计大学生研学活动，包括：</a:t>
            </a:r>
            <a:endParaRPr sz="1100" b="0" i="0" strike="noStrike" spc="0" baseline="0">
              <a:ln>
                <a:noFill/>
              </a:ln>
              <a:solidFill>
                <a:srgbClr val="125284"/>
              </a:solidFill>
              <a:effectLst/>
              <a:latin typeface="Microsoft YaHei"/>
              <a:ea typeface="Microsoft YaHei"/>
            </a:endParaRPr>
          </a:p>
          <a:p>
            <a:pPr marL="914400" lvl="1" indent="-292100" algn="l" defTabSz="914400">
              <a:lnSpc>
                <a:spcPct val="100000"/>
              </a:lnSpc>
              <a:spcBef>
                <a:spcPts val="600"/>
              </a:spcBef>
              <a:spcAft>
                <a:spcPts val="0"/>
              </a:spcAft>
              <a:buClr>
                <a:srgbClr val="125284"/>
              </a:buClr>
              <a:buSzPts val="1000"/>
              <a:buFont typeface="Nunito"/>
              <a:buChar char="○"/>
              <a:defRPr/>
            </a:pPr>
            <a:r>
              <a:rPr lang="zh-CN" altLang="zh-CN" sz="1100" b="0" i="0" strike="noStrike" spc="0" baseline="0">
                <a:ln>
                  <a:noFill/>
                </a:ln>
                <a:solidFill>
                  <a:srgbClr val="125284"/>
                </a:solidFill>
                <a:effectLst/>
                <a:latin typeface="Microsoft YaHei"/>
                <a:ea typeface="Microsoft YaHei"/>
              </a:rPr>
              <a:t>通过问卷，调研凯德已资助乡村大学生针对未来规划以及环境适应的困惑，以及相应期待</a:t>
            </a:r>
          </a:p>
          <a:p>
            <a:pPr marL="914400" lvl="1" indent="-292100" algn="l" defTabSz="914400">
              <a:lnSpc>
                <a:spcPct val="100000"/>
              </a:lnSpc>
              <a:spcBef>
                <a:spcPts val="600"/>
              </a:spcBef>
              <a:spcAft>
                <a:spcPts val="0"/>
              </a:spcAft>
              <a:buClr>
                <a:srgbClr val="125284"/>
              </a:buClr>
              <a:buSzPts val="1000"/>
              <a:buFont typeface="Nunito"/>
              <a:buChar char="○"/>
              <a:defRPr/>
            </a:pPr>
            <a:r>
              <a:rPr lang="zh-CN" altLang="zh-CN" sz="1100" b="0" i="0" strike="noStrike" spc="0" baseline="0">
                <a:ln>
                  <a:noFill/>
                </a:ln>
                <a:solidFill>
                  <a:srgbClr val="125284"/>
                </a:solidFill>
                <a:effectLst/>
                <a:latin typeface="Microsoft YaHei"/>
                <a:ea typeface="Microsoft YaHei"/>
              </a:rPr>
              <a:t>设计</a:t>
            </a:r>
            <a:r>
              <a:rPr lang="en-US" altLang="en-US" sz="1100" b="0" i="0" strike="noStrike" spc="0" baseline="0">
                <a:ln>
                  <a:noFill/>
                </a:ln>
                <a:solidFill>
                  <a:srgbClr val="125284"/>
                </a:solidFill>
                <a:effectLst/>
                <a:latin typeface="Microsoft YaHei"/>
                <a:ea typeface="Microsoft YaHei"/>
              </a:rPr>
              <a:t>2025</a:t>
            </a:r>
            <a:r>
              <a:rPr lang="zh-CN" altLang="zh-CN" sz="1100" b="0" i="0" strike="noStrike" spc="0" baseline="0">
                <a:ln>
                  <a:noFill/>
                </a:ln>
                <a:solidFill>
                  <a:srgbClr val="125284"/>
                </a:solidFill>
                <a:effectLst/>
                <a:latin typeface="Microsoft YaHei"/>
                <a:ea typeface="Microsoft YaHei"/>
              </a:rPr>
              <a:t>年以及</a:t>
            </a:r>
            <a:r>
              <a:rPr lang="en-US" altLang="en-US" sz="1100" b="0" i="0" strike="noStrike" spc="0" baseline="0">
                <a:ln>
                  <a:noFill/>
                </a:ln>
                <a:solidFill>
                  <a:srgbClr val="125284"/>
                </a:solidFill>
                <a:effectLst/>
                <a:latin typeface="Microsoft YaHei"/>
                <a:ea typeface="Microsoft YaHei"/>
              </a:rPr>
              <a:t>2026</a:t>
            </a:r>
            <a:r>
              <a:rPr lang="zh-CN" altLang="zh-CN" sz="1100" b="0" i="0" strike="noStrike" spc="0" baseline="0">
                <a:ln>
                  <a:noFill/>
                </a:ln>
                <a:solidFill>
                  <a:srgbClr val="125284"/>
                </a:solidFill>
                <a:effectLst/>
                <a:latin typeface="Microsoft YaHei"/>
                <a:ea typeface="Microsoft YaHei"/>
              </a:rPr>
              <a:t>年两年的暑期乡村大学生延续活动，第一期活动在</a:t>
            </a:r>
            <a:r>
              <a:rPr lang="en-US" altLang="en-US" sz="1100" b="0" i="0" strike="noStrike" spc="0" baseline="0">
                <a:ln>
                  <a:noFill/>
                </a:ln>
                <a:solidFill>
                  <a:srgbClr val="125284"/>
                </a:solidFill>
                <a:effectLst/>
                <a:latin typeface="Microsoft YaHei"/>
                <a:ea typeface="Microsoft YaHei"/>
              </a:rPr>
              <a:t>2025</a:t>
            </a:r>
            <a:r>
              <a:rPr lang="zh-CN" altLang="zh-CN" sz="1100" b="0" i="0" strike="noStrike" spc="0" baseline="0">
                <a:ln>
                  <a:noFill/>
                </a:ln>
                <a:solidFill>
                  <a:srgbClr val="125284"/>
                </a:solidFill>
                <a:effectLst/>
                <a:latin typeface="Microsoft YaHei"/>
                <a:ea typeface="Microsoft YaHei"/>
              </a:rPr>
              <a:t>年</a:t>
            </a:r>
            <a:r>
              <a:rPr lang="en-US" altLang="en-US" sz="1100" b="0" i="0" strike="noStrike" spc="0" baseline="0">
                <a:ln>
                  <a:noFill/>
                </a:ln>
                <a:solidFill>
                  <a:srgbClr val="125284"/>
                </a:solidFill>
                <a:effectLst/>
                <a:latin typeface="Microsoft YaHei"/>
                <a:ea typeface="Microsoft YaHei"/>
              </a:rPr>
              <a:t>7</a:t>
            </a:r>
            <a:r>
              <a:rPr lang="zh-CN" altLang="zh-CN" sz="1100" b="0" i="0" strike="noStrike" spc="0" baseline="0">
                <a:ln>
                  <a:noFill/>
                </a:ln>
                <a:solidFill>
                  <a:srgbClr val="125284"/>
                </a:solidFill>
                <a:effectLst/>
                <a:latin typeface="Microsoft YaHei"/>
                <a:ea typeface="Microsoft YaHei"/>
              </a:rPr>
              <a:t>月暑期于上海进行</a:t>
            </a:r>
          </a:p>
          <a:p>
            <a:pPr marL="914400" lvl="1" indent="-292100" algn="l" defTabSz="914400">
              <a:lnSpc>
                <a:spcPct val="100000"/>
              </a:lnSpc>
              <a:spcBef>
                <a:spcPts val="600"/>
              </a:spcBef>
              <a:spcAft>
                <a:spcPts val="0"/>
              </a:spcAft>
              <a:buClr>
                <a:srgbClr val="125284"/>
              </a:buClr>
              <a:buSzPts val="1000"/>
              <a:buFont typeface="Nunito"/>
              <a:buChar char="○"/>
              <a:defRPr/>
            </a:pPr>
            <a:r>
              <a:rPr lang="zh-CN" altLang="zh-CN" sz="1100" b="0" i="0" strike="noStrike" spc="0" baseline="0">
                <a:ln>
                  <a:noFill/>
                </a:ln>
                <a:solidFill>
                  <a:srgbClr val="125284"/>
                </a:solidFill>
                <a:effectLst/>
                <a:latin typeface="Microsoft YaHei"/>
                <a:ea typeface="Microsoft YaHei"/>
              </a:rPr>
              <a:t>设计项目跟踪模板，以追踪项目实施目标的达成情况</a:t>
            </a:r>
            <a:endParaRPr sz="1100" b="0" i="0" strike="noStrike" spc="0" baseline="0">
              <a:ln>
                <a:noFill/>
              </a:ln>
              <a:solidFill>
                <a:srgbClr val="125284"/>
              </a:solidFill>
              <a:effectLst/>
              <a:latin typeface="Microsoft YaHei"/>
              <a:ea typeface="Microsoft YaHei"/>
            </a:endParaRPr>
          </a:p>
          <a:p>
            <a:pPr marL="714375" lvl="0" indent="-292100" algn="l" defTabSz="914400">
              <a:lnSpc>
                <a:spcPct val="100000"/>
              </a:lnSpc>
              <a:spcBef>
                <a:spcPts val="600"/>
              </a:spcBef>
              <a:spcAft>
                <a:spcPts val="0"/>
              </a:spcAft>
              <a:buClr>
                <a:srgbClr val="125284"/>
              </a:buClr>
              <a:buSzPts val="1000"/>
              <a:buFont typeface="Nunito"/>
              <a:buChar char="●"/>
              <a:defRPr/>
            </a:pPr>
            <a:r>
              <a:rPr lang="zh-CN" altLang="zh-CN" sz="1100" b="0" i="0" strike="noStrike" spc="0" baseline="0">
                <a:ln>
                  <a:noFill/>
                </a:ln>
                <a:solidFill>
                  <a:srgbClr val="125284"/>
                </a:solidFill>
                <a:effectLst/>
                <a:latin typeface="Microsoft YaHei"/>
                <a:ea typeface="Microsoft YaHei"/>
              </a:rPr>
              <a:t>参与对象为凯德已经在中国资助的</a:t>
            </a:r>
            <a:r>
              <a:rPr lang="en-US" altLang="en-US" sz="1100" b="0" i="0" strike="noStrike" spc="0" baseline="0">
                <a:ln>
                  <a:noFill/>
                </a:ln>
                <a:solidFill>
                  <a:srgbClr val="125284"/>
                </a:solidFill>
                <a:effectLst/>
                <a:latin typeface="Microsoft YaHei"/>
                <a:ea typeface="Microsoft YaHei"/>
              </a:rPr>
              <a:t>40</a:t>
            </a:r>
            <a:r>
              <a:rPr lang="zh-CN" altLang="zh-CN" sz="1100" b="0" i="0" strike="noStrike" spc="0" baseline="0">
                <a:ln>
                  <a:noFill/>
                </a:ln>
                <a:solidFill>
                  <a:srgbClr val="125284"/>
                </a:solidFill>
                <a:effectLst/>
                <a:latin typeface="Microsoft YaHei"/>
                <a:ea typeface="Microsoft YaHei"/>
              </a:rPr>
              <a:t>多名乡村大学生，首期活动时间预计为一周，在上海城市实施。</a:t>
            </a:r>
          </a:p>
          <a:p>
            <a:pPr marL="714375" lvl="0" indent="-292100" algn="l" defTabSz="914400">
              <a:lnSpc>
                <a:spcPct val="100000"/>
              </a:lnSpc>
              <a:spcBef>
                <a:spcPts val="600"/>
              </a:spcBef>
              <a:spcAft>
                <a:spcPts val="0"/>
              </a:spcAft>
              <a:buClr>
                <a:srgbClr val="125284"/>
              </a:buClr>
              <a:buSzPts val="1000"/>
              <a:buFont typeface="Nunito"/>
              <a:buChar char="●"/>
              <a:defRPr/>
            </a:pPr>
            <a:r>
              <a:rPr lang="zh-CN" altLang="zh-CN" sz="1100" b="0" i="0" strike="noStrike" spc="0" baseline="0">
                <a:ln>
                  <a:noFill/>
                </a:ln>
                <a:solidFill>
                  <a:srgbClr val="125284"/>
                </a:solidFill>
                <a:effectLst/>
                <a:latin typeface="Microsoft YaHei"/>
                <a:ea typeface="Microsoft YaHei"/>
              </a:rPr>
              <a:t>项目整体预算为</a:t>
            </a:r>
            <a:r>
              <a:rPr lang="en-US" altLang="en-US" sz="1100" b="0" i="0" strike="noStrike" spc="0" baseline="0">
                <a:ln>
                  <a:noFill/>
                </a:ln>
                <a:solidFill>
                  <a:srgbClr val="125284"/>
                </a:solidFill>
                <a:effectLst/>
                <a:latin typeface="Microsoft YaHei"/>
                <a:ea typeface="Microsoft YaHei"/>
              </a:rPr>
              <a:t>25</a:t>
            </a:r>
            <a:r>
              <a:rPr lang="zh-CN" altLang="zh-CN" sz="1100" b="0" i="0" strike="noStrike" spc="0" baseline="0">
                <a:ln>
                  <a:noFill/>
                </a:ln>
                <a:solidFill>
                  <a:srgbClr val="125284"/>
                </a:solidFill>
                <a:effectLst/>
                <a:latin typeface="Microsoft YaHei"/>
                <a:ea typeface="Microsoft YaHei"/>
              </a:rPr>
              <a:t>万元人民币。</a:t>
            </a:r>
            <a:endParaRPr sz="1100" b="0" i="0" strike="noStrike" spc="0" baseline="0">
              <a:ln>
                <a:noFill/>
              </a:ln>
              <a:solidFill>
                <a:srgbClr val="125284"/>
              </a:solidFill>
              <a:effectLst/>
              <a:latin typeface="Microsoft YaHei"/>
              <a:ea typeface="Microsoft YaHei"/>
            </a:endParaRPr>
          </a:p>
        </p:txBody>
      </p:sp>
      <p:pic>
        <p:nvPicPr>
          <p:cNvPr id="242" name="Google Shape;242;p37"/>
          <p:cNvPicPr preferRelativeResize="0">
            <a:picLocks/>
          </p:cNvPicPr>
          <p:nvPr/>
        </p:nvPicPr>
        <p:blipFill rotWithShape="1">
          <a:blip r:embed="rId3">
            <a:alphaModFix/>
          </a:blip>
          <a:srcRect t="16145" b="17054"/>
          <a:stretch/>
        </p:blipFill>
        <p:spPr>
          <a:xfrm>
            <a:off x="7953775" y="77925"/>
            <a:ext cx="1132800" cy="630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8"/>
          <p:cNvSpPr txBox="1">
            <a:spLocks noGrp="1"/>
          </p:cNvSpPr>
          <p:nvPr>
            <p:ph type="title"/>
          </p:nvPr>
        </p:nvSpPr>
        <p:spPr>
          <a:xfrm>
            <a:off x="103775" y="83666"/>
            <a:ext cx="8723700" cy="309600"/>
          </a:xfrm>
          <a:prstGeom prst="rect">
            <a:avLst/>
          </a:prstGeom>
          <a:noFill/>
          <a:ln>
            <a:noFill/>
          </a:ln>
        </p:spPr>
        <p:txBody>
          <a:bodyPr wrap="square" lIns="91425" tIns="91425" rIns="91425" bIns="91425" anchor="t" anchorCtr="0"/>
          <a:lstStyle/>
          <a:p>
            <a:pPr marL="0" lvl="0" indent="0" algn="l">
              <a:lnSpc>
                <a:spcPct val="100000"/>
              </a:lnSpc>
              <a:spcBef>
                <a:spcPts val="0"/>
              </a:spcBef>
              <a:spcAft>
                <a:spcPts val="0"/>
              </a:spcAft>
              <a:buSzPts val="1800"/>
              <a:buNone/>
            </a:pPr>
            <a:r>
              <a:rPr lang="zh-CN" altLang="zh-CN" b="1">
                <a:latin typeface="Microsoft YaHei"/>
                <a:ea typeface="Microsoft YaHei"/>
              </a:rPr>
              <a:t>我们的价值所在</a:t>
            </a:r>
            <a:endParaRPr b="1">
              <a:latin typeface="Microsoft YaHei"/>
              <a:ea typeface="Microsoft YaHei"/>
            </a:endParaRPr>
          </a:p>
        </p:txBody>
      </p:sp>
      <p:sp>
        <p:nvSpPr>
          <p:cNvPr id="248" name="Google Shape;248;p38"/>
          <p:cNvSpPr txBox="1"/>
          <p:nvPr/>
        </p:nvSpPr>
        <p:spPr>
          <a:xfrm>
            <a:off x="61519" y="2107077"/>
            <a:ext cx="654000" cy="536100"/>
          </a:xfrm>
          <a:prstGeom prst="rect">
            <a:avLst/>
          </a:prstGeom>
          <a:noFill/>
          <a:ln>
            <a:noFill/>
          </a:ln>
        </p:spPr>
        <p:txBody>
          <a:bodyPr wrap="square" lIns="91425" tIns="45700" rIns="91425" bIns="45700" anchor="ctr" anchorCtr="0"/>
          <a:lstStyle/>
          <a:p>
            <a:pPr marL="0" lvl="0" indent="0" algn="r" defTabSz="914400">
              <a:lnSpc>
                <a:spcPct val="90000"/>
              </a:lnSpc>
              <a:spcBef>
                <a:spcPts val="0"/>
              </a:spcBef>
              <a:spcAft>
                <a:spcPts val="0"/>
              </a:spcAft>
              <a:buClr>
                <a:srgbClr val="000000"/>
              </a:buClr>
              <a:buSzPts val="3000"/>
              <a:buFont typeface="Arial"/>
              <a:buNone/>
              <a:defRPr/>
            </a:pPr>
            <a:r>
              <a:rPr lang="en" altLang="en" sz="2900" b="1" i="0" u="none" strike="noStrike" kern="0" spc="0" baseline="0">
                <a:ln>
                  <a:noFill/>
                </a:ln>
                <a:solidFill>
                  <a:srgbClr val="FB6171"/>
                </a:solidFill>
                <a:effectLst/>
                <a:latin typeface="Microsoft YaHei"/>
                <a:ea typeface="Microsoft YaHei"/>
              </a:rPr>
              <a:t>2.</a:t>
            </a:r>
            <a:endParaRPr sz="2900" b="1" i="0" u="none" strike="noStrike" kern="0" spc="0" baseline="0">
              <a:ln>
                <a:noFill/>
              </a:ln>
              <a:solidFill>
                <a:srgbClr val="FB6171"/>
              </a:solidFill>
              <a:effectLst/>
              <a:latin typeface="Microsoft YaHei"/>
              <a:ea typeface="Microsoft YaHei"/>
            </a:endParaRPr>
          </a:p>
        </p:txBody>
      </p:sp>
      <p:sp>
        <p:nvSpPr>
          <p:cNvPr id="249" name="Google Shape;249;p38"/>
          <p:cNvSpPr/>
          <p:nvPr/>
        </p:nvSpPr>
        <p:spPr>
          <a:xfrm>
            <a:off x="822611" y="2064351"/>
            <a:ext cx="8001300" cy="622800"/>
          </a:xfrm>
          <a:prstGeom prst="rect">
            <a:avLst/>
          </a:prstGeom>
          <a:solidFill>
            <a:schemeClr val="accent4"/>
          </a:solidFill>
          <a:ln>
            <a:noFill/>
          </a:ln>
        </p:spPr>
        <p:txBody>
          <a:bodyPr wrap="square" lIns="91425" tIns="45700" rIns="91425" bIns="45700" anchor="ctr" anchorCtr="0"/>
          <a:lstStyle/>
          <a:p>
            <a:pPr marL="0" lvl="0" indent="0" algn="l" defTabSz="914400">
              <a:lnSpc>
                <a:spcPct val="100000"/>
              </a:lnSpc>
              <a:spcBef>
                <a:spcPts val="0"/>
              </a:spcBef>
              <a:spcAft>
                <a:spcPts val="0"/>
              </a:spcAft>
              <a:buClr>
                <a:srgbClr val="000000"/>
              </a:buClr>
              <a:buSzPts val="1400"/>
              <a:buFont typeface="Arial"/>
              <a:buNone/>
              <a:defRPr sz="1200">
                <a:solidFill>
                  <a:srgbClr val="FFFFFF"/>
                </a:solidFill>
              </a:defRPr>
            </a:pPr>
            <a:r>
              <a:rPr lang="zh-CN" altLang="zh-CN" sz="1200" b="1" i="0" strike="noStrike" spc="0" baseline="0">
                <a:ln>
                  <a:noFill/>
                </a:ln>
                <a:solidFill>
                  <a:srgbClr val="FFFFFF"/>
                </a:solidFill>
                <a:effectLst/>
                <a:latin typeface="Microsoft YaHei"/>
                <a:ea typeface="Microsoft YaHei"/>
              </a:rPr>
              <a:t>我们在设计和交付培训工作坊和学习之旅方面有着卓越的记录，我们的培训内容基于实践视角开发，确保参与者在培训结束后能够立即应用所学。客户满意率达到</a:t>
            </a:r>
            <a:r>
              <a:rPr lang="en-US" altLang="en-US" sz="1200" b="1" i="0" strike="noStrike" spc="0" baseline="0">
                <a:ln>
                  <a:noFill/>
                </a:ln>
                <a:solidFill>
                  <a:srgbClr val="FFFFFF"/>
                </a:solidFill>
                <a:effectLst/>
                <a:latin typeface="Microsoft YaHei"/>
                <a:ea typeface="Microsoft YaHei"/>
              </a:rPr>
              <a:t>93.3%</a:t>
            </a:r>
            <a:r>
              <a:rPr lang="zh-CN" altLang="zh-CN" sz="1200" b="1" i="0" strike="noStrike" spc="0" baseline="0">
                <a:ln>
                  <a:noFill/>
                </a:ln>
                <a:solidFill>
                  <a:srgbClr val="FFFFFF"/>
                </a:solidFill>
                <a:effectLst/>
                <a:latin typeface="Microsoft YaHei"/>
                <a:ea typeface="Microsoft YaHei"/>
              </a:rPr>
              <a:t>，客户来源</a:t>
            </a:r>
            <a:r>
              <a:rPr lang="en-US" altLang="en-US" sz="1200" b="1" i="0" strike="noStrike" spc="0" baseline="0">
                <a:ln>
                  <a:noFill/>
                </a:ln>
                <a:solidFill>
                  <a:srgbClr val="FFFFFF"/>
                </a:solidFill>
                <a:effectLst/>
                <a:latin typeface="Microsoft YaHei"/>
                <a:ea typeface="Microsoft YaHei"/>
              </a:rPr>
              <a:t>100%</a:t>
            </a:r>
            <a:r>
              <a:rPr lang="zh-CN" altLang="zh-CN" sz="1200" b="1" i="0" strike="noStrike" spc="0" baseline="0">
                <a:ln>
                  <a:noFill/>
                </a:ln>
                <a:solidFill>
                  <a:srgbClr val="FFFFFF"/>
                </a:solidFill>
                <a:effectLst/>
                <a:latin typeface="Microsoft YaHei"/>
                <a:ea typeface="Microsoft YaHei"/>
              </a:rPr>
              <a:t>推荐。</a:t>
            </a:r>
          </a:p>
        </p:txBody>
      </p:sp>
      <p:sp>
        <p:nvSpPr>
          <p:cNvPr id="250" name="Google Shape;250;p38"/>
          <p:cNvSpPr txBox="1"/>
          <p:nvPr/>
        </p:nvSpPr>
        <p:spPr>
          <a:xfrm>
            <a:off x="61500" y="1209351"/>
            <a:ext cx="653400" cy="855000"/>
          </a:xfrm>
          <a:prstGeom prst="rect">
            <a:avLst/>
          </a:prstGeom>
          <a:noFill/>
          <a:ln>
            <a:noFill/>
          </a:ln>
        </p:spPr>
        <p:txBody>
          <a:bodyPr wrap="square" lIns="91425" tIns="45700" rIns="91425" bIns="45700" anchor="ctr" anchorCtr="0"/>
          <a:lstStyle/>
          <a:p>
            <a:pPr marL="0" lvl="0" indent="0" algn="r" defTabSz="914400">
              <a:lnSpc>
                <a:spcPct val="90000"/>
              </a:lnSpc>
              <a:spcBef>
                <a:spcPts val="0"/>
              </a:spcBef>
              <a:spcAft>
                <a:spcPts val="0"/>
              </a:spcAft>
              <a:buClr>
                <a:srgbClr val="000000"/>
              </a:buClr>
              <a:buSzPts val="3000"/>
              <a:buFont typeface="Arial"/>
              <a:buNone/>
              <a:defRPr/>
            </a:pPr>
            <a:r>
              <a:rPr lang="en" altLang="en" sz="2900" b="1" i="0" u="none" strike="noStrike" kern="0" spc="0" baseline="0">
                <a:ln>
                  <a:noFill/>
                </a:ln>
                <a:solidFill>
                  <a:srgbClr val="006D9E"/>
                </a:solidFill>
                <a:effectLst/>
                <a:latin typeface="Microsoft YaHei"/>
                <a:ea typeface="Microsoft YaHei"/>
              </a:rPr>
              <a:t>1.</a:t>
            </a:r>
            <a:endParaRPr sz="2900" b="1" i="0" u="none" strike="noStrike" kern="0" spc="0" baseline="0">
              <a:ln>
                <a:noFill/>
              </a:ln>
              <a:solidFill>
                <a:srgbClr val="006D9E"/>
              </a:solidFill>
              <a:effectLst/>
              <a:latin typeface="Microsoft YaHei"/>
              <a:ea typeface="Microsoft YaHei"/>
            </a:endParaRPr>
          </a:p>
        </p:txBody>
      </p:sp>
      <p:sp>
        <p:nvSpPr>
          <p:cNvPr id="251" name="Google Shape;251;p38"/>
          <p:cNvSpPr/>
          <p:nvPr/>
        </p:nvSpPr>
        <p:spPr>
          <a:xfrm>
            <a:off x="822611" y="1303201"/>
            <a:ext cx="8001300" cy="667301"/>
          </a:xfrm>
          <a:prstGeom prst="rect">
            <a:avLst/>
          </a:prstGeom>
          <a:solidFill>
            <a:srgbClr val="006D9E"/>
          </a:solidFill>
          <a:ln>
            <a:noFill/>
          </a:ln>
        </p:spPr>
        <p:txBody>
          <a:bodyPr wrap="square" lIns="91425" tIns="45700" rIns="91425" bIns="45700" anchor="ctr" anchorCtr="0"/>
          <a:lstStyle/>
          <a:p>
            <a:pPr lvl="0"/>
            <a:r>
              <a:rPr lang="zh-CN" altLang="zh-CN" sz="1200" b="1">
                <a:solidFill>
                  <a:srgbClr val="FFFFFF"/>
                </a:solidFill>
              </a:rPr>
              <a:t>我们的国际研学营和新加坡</a:t>
            </a:r>
            <a:r>
              <a:rPr lang="en-US" altLang="en-US" sz="1200" b="1">
                <a:solidFill>
                  <a:srgbClr val="FFFFFF"/>
                </a:solidFill>
              </a:rPr>
              <a:t> Office</a:t>
            </a:r>
            <a:r>
              <a:rPr lang="zh-CN" altLang="zh-CN" sz="1200" b="1">
                <a:solidFill>
                  <a:srgbClr val="FFFFFF"/>
                </a:solidFill>
              </a:rPr>
              <a:t>项目均面向</a:t>
            </a:r>
            <a:r>
              <a:rPr lang="en-US" altLang="en-US" sz="1200" b="1">
                <a:solidFill>
                  <a:srgbClr val="FFFFFF"/>
                </a:solidFill>
              </a:rPr>
              <a:t>12</a:t>
            </a:r>
            <a:r>
              <a:rPr lang="zh-CN" altLang="zh-CN" sz="1200" b="1">
                <a:solidFill>
                  <a:srgbClr val="FFFFFF"/>
                </a:solidFill>
              </a:rPr>
              <a:t>至</a:t>
            </a:r>
            <a:r>
              <a:rPr lang="en-US" altLang="en-US" sz="1200" b="1">
                <a:solidFill>
                  <a:srgbClr val="FFFFFF"/>
                </a:solidFill>
              </a:rPr>
              <a:t>20</a:t>
            </a:r>
            <a:r>
              <a:rPr lang="zh-CN" altLang="zh-CN" sz="1200" b="1">
                <a:solidFill>
                  <a:srgbClr val="FFFFFF"/>
                </a:solidFill>
              </a:rPr>
              <a:t>岁的青年群体，设计方案是社会创新领域首创，获得了家长和学员的高度满意。凭借丰富的研学设计经验，我们具备承接本次设计任务的坚实实力。</a:t>
            </a:r>
          </a:p>
        </p:txBody>
      </p:sp>
      <p:sp>
        <p:nvSpPr>
          <p:cNvPr id="252" name="Google Shape;252;p38"/>
          <p:cNvSpPr txBox="1"/>
          <p:nvPr/>
        </p:nvSpPr>
        <p:spPr>
          <a:xfrm>
            <a:off x="64949" y="3490557"/>
            <a:ext cx="653400" cy="536100"/>
          </a:xfrm>
          <a:prstGeom prst="rect">
            <a:avLst/>
          </a:prstGeom>
          <a:noFill/>
          <a:ln>
            <a:noFill/>
          </a:ln>
        </p:spPr>
        <p:txBody>
          <a:bodyPr wrap="square" lIns="91425" tIns="45700" rIns="91425" bIns="45700" anchor="ctr" anchorCtr="0"/>
          <a:lstStyle/>
          <a:p>
            <a:pPr marL="0" lvl="0" indent="0" algn="r" defTabSz="914400">
              <a:lnSpc>
                <a:spcPct val="90000"/>
              </a:lnSpc>
              <a:spcBef>
                <a:spcPts val="0"/>
              </a:spcBef>
              <a:spcAft>
                <a:spcPts val="0"/>
              </a:spcAft>
              <a:buClr>
                <a:srgbClr val="000000"/>
              </a:buClr>
              <a:buSzPts val="3000"/>
              <a:buFont typeface="Arial"/>
              <a:buNone/>
              <a:defRPr/>
            </a:pPr>
            <a:r>
              <a:rPr lang="en" altLang="en" sz="2900" b="1" i="0" u="none" strike="noStrike" kern="0" spc="0" baseline="0">
                <a:ln>
                  <a:noFill/>
                </a:ln>
                <a:solidFill>
                  <a:srgbClr val="8D64A3"/>
                </a:solidFill>
                <a:effectLst/>
                <a:latin typeface="Microsoft YaHei"/>
                <a:ea typeface="Microsoft YaHei"/>
              </a:rPr>
              <a:t>4.</a:t>
            </a:r>
            <a:endParaRPr sz="2900" b="1" i="0" u="none" strike="noStrike" kern="0" spc="0" baseline="0">
              <a:ln>
                <a:noFill/>
              </a:ln>
              <a:solidFill>
                <a:srgbClr val="8D64A3"/>
              </a:solidFill>
              <a:effectLst/>
              <a:latin typeface="Microsoft YaHei"/>
              <a:ea typeface="Microsoft YaHei"/>
            </a:endParaRPr>
          </a:p>
        </p:txBody>
      </p:sp>
      <p:sp>
        <p:nvSpPr>
          <p:cNvPr id="253" name="Google Shape;253;p38"/>
          <p:cNvSpPr/>
          <p:nvPr/>
        </p:nvSpPr>
        <p:spPr>
          <a:xfrm>
            <a:off x="826274" y="3447835"/>
            <a:ext cx="8001300" cy="622500"/>
          </a:xfrm>
          <a:prstGeom prst="rect">
            <a:avLst/>
          </a:prstGeom>
          <a:solidFill>
            <a:srgbClr val="8D64A3"/>
          </a:solidFill>
          <a:ln>
            <a:noFill/>
          </a:ln>
        </p:spPr>
        <p:txBody>
          <a:bodyPr wrap="square" lIns="91425" tIns="45700" rIns="91425" bIns="45700" anchor="ctr" anchorCtr="0"/>
          <a:lstStyle/>
          <a:p>
            <a:pPr marL="0" lvl="0" indent="0" algn="l" defTabSz="914400">
              <a:lnSpc>
                <a:spcPct val="100000"/>
              </a:lnSpc>
              <a:spcBef>
                <a:spcPts val="0"/>
              </a:spcBef>
              <a:spcAft>
                <a:spcPts val="0"/>
              </a:spcAft>
              <a:buClr>
                <a:srgbClr val="000000"/>
              </a:buClr>
              <a:buSzPts val="1400"/>
              <a:buFont typeface="Arial"/>
              <a:buNone/>
              <a:defRPr sz="1200">
                <a:solidFill>
                  <a:srgbClr val="FFFFFF"/>
                </a:solidFill>
              </a:defRPr>
            </a:pPr>
            <a:r>
              <a:rPr lang="en-US" altLang="en-US" sz="1200" b="1" i="0" strike="noStrike" spc="0" baseline="0">
                <a:ln>
                  <a:noFill/>
                </a:ln>
                <a:solidFill>
                  <a:srgbClr val="FFFFFF"/>
                </a:solidFill>
                <a:effectLst/>
                <a:latin typeface="Microsoft YaHei"/>
                <a:ea typeface="Microsoft YaHei"/>
              </a:rPr>
              <a:t>Empact</a:t>
            </a:r>
            <a:r>
              <a:rPr lang="zh-CN" altLang="zh-CN" sz="1200" b="1" i="0" strike="noStrike" spc="0" baseline="0">
                <a:ln>
                  <a:noFill/>
                </a:ln>
                <a:solidFill>
                  <a:srgbClr val="FFFFFF"/>
                </a:solidFill>
                <a:effectLst/>
                <a:latin typeface="Microsoft YaHei"/>
                <a:ea typeface="Microsoft YaHei"/>
              </a:rPr>
              <a:t>拥有经过充分验证的框架、流程和资源，确保与企业、公共和社区部门顺利交付参与高度性和互动性的面对面、混合式和线上会议。</a:t>
            </a:r>
            <a:endParaRPr lang="en-US" altLang="en-US" sz="900" b="0" i="0" strike="noStrike" spc="0" baseline="0">
              <a:ln>
                <a:noFill/>
              </a:ln>
              <a:solidFill>
                <a:srgbClr val="FFFFFF"/>
              </a:solidFill>
              <a:effectLst/>
              <a:latin typeface="Microsoft YaHei"/>
              <a:ea typeface="Microsoft YaHei"/>
            </a:endParaRPr>
          </a:p>
        </p:txBody>
      </p:sp>
      <p:sp>
        <p:nvSpPr>
          <p:cNvPr id="254" name="Google Shape;254;p38"/>
          <p:cNvSpPr txBox="1"/>
          <p:nvPr/>
        </p:nvSpPr>
        <p:spPr>
          <a:xfrm>
            <a:off x="61500" y="2800721"/>
            <a:ext cx="653400" cy="536100"/>
          </a:xfrm>
          <a:prstGeom prst="rect">
            <a:avLst/>
          </a:prstGeom>
          <a:noFill/>
          <a:ln>
            <a:noFill/>
          </a:ln>
        </p:spPr>
        <p:txBody>
          <a:bodyPr wrap="square" lIns="91425" tIns="45700" rIns="91425" bIns="45700" anchor="ctr" anchorCtr="0"/>
          <a:lstStyle/>
          <a:p>
            <a:pPr marL="0" lvl="0" indent="0" algn="r" defTabSz="914400">
              <a:lnSpc>
                <a:spcPct val="90000"/>
              </a:lnSpc>
              <a:spcBef>
                <a:spcPts val="0"/>
              </a:spcBef>
              <a:spcAft>
                <a:spcPts val="0"/>
              </a:spcAft>
              <a:buClr>
                <a:srgbClr val="000000"/>
              </a:buClr>
              <a:buSzPts val="3000"/>
              <a:buFont typeface="Arial"/>
              <a:buNone/>
              <a:defRPr/>
            </a:pPr>
            <a:r>
              <a:rPr lang="en" altLang="en" sz="2900" b="1" i="0" u="none" strike="noStrike" kern="0" spc="0" baseline="0">
                <a:ln>
                  <a:noFill/>
                </a:ln>
                <a:solidFill>
                  <a:srgbClr val="2CB3B9"/>
                </a:solidFill>
                <a:effectLst/>
                <a:latin typeface="Microsoft YaHei"/>
                <a:ea typeface="Microsoft YaHei"/>
              </a:rPr>
              <a:t>3.</a:t>
            </a:r>
            <a:endParaRPr sz="2900" b="1" i="0" u="none" strike="noStrike" kern="0" spc="0" baseline="0">
              <a:ln>
                <a:noFill/>
              </a:ln>
              <a:solidFill>
                <a:srgbClr val="2CB3B9"/>
              </a:solidFill>
              <a:effectLst/>
              <a:latin typeface="Microsoft YaHei"/>
              <a:ea typeface="Microsoft YaHei"/>
            </a:endParaRPr>
          </a:p>
        </p:txBody>
      </p:sp>
      <p:sp>
        <p:nvSpPr>
          <p:cNvPr id="255" name="Google Shape;255;p38"/>
          <p:cNvSpPr/>
          <p:nvPr/>
        </p:nvSpPr>
        <p:spPr>
          <a:xfrm>
            <a:off x="822600" y="2757997"/>
            <a:ext cx="8001300" cy="622500"/>
          </a:xfrm>
          <a:prstGeom prst="rect">
            <a:avLst/>
          </a:prstGeom>
          <a:solidFill>
            <a:schemeClr val="accent2"/>
          </a:solidFill>
          <a:ln>
            <a:noFill/>
          </a:ln>
        </p:spPr>
        <p:txBody>
          <a:bodyPr wrap="square" lIns="91425" tIns="45700" rIns="91425" bIns="45700" anchor="ctr" anchorCtr="0"/>
          <a:lstStyle/>
          <a:p>
            <a:pPr marL="0" lvl="0" indent="0" algn="l" defTabSz="914400">
              <a:lnSpc>
                <a:spcPct val="100000"/>
              </a:lnSpc>
              <a:spcBef>
                <a:spcPts val="0"/>
              </a:spcBef>
              <a:spcAft>
                <a:spcPts val="0"/>
              </a:spcAft>
              <a:buClr>
                <a:srgbClr val="000000"/>
              </a:buClr>
              <a:buSzPts val="1400"/>
              <a:buFont typeface="Arial"/>
              <a:buNone/>
              <a:defRPr sz="1200">
                <a:solidFill>
                  <a:srgbClr val="FFFFFF"/>
                </a:solidFill>
              </a:defRPr>
            </a:pPr>
            <a:r>
              <a:rPr lang="en-US" altLang="en-US" sz="1200" b="1">
                <a:solidFill>
                  <a:srgbClr val="FFFFFF"/>
                </a:solidFill>
              </a:rPr>
              <a:t>Maggie</a:t>
            </a:r>
            <a:r>
              <a:rPr lang="zh-CN" altLang="zh-CN" sz="1200" b="1">
                <a:solidFill>
                  <a:srgbClr val="FFFFFF"/>
                </a:solidFill>
              </a:rPr>
              <a:t>作为种子计划的导师，拥有</a:t>
            </a:r>
            <a:r>
              <a:rPr lang="en-US" altLang="en-US" sz="1200" b="1">
                <a:solidFill>
                  <a:srgbClr val="FFFFFF"/>
                </a:solidFill>
              </a:rPr>
              <a:t>12</a:t>
            </a:r>
            <a:r>
              <a:rPr lang="zh-CN" altLang="zh-CN" sz="1200" b="1">
                <a:solidFill>
                  <a:srgbClr val="FFFFFF"/>
                </a:solidFill>
              </a:rPr>
              <a:t>年的青年导师经验，专注于帮助年轻人探索职场初体验，</a:t>
            </a:r>
            <a:r>
              <a:rPr lang="en-US" altLang="en-US" sz="1200" b="1">
                <a:solidFill>
                  <a:srgbClr val="FFFFFF"/>
                </a:solidFill>
              </a:rPr>
              <a:t>Cooper</a:t>
            </a:r>
            <a:r>
              <a:rPr lang="zh-CN" altLang="zh-CN" sz="1200" b="1">
                <a:solidFill>
                  <a:srgbClr val="FFFFFF"/>
                </a:solidFill>
              </a:rPr>
              <a:t>担任</a:t>
            </a:r>
            <a:r>
              <a:rPr lang="en-US" altLang="en-US" sz="1200" b="1">
                <a:solidFill>
                  <a:srgbClr val="FFFFFF"/>
                </a:solidFill>
              </a:rPr>
              <a:t>Empact</a:t>
            </a:r>
            <a:r>
              <a:rPr lang="zh-CN" altLang="zh-CN" sz="1200" b="1">
                <a:solidFill>
                  <a:srgbClr val="FFFFFF"/>
                </a:solidFill>
              </a:rPr>
              <a:t>中国区青年项目管理负责人，曾是北辰青年研究员，专注青年研究，</a:t>
            </a:r>
            <a:r>
              <a:rPr lang="zh-CN" altLang="zh-CN" sz="1200" b="1">
                <a:solidFill>
                  <a:srgbClr val="FFFFFF"/>
                </a:solidFill>
                <a:latin typeface="-webkit-standard"/>
                <a:ea typeface="-webkit-standard"/>
              </a:rPr>
              <a:t>设计人员的紧密协作，为项目的成功落地提供了有力保障。</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1"/>
          <p:cNvSpPr/>
          <p:nvPr/>
        </p:nvSpPr>
        <p:spPr>
          <a:xfrm>
            <a:off x="0" y="715400"/>
            <a:ext cx="3048000" cy="4359479"/>
          </a:xfrm>
          <a:prstGeom prst="rect">
            <a:avLst/>
          </a:prstGeom>
          <a:solidFill>
            <a:schemeClr val="accent2"/>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400" b="0" i="0" u="none" strike="noStrike" kern="0" spc="0" baseline="0">
              <a:ln>
                <a:noFill/>
              </a:ln>
              <a:solidFill>
                <a:srgbClr val="000000"/>
              </a:solidFill>
              <a:effectLst/>
              <a:latin typeface="Microsoft YaHei"/>
              <a:ea typeface="Microsoft YaHei"/>
            </a:endParaRPr>
          </a:p>
        </p:txBody>
      </p:sp>
      <p:sp>
        <p:nvSpPr>
          <p:cNvPr id="145" name="Google Shape;145;p21"/>
          <p:cNvSpPr/>
          <p:nvPr/>
        </p:nvSpPr>
        <p:spPr>
          <a:xfrm>
            <a:off x="3048000" y="715321"/>
            <a:ext cx="3048000" cy="4359479"/>
          </a:xfrm>
          <a:prstGeom prst="rect">
            <a:avLst/>
          </a:prstGeom>
          <a:solidFill>
            <a:schemeClr val="accent3"/>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400" b="0" i="0" u="none" strike="noStrike" kern="0" spc="0" baseline="0">
              <a:ln>
                <a:noFill/>
              </a:ln>
              <a:solidFill>
                <a:srgbClr val="000000"/>
              </a:solidFill>
              <a:effectLst/>
              <a:latin typeface="Microsoft YaHei"/>
              <a:ea typeface="Microsoft YaHei"/>
            </a:endParaRPr>
          </a:p>
        </p:txBody>
      </p:sp>
      <p:sp>
        <p:nvSpPr>
          <p:cNvPr id="146" name="Google Shape;146;p21"/>
          <p:cNvSpPr/>
          <p:nvPr/>
        </p:nvSpPr>
        <p:spPr>
          <a:xfrm>
            <a:off x="6096000" y="715400"/>
            <a:ext cx="3048000" cy="4359479"/>
          </a:xfrm>
          <a:prstGeom prst="rect">
            <a:avLst/>
          </a:prstGeom>
          <a:solidFill>
            <a:schemeClr val="accent4"/>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400" b="0" i="0" u="none" strike="noStrike" kern="0" spc="0" baseline="0">
              <a:ln>
                <a:noFill/>
              </a:ln>
              <a:solidFill>
                <a:srgbClr val="000000"/>
              </a:solidFill>
              <a:effectLst/>
              <a:latin typeface="Microsoft YaHei"/>
              <a:ea typeface="Microsoft YaHei"/>
            </a:endParaRPr>
          </a:p>
        </p:txBody>
      </p:sp>
      <p:sp>
        <p:nvSpPr>
          <p:cNvPr id="147" name="Google Shape;147;p21"/>
          <p:cNvSpPr txBox="1"/>
          <p:nvPr/>
        </p:nvSpPr>
        <p:spPr>
          <a:xfrm>
            <a:off x="181625" y="986175"/>
            <a:ext cx="2567100" cy="923299"/>
          </a:xfrm>
          <a:prstGeom prst="rect">
            <a:avLst/>
          </a:prstGeom>
          <a:noFill/>
          <a:ln>
            <a:noFill/>
          </a:ln>
        </p:spPr>
        <p:txBody>
          <a:bodyPr wrap="square" lIns="91425" tIns="91425" rIns="91425" bIns="91425" anchor="t" anchorCtr="0">
            <a:spAutoFit/>
          </a:bodyPr>
          <a:lstStyle/>
          <a:p>
            <a:pPr marL="0" lvl="0" indent="0" algn="ctr" defTabSz="914400">
              <a:lnSpc>
                <a:spcPct val="100000"/>
              </a:lnSpc>
              <a:spcBef>
                <a:spcPts val="0"/>
              </a:spcBef>
              <a:spcAft>
                <a:spcPts val="0"/>
              </a:spcAft>
              <a:buClr>
                <a:srgbClr val="000000"/>
              </a:buClr>
              <a:buSzTx/>
              <a:buFont typeface="Arial"/>
              <a:buNone/>
              <a:defRPr/>
            </a:pPr>
            <a:r>
              <a:rPr lang="en" altLang="en" sz="2400" b="1" i="0" u="none" strike="noStrike" kern="0" spc="0" baseline="0">
                <a:ln>
                  <a:noFill/>
                </a:ln>
                <a:solidFill>
                  <a:srgbClr val="FFFFFF"/>
                </a:solidFill>
                <a:effectLst/>
                <a:latin typeface="Microsoft YaHei"/>
                <a:ea typeface="Microsoft YaHei"/>
              </a:rPr>
              <a:t>WHO</a:t>
            </a:r>
          </a:p>
          <a:p>
            <a:pPr marL="0" lvl="0" indent="0" algn="ctr" defTabSz="914400">
              <a:lnSpc>
                <a:spcPct val="100000"/>
              </a:lnSpc>
              <a:spcBef>
                <a:spcPts val="0"/>
              </a:spcBef>
              <a:spcAft>
                <a:spcPts val="0"/>
              </a:spcAft>
              <a:buClr>
                <a:srgbClr val="000000"/>
              </a:buClr>
              <a:buSzTx/>
              <a:buFont typeface="Arial"/>
              <a:buNone/>
              <a:defRPr/>
            </a:pPr>
            <a:r>
              <a:rPr lang="en" altLang="en" sz="2400" b="1" i="0" u="none" strike="noStrike" kern="0" spc="0" baseline="0">
                <a:ln>
                  <a:noFill/>
                </a:ln>
                <a:solidFill>
                  <a:srgbClr val="FFFFFF"/>
                </a:solidFill>
                <a:effectLst/>
                <a:latin typeface="Microsoft YaHei"/>
                <a:ea typeface="Microsoft YaHei"/>
              </a:rPr>
              <a:t>受益群体</a:t>
            </a:r>
            <a:endParaRPr sz="2400" b="1" i="0" u="none" strike="noStrike" kern="0" spc="0" baseline="0">
              <a:ln>
                <a:noFill/>
              </a:ln>
              <a:solidFill>
                <a:srgbClr val="FFFFFF"/>
              </a:solidFill>
              <a:effectLst/>
              <a:latin typeface="Microsoft YaHei"/>
              <a:ea typeface="Microsoft YaHei"/>
            </a:endParaRPr>
          </a:p>
        </p:txBody>
      </p:sp>
      <p:sp>
        <p:nvSpPr>
          <p:cNvPr id="148" name="Google Shape;148;p21"/>
          <p:cNvSpPr txBox="1"/>
          <p:nvPr/>
        </p:nvSpPr>
        <p:spPr>
          <a:xfrm>
            <a:off x="3743552" y="986175"/>
            <a:ext cx="1657350" cy="914400"/>
          </a:xfrm>
          <a:prstGeom prst="rect">
            <a:avLst/>
          </a:prstGeom>
          <a:noFill/>
          <a:ln>
            <a:noFill/>
          </a:ln>
        </p:spPr>
        <p:txBody>
          <a:bodyPr wrap="square" lIns="91425" tIns="91425" rIns="91425" bIns="91425" anchor="t" anchorCtr="0">
            <a:spAutoFit/>
          </a:bodyPr>
          <a:lstStyle/>
          <a:p>
            <a:pPr marL="0" lvl="0" indent="0" algn="ctr" defTabSz="914400">
              <a:lnSpc>
                <a:spcPct val="100000"/>
              </a:lnSpc>
              <a:spcBef>
                <a:spcPts val="0"/>
              </a:spcBef>
              <a:spcAft>
                <a:spcPts val="0"/>
              </a:spcAft>
              <a:buClr>
                <a:srgbClr val="000000"/>
              </a:buClr>
              <a:buSzTx/>
              <a:buFont typeface="Arial"/>
              <a:buNone/>
              <a:defRPr/>
            </a:pPr>
            <a:r>
              <a:rPr lang="en-US" altLang="en-US" sz="2400" b="1" i="0" strike="noStrike" spc="0" baseline="0">
                <a:ln>
                  <a:noFill/>
                </a:ln>
                <a:solidFill>
                  <a:srgbClr val="FFFFFF"/>
                </a:solidFill>
                <a:effectLst/>
                <a:latin typeface="Microsoft YaHei"/>
                <a:ea typeface="Microsoft YaHei"/>
              </a:rPr>
              <a:t>WHY</a:t>
            </a:r>
          </a:p>
          <a:p>
            <a:pPr marL="0" lvl="0" indent="0" algn="ctr" defTabSz="914400">
              <a:lnSpc>
                <a:spcPct val="100000"/>
              </a:lnSpc>
              <a:spcBef>
                <a:spcPts val="0"/>
              </a:spcBef>
              <a:spcAft>
                <a:spcPts val="0"/>
              </a:spcAft>
              <a:buClr>
                <a:srgbClr val="000000"/>
              </a:buClr>
              <a:buSzTx/>
              <a:buFont typeface="Arial"/>
              <a:buNone/>
              <a:defRPr/>
            </a:pPr>
            <a:r>
              <a:rPr lang="en-US" altLang="en-US" sz="2400" b="1" i="0" strike="noStrike" spc="0" baseline="0">
                <a:ln>
                  <a:noFill/>
                </a:ln>
                <a:solidFill>
                  <a:srgbClr val="FFFFFF"/>
                </a:solidFill>
                <a:effectLst/>
                <a:latin typeface="Microsoft YaHei"/>
                <a:ea typeface="Microsoft YaHei"/>
              </a:rPr>
              <a:t> </a:t>
            </a:r>
            <a:r>
              <a:rPr lang="zh-CN" altLang="zh-CN" sz="2400" b="1" i="0" strike="noStrike" spc="0" baseline="0">
                <a:ln>
                  <a:noFill/>
                </a:ln>
                <a:solidFill>
                  <a:srgbClr val="FFFFFF"/>
                </a:solidFill>
                <a:effectLst/>
                <a:latin typeface="Microsoft YaHei"/>
                <a:ea typeface="Microsoft YaHei"/>
              </a:rPr>
              <a:t>主要痛点</a:t>
            </a:r>
            <a:endParaRPr sz="2400" b="1" i="0" strike="noStrike" spc="0" baseline="0">
              <a:ln>
                <a:noFill/>
              </a:ln>
              <a:solidFill>
                <a:srgbClr val="FFFFFF"/>
              </a:solidFill>
              <a:effectLst/>
              <a:latin typeface="Microsoft YaHei"/>
              <a:ea typeface="Microsoft YaHei"/>
            </a:endParaRPr>
          </a:p>
        </p:txBody>
      </p:sp>
      <p:sp>
        <p:nvSpPr>
          <p:cNvPr id="149" name="Google Shape;149;p21"/>
          <p:cNvSpPr txBox="1"/>
          <p:nvPr/>
        </p:nvSpPr>
        <p:spPr>
          <a:xfrm>
            <a:off x="6633608" y="986175"/>
            <a:ext cx="1972800" cy="923299"/>
          </a:xfrm>
          <a:prstGeom prst="rect">
            <a:avLst/>
          </a:prstGeom>
          <a:noFill/>
          <a:ln>
            <a:noFill/>
          </a:ln>
        </p:spPr>
        <p:txBody>
          <a:bodyPr wrap="square" lIns="91425" tIns="91425" rIns="91425" bIns="91425" anchor="t" anchorCtr="0">
            <a:spAutoFit/>
          </a:bodyPr>
          <a:lstStyle/>
          <a:p>
            <a:pPr marL="0" lvl="0" indent="0" algn="ctr" defTabSz="914400">
              <a:lnSpc>
                <a:spcPct val="100000"/>
              </a:lnSpc>
              <a:spcBef>
                <a:spcPts val="0"/>
              </a:spcBef>
              <a:spcAft>
                <a:spcPts val="0"/>
              </a:spcAft>
              <a:buClr>
                <a:srgbClr val="000000"/>
              </a:buClr>
              <a:buSzTx/>
              <a:buFont typeface="Arial"/>
              <a:buNone/>
              <a:defRPr/>
            </a:pPr>
            <a:r>
              <a:rPr lang="en" altLang="en" sz="2400" b="1" i="0" u="none" strike="noStrike" kern="0" spc="0" baseline="0">
                <a:ln>
                  <a:noFill/>
                </a:ln>
                <a:solidFill>
                  <a:srgbClr val="FFFFFF"/>
                </a:solidFill>
                <a:effectLst/>
                <a:latin typeface="Microsoft YaHei"/>
                <a:ea typeface="Microsoft YaHei"/>
              </a:rPr>
              <a:t>HOW</a:t>
            </a:r>
          </a:p>
          <a:p>
            <a:pPr marL="0" lvl="0" indent="0" algn="ctr" defTabSz="914400">
              <a:lnSpc>
                <a:spcPct val="100000"/>
              </a:lnSpc>
              <a:spcBef>
                <a:spcPts val="0"/>
              </a:spcBef>
              <a:spcAft>
                <a:spcPts val="0"/>
              </a:spcAft>
              <a:buClr>
                <a:srgbClr val="000000"/>
              </a:buClr>
              <a:buSzTx/>
              <a:buFont typeface="Arial"/>
              <a:buNone/>
              <a:defRPr/>
            </a:pPr>
            <a:r>
              <a:rPr lang="en" altLang="en" sz="2400" b="1" i="0" u="none" strike="noStrike" kern="0" spc="0" baseline="0">
                <a:ln>
                  <a:noFill/>
                </a:ln>
                <a:solidFill>
                  <a:srgbClr val="FFFFFF"/>
                </a:solidFill>
                <a:effectLst/>
                <a:latin typeface="Microsoft YaHei"/>
                <a:ea typeface="Microsoft YaHei"/>
              </a:rPr>
              <a:t>如何帮助</a:t>
            </a:r>
            <a:endParaRPr sz="2400" b="1" i="0" u="none" strike="noStrike" kern="0" spc="0" baseline="0">
              <a:ln>
                <a:noFill/>
              </a:ln>
              <a:solidFill>
                <a:srgbClr val="FFFFFF"/>
              </a:solidFill>
              <a:effectLst/>
              <a:latin typeface="Microsoft YaHei"/>
              <a:ea typeface="Microsoft YaHei"/>
            </a:endParaRPr>
          </a:p>
        </p:txBody>
      </p:sp>
      <p:sp>
        <p:nvSpPr>
          <p:cNvPr id="151" name="Google Shape;151;p21"/>
          <p:cNvSpPr txBox="1"/>
          <p:nvPr/>
        </p:nvSpPr>
        <p:spPr>
          <a:xfrm>
            <a:off x="204450" y="1851750"/>
            <a:ext cx="2755900" cy="1416050"/>
          </a:xfrm>
          <a:prstGeom prst="rect">
            <a:avLst/>
          </a:prstGeom>
          <a:noFill/>
          <a:ln>
            <a:noFill/>
          </a:ln>
        </p:spPr>
        <p:txBody>
          <a:bodyPr wrap="square" lIns="91425" tIns="91425" rIns="91425" bIns="91425" anchor="t" anchorCtr="0">
            <a:spAutoFit/>
          </a:bodyPr>
          <a:lstStyle/>
          <a:p>
            <a:pPr marL="0" lvl="0" indent="0" algn="l" defTabSz="914400">
              <a:lnSpc>
                <a:spcPct val="150000"/>
              </a:lnSpc>
              <a:spcBef>
                <a:spcPts val="0"/>
              </a:spcBef>
              <a:spcAft>
                <a:spcPts val="0"/>
              </a:spcAft>
              <a:buClr>
                <a:srgbClr val="000000"/>
              </a:buClr>
              <a:buSzTx/>
              <a:buFont typeface="Arial"/>
              <a:buNone/>
              <a:defRPr/>
            </a:pPr>
            <a:r>
              <a:rPr lang="zh-CN" altLang="zh-CN" sz="1800" b="0" i="0" strike="noStrike" spc="0" baseline="0">
                <a:ln>
                  <a:noFill/>
                </a:ln>
                <a:solidFill>
                  <a:srgbClr val="FAFAFA"/>
                </a:solidFill>
                <a:effectLst/>
                <a:latin typeface="Microsoft YaHei"/>
                <a:ea typeface="Microsoft YaHei"/>
              </a:rPr>
              <a:t>来自乡村的在校大学生，共计 </a:t>
            </a:r>
            <a:r>
              <a:rPr lang="en-US" altLang="en-US" sz="1800" b="0" i="0" strike="noStrike" spc="0" baseline="0">
                <a:ln>
                  <a:noFill/>
                </a:ln>
                <a:solidFill>
                  <a:srgbClr val="FAFAFA"/>
                </a:solidFill>
                <a:effectLst/>
                <a:latin typeface="Microsoft YaHei"/>
                <a:ea typeface="Microsoft YaHei"/>
              </a:rPr>
              <a:t>40 </a:t>
            </a:r>
            <a:r>
              <a:rPr lang="zh-CN" altLang="zh-CN" sz="1800" b="0" i="0" strike="noStrike" spc="0" baseline="0">
                <a:ln>
                  <a:noFill/>
                </a:ln>
                <a:solidFill>
                  <a:srgbClr val="FAFAFA"/>
                </a:solidFill>
                <a:effectLst/>
                <a:latin typeface="Microsoft YaHei"/>
                <a:ea typeface="Microsoft YaHei"/>
              </a:rPr>
              <a:t>人左右，从中选择合适的参与者</a:t>
            </a:r>
          </a:p>
        </p:txBody>
      </p:sp>
      <p:sp>
        <p:nvSpPr>
          <p:cNvPr id="152" name="Google Shape;152;p21"/>
          <p:cNvSpPr txBox="1"/>
          <p:nvPr/>
        </p:nvSpPr>
        <p:spPr>
          <a:xfrm>
            <a:off x="3311700" y="1880900"/>
            <a:ext cx="2520600" cy="2262127"/>
          </a:xfrm>
          <a:prstGeom prst="rect">
            <a:avLst/>
          </a:prstGeom>
          <a:noFill/>
          <a:ln>
            <a:noFill/>
          </a:ln>
        </p:spPr>
        <p:txBody>
          <a:bodyPr wrap="square" lIns="91425" tIns="91425" rIns="91425" bIns="91425" anchor="t" anchorCtr="0">
            <a:spAutoFit/>
          </a:bodyPr>
          <a:lstStyle/>
          <a:p>
            <a:pPr marL="0" lvl="0" indent="0" algn="l" defTabSz="914400">
              <a:lnSpc>
                <a:spcPct val="150000"/>
              </a:lnSpc>
              <a:spcBef>
                <a:spcPts val="0"/>
              </a:spcBef>
              <a:spcAft>
                <a:spcPts val="0"/>
              </a:spcAft>
              <a:buClr>
                <a:srgbClr val="000000"/>
              </a:buClr>
              <a:buSzTx/>
              <a:buFont typeface="Arial"/>
              <a:buNone/>
              <a:defRPr/>
            </a:pPr>
            <a:r>
              <a:rPr lang="zh-CN" altLang="en-US" sz="1800" b="1" i="0" u="none" strike="noStrike" kern="0" spc="0" baseline="0">
                <a:ln>
                  <a:noFill/>
                </a:ln>
                <a:solidFill>
                  <a:srgbClr val="FFFFFF"/>
                </a:solidFill>
                <a:effectLst/>
                <a:latin typeface="Microsoft YaHei"/>
                <a:ea typeface="Microsoft YaHei"/>
              </a:rPr>
              <a:t>职业认知不足</a:t>
            </a:r>
            <a:endParaRPr lang="en-US" altLang="zh-CN" sz="1800" b="1" i="0" u="none" strike="noStrike" kern="0" spc="0" baseline="0">
              <a:ln>
                <a:noFill/>
              </a:ln>
              <a:solidFill>
                <a:srgbClr val="FFFFFF"/>
              </a:solidFill>
              <a:effectLst/>
              <a:latin typeface="Microsoft YaHei"/>
              <a:ea typeface="Microsoft YaHei"/>
            </a:endParaRPr>
          </a:p>
          <a:p>
            <a:pPr marL="0" lvl="0" indent="0" algn="l" defTabSz="914400">
              <a:lnSpc>
                <a:spcPct val="150000"/>
              </a:lnSpc>
              <a:spcBef>
                <a:spcPts val="0"/>
              </a:spcBef>
              <a:spcAft>
                <a:spcPts val="0"/>
              </a:spcAft>
              <a:buClr>
                <a:srgbClr val="000000"/>
              </a:buClr>
              <a:buSzTx/>
              <a:buFont typeface="Arial"/>
              <a:buNone/>
              <a:defRPr/>
            </a:pPr>
            <a:r>
              <a:rPr lang="zh-CN" altLang="en-US" sz="1800" b="1" i="0" u="none" strike="noStrike" kern="0" spc="0" baseline="0">
                <a:ln>
                  <a:noFill/>
                </a:ln>
                <a:solidFill>
                  <a:srgbClr val="FFFFFF"/>
                </a:solidFill>
                <a:effectLst/>
                <a:latin typeface="Microsoft YaHei"/>
                <a:ea typeface="Microsoft YaHei"/>
              </a:rPr>
              <a:t>自我定位模糊</a:t>
            </a:r>
            <a:endParaRPr lang="en-US" altLang="zh-CN" sz="1800" b="1" i="0" u="none" strike="noStrike" kern="0" spc="0" baseline="0">
              <a:ln>
                <a:noFill/>
              </a:ln>
              <a:solidFill>
                <a:srgbClr val="FFFFFF"/>
              </a:solidFill>
              <a:effectLst/>
              <a:latin typeface="Microsoft YaHei"/>
              <a:ea typeface="Microsoft YaHei"/>
            </a:endParaRPr>
          </a:p>
          <a:p>
            <a:pPr marL="0" lvl="0" indent="0" algn="l" defTabSz="914400">
              <a:lnSpc>
                <a:spcPct val="150000"/>
              </a:lnSpc>
              <a:spcBef>
                <a:spcPts val="0"/>
              </a:spcBef>
              <a:spcAft>
                <a:spcPts val="0"/>
              </a:spcAft>
              <a:buClr>
                <a:srgbClr val="000000"/>
              </a:buClr>
              <a:buSzTx/>
              <a:buFont typeface="Arial"/>
              <a:buNone/>
              <a:defRPr/>
            </a:pPr>
            <a:r>
              <a:rPr lang="zh-CN" altLang="en-US" sz="1800" b="1" i="0" u="none" strike="noStrike" kern="0" spc="0" baseline="0">
                <a:ln>
                  <a:noFill/>
                </a:ln>
                <a:solidFill>
                  <a:srgbClr val="FFFFFF"/>
                </a:solidFill>
                <a:effectLst/>
                <a:latin typeface="Microsoft YaHei"/>
                <a:ea typeface="Microsoft YaHei"/>
              </a:rPr>
              <a:t>心理健康支持相对匮乏</a:t>
            </a:r>
            <a:endParaRPr lang="en-US" altLang="zh-CN" sz="1800" b="1" i="0" u="none" strike="noStrike" kern="0" spc="0" baseline="0">
              <a:ln>
                <a:noFill/>
              </a:ln>
              <a:solidFill>
                <a:srgbClr val="FFFFFF"/>
              </a:solidFill>
              <a:effectLst/>
              <a:latin typeface="Microsoft YaHei"/>
              <a:ea typeface="Microsoft YaHei"/>
            </a:endParaRPr>
          </a:p>
          <a:p>
            <a:pPr marL="0" lvl="0" indent="0" algn="l" defTabSz="914400">
              <a:lnSpc>
                <a:spcPct val="150000"/>
              </a:lnSpc>
              <a:spcBef>
                <a:spcPts val="0"/>
              </a:spcBef>
              <a:spcAft>
                <a:spcPts val="0"/>
              </a:spcAft>
              <a:buClr>
                <a:srgbClr val="000000"/>
              </a:buClr>
              <a:buSzTx/>
              <a:buFont typeface="Arial"/>
              <a:buNone/>
              <a:defRPr/>
            </a:pPr>
            <a:r>
              <a:rPr lang="zh-CN" altLang="en-US" sz="1800" b="1" i="0" u="none" strike="noStrike" kern="0" spc="0" baseline="0">
                <a:ln>
                  <a:noFill/>
                </a:ln>
                <a:solidFill>
                  <a:srgbClr val="FFFFFF"/>
                </a:solidFill>
                <a:effectLst/>
                <a:latin typeface="Microsoft YaHei"/>
                <a:ea typeface="Microsoft YaHei"/>
              </a:rPr>
              <a:t>对未来迷茫。  </a:t>
            </a:r>
          </a:p>
          <a:p>
            <a:pPr marL="0" lvl="0" indent="0" algn="l" defTabSz="914400">
              <a:lnSpc>
                <a:spcPct val="150000"/>
              </a:lnSpc>
              <a:spcBef>
                <a:spcPts val="0"/>
              </a:spcBef>
              <a:spcAft>
                <a:spcPts val="0"/>
              </a:spcAft>
              <a:buClr>
                <a:srgbClr val="000000"/>
              </a:buClr>
              <a:buSzTx/>
              <a:buFont typeface="Arial"/>
              <a:buNone/>
              <a:defRPr/>
            </a:pPr>
            <a:endParaRPr sz="1800" b="0" i="0" u="none" strike="noStrike" kern="0" spc="0" baseline="0">
              <a:ln>
                <a:noFill/>
              </a:ln>
              <a:solidFill>
                <a:srgbClr val="FFFFFF"/>
              </a:solidFill>
              <a:effectLst/>
              <a:latin typeface="Microsoft YaHei"/>
              <a:ea typeface="Microsoft YaHei"/>
            </a:endParaRPr>
          </a:p>
        </p:txBody>
      </p:sp>
      <p:sp>
        <p:nvSpPr>
          <p:cNvPr id="153" name="Google Shape;153;p21"/>
          <p:cNvSpPr txBox="1"/>
          <p:nvPr/>
        </p:nvSpPr>
        <p:spPr>
          <a:xfrm>
            <a:off x="6429000" y="1851750"/>
            <a:ext cx="2510550" cy="1846629"/>
          </a:xfrm>
          <a:prstGeom prst="rect">
            <a:avLst/>
          </a:prstGeom>
          <a:noFill/>
          <a:ln>
            <a:noFill/>
          </a:ln>
        </p:spPr>
        <p:txBody>
          <a:bodyPr wrap="square" lIns="91425" tIns="91425" rIns="91425" bIns="91425" anchor="t" anchorCtr="0">
            <a:spAutoFit/>
          </a:bodyPr>
          <a:lstStyle/>
          <a:p>
            <a:pPr marL="0" lvl="0" indent="0" algn="l" defTabSz="914400">
              <a:lnSpc>
                <a:spcPct val="150000"/>
              </a:lnSpc>
              <a:spcBef>
                <a:spcPts val="0"/>
              </a:spcBef>
              <a:spcAft>
                <a:spcPts val="0"/>
              </a:spcAft>
              <a:buClr>
                <a:srgbClr val="000000"/>
              </a:buClr>
              <a:buSzTx/>
              <a:buFont typeface="Arial"/>
              <a:buNone/>
              <a:defRPr/>
            </a:pPr>
            <a:r>
              <a:rPr lang="en-US" altLang="zh-CN" sz="1800" b="1" i="0" u="none" strike="noStrike" kern="0" spc="0" baseline="0">
                <a:ln>
                  <a:noFill/>
                </a:ln>
                <a:solidFill>
                  <a:srgbClr val="FFFFFF"/>
                </a:solidFill>
                <a:effectLst/>
                <a:latin typeface="Microsoft YaHei"/>
                <a:ea typeface="Microsoft YaHei"/>
              </a:rPr>
              <a:t>2025&amp;2026 </a:t>
            </a:r>
            <a:r>
              <a:rPr lang="zh-CN" altLang="en-US" sz="1800" b="1" i="0" u="none" strike="noStrike" kern="0" spc="0" baseline="0">
                <a:ln>
                  <a:noFill/>
                </a:ln>
                <a:solidFill>
                  <a:srgbClr val="FFFFFF"/>
                </a:solidFill>
                <a:effectLst/>
                <a:latin typeface="Microsoft YaHei"/>
                <a:ea typeface="Microsoft YaHei"/>
              </a:rPr>
              <a:t>暑期分批在上海开展两期职场认知研学营</a:t>
            </a:r>
          </a:p>
          <a:p>
            <a:pPr marL="0" lvl="0" indent="0" algn="l" defTabSz="914400">
              <a:lnSpc>
                <a:spcPct val="150000"/>
              </a:lnSpc>
              <a:spcBef>
                <a:spcPts val="0"/>
              </a:spcBef>
              <a:spcAft>
                <a:spcPts val="0"/>
              </a:spcAft>
              <a:buClr>
                <a:srgbClr val="000000"/>
              </a:buClr>
              <a:buSzTx/>
              <a:buFont typeface="Arial"/>
              <a:buNone/>
              <a:defRPr/>
            </a:pPr>
            <a:endParaRPr sz="1800" b="1" i="0" u="none" strike="noStrike" kern="0" spc="0" baseline="0">
              <a:ln>
                <a:noFill/>
              </a:ln>
              <a:solidFill>
                <a:srgbClr val="FFFFFF"/>
              </a:solidFill>
              <a:effectLst/>
              <a:latin typeface="Microsoft YaHei"/>
              <a:ea typeface="Microsoft YaHei"/>
            </a:endParaRPr>
          </a:p>
        </p:txBody>
      </p:sp>
      <p:sp>
        <p:nvSpPr>
          <p:cNvPr id="154" name="Google Shape;265;p40"/>
          <p:cNvSpPr txBox="1">
            <a:spLocks noGrp="1"/>
          </p:cNvSpPr>
          <p:nvPr/>
        </p:nvSpPr>
        <p:spPr>
          <a:xfrm>
            <a:off x="93825" y="154125"/>
            <a:ext cx="8633700" cy="309600"/>
          </a:xfrm>
          <a:prstGeom prst="rect">
            <a:avLst/>
          </a:prstGeom>
          <a:noFill/>
          <a:ln>
            <a:noFill/>
          </a:ln>
        </p:spPr>
        <p:txBody>
          <a:bodyPr wrap="square" lIns="91425" tIns="91425" rIns="91425" bIns="91425" anchor="t" anchorCtr="0"/>
          <a:lstStyle>
            <a:lvl1pPr lvl="0" algn="l">
              <a:lnSpc>
                <a:spcPct val="100000"/>
              </a:lnSpc>
              <a:spcBef>
                <a:spcPts val="0"/>
              </a:spcBef>
              <a:spcAft>
                <a:spcPts val="0"/>
              </a:spcAft>
              <a:buNone/>
              <a:defRPr sz="1800" b="0" i="0" u="none" strike="noStrike">
                <a:solidFill>
                  <a:srgbClr val="125284"/>
                </a:solidFill>
                <a:latin typeface="Poppins"/>
                <a:ea typeface="Poppins"/>
              </a:defRPr>
            </a:lvl1pPr>
            <a:lvl2pPr lvl="1" algn="l">
              <a:lnSpc>
                <a:spcPct val="100000"/>
              </a:lnSpc>
              <a:spcBef>
                <a:spcPts val="0"/>
              </a:spcBef>
              <a:spcAft>
                <a:spcPts val="0"/>
              </a:spcAft>
              <a:buNone/>
              <a:defRPr sz="1800" b="0" i="0" u="none" strike="noStrike">
                <a:solidFill>
                  <a:srgbClr val="125284"/>
                </a:solidFill>
                <a:latin typeface="Poppins"/>
                <a:ea typeface="Poppins"/>
              </a:defRPr>
            </a:lvl2pPr>
            <a:lvl3pPr lvl="2" algn="l">
              <a:lnSpc>
                <a:spcPct val="100000"/>
              </a:lnSpc>
              <a:spcBef>
                <a:spcPts val="0"/>
              </a:spcBef>
              <a:spcAft>
                <a:spcPts val="0"/>
              </a:spcAft>
              <a:buNone/>
              <a:defRPr sz="1800" b="0" i="0" u="none" strike="noStrike">
                <a:solidFill>
                  <a:srgbClr val="125284"/>
                </a:solidFill>
                <a:latin typeface="Poppins"/>
                <a:ea typeface="Poppins"/>
              </a:defRPr>
            </a:lvl3pPr>
            <a:lvl4pPr lvl="3" algn="l">
              <a:lnSpc>
                <a:spcPct val="100000"/>
              </a:lnSpc>
              <a:spcBef>
                <a:spcPts val="0"/>
              </a:spcBef>
              <a:spcAft>
                <a:spcPts val="0"/>
              </a:spcAft>
              <a:buNone/>
              <a:defRPr sz="1800" b="0" i="0" u="none" strike="noStrike">
                <a:solidFill>
                  <a:srgbClr val="125284"/>
                </a:solidFill>
                <a:latin typeface="Poppins"/>
                <a:ea typeface="Poppins"/>
              </a:defRPr>
            </a:lvl4pPr>
            <a:lvl5pPr lvl="4" algn="l">
              <a:lnSpc>
                <a:spcPct val="100000"/>
              </a:lnSpc>
              <a:spcBef>
                <a:spcPts val="0"/>
              </a:spcBef>
              <a:spcAft>
                <a:spcPts val="0"/>
              </a:spcAft>
              <a:buNone/>
              <a:defRPr sz="1800" b="0" i="0" u="none" strike="noStrike">
                <a:solidFill>
                  <a:srgbClr val="125284"/>
                </a:solidFill>
                <a:latin typeface="Poppins"/>
                <a:ea typeface="Poppins"/>
              </a:defRPr>
            </a:lvl5pPr>
            <a:lvl6pPr lvl="5" algn="l">
              <a:lnSpc>
                <a:spcPct val="100000"/>
              </a:lnSpc>
              <a:spcBef>
                <a:spcPts val="0"/>
              </a:spcBef>
              <a:spcAft>
                <a:spcPts val="0"/>
              </a:spcAft>
              <a:buNone/>
              <a:defRPr sz="1800" b="0" i="0" u="none" strike="noStrike">
                <a:solidFill>
                  <a:srgbClr val="125284"/>
                </a:solidFill>
                <a:latin typeface="Poppins"/>
                <a:ea typeface="Poppins"/>
              </a:defRPr>
            </a:lvl6pPr>
            <a:lvl7pPr lvl="6" algn="l">
              <a:lnSpc>
                <a:spcPct val="100000"/>
              </a:lnSpc>
              <a:spcBef>
                <a:spcPts val="0"/>
              </a:spcBef>
              <a:spcAft>
                <a:spcPts val="0"/>
              </a:spcAft>
              <a:buNone/>
              <a:defRPr sz="1800" b="0" i="0" u="none" strike="noStrike">
                <a:solidFill>
                  <a:srgbClr val="125284"/>
                </a:solidFill>
                <a:latin typeface="Poppins"/>
                <a:ea typeface="Poppins"/>
              </a:defRPr>
            </a:lvl7pPr>
            <a:lvl8pPr lvl="7" algn="l">
              <a:lnSpc>
                <a:spcPct val="100000"/>
              </a:lnSpc>
              <a:spcBef>
                <a:spcPts val="0"/>
              </a:spcBef>
              <a:spcAft>
                <a:spcPts val="0"/>
              </a:spcAft>
              <a:buNone/>
              <a:defRPr sz="1800" b="0" i="0" u="none" strike="noStrike">
                <a:solidFill>
                  <a:srgbClr val="125284"/>
                </a:solidFill>
                <a:latin typeface="Poppins"/>
                <a:ea typeface="Poppins"/>
              </a:defRPr>
            </a:lvl8pPr>
            <a:lvl9pPr lvl="8" algn="l">
              <a:lnSpc>
                <a:spcPct val="100000"/>
              </a:lnSpc>
              <a:spcBef>
                <a:spcPts val="0"/>
              </a:spcBef>
              <a:spcAft>
                <a:spcPts val="0"/>
              </a:spcAft>
              <a:buNone/>
              <a:defRPr sz="1800" b="0" i="0" u="none" strike="noStrike">
                <a:solidFill>
                  <a:srgbClr val="125284"/>
                </a:solidFill>
                <a:latin typeface="Poppins"/>
                <a:ea typeface="Poppins"/>
              </a:defRPr>
            </a:lvl9pPr>
          </a:lstStyle>
          <a:p>
            <a:pPr marL="0" lvl="0" indent="0" algn="l">
              <a:spcBef>
                <a:spcPts val="0"/>
              </a:spcBef>
              <a:spcAft>
                <a:spcPts val="0"/>
              </a:spcAft>
              <a:buNone/>
            </a:pPr>
            <a:r>
              <a:rPr lang="zh-CN" altLang="zh-CN" b="1">
                <a:latin typeface="Microsoft YaHei"/>
                <a:ea typeface="Microsoft YaHei"/>
              </a:rPr>
              <a:t>我们对于乡村大学生职业认知研学营项目的理解</a:t>
            </a:r>
            <a:r>
              <a:rPr lang="en-US" altLang="en-US" b="1">
                <a:latin typeface="Microsoft YaHei"/>
                <a:ea typeface="Microsoft YaHei"/>
              </a:rPr>
              <a:t> </a:t>
            </a:r>
            <a:endParaRPr b="1">
              <a:latin typeface="Microsoft YaHei"/>
              <a:ea typeface="Microsoft YaHe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59"/>
        <p:cNvGrpSpPr/>
        <p:nvPr/>
      </p:nvGrpSpPr>
      <p:grpSpPr>
        <a:xfrm>
          <a:off x="0" y="0"/>
          <a:ext cx="0" cy="0"/>
          <a:chOff x="0" y="0"/>
          <a:chExt cx="0" cy="0"/>
        </a:xfrm>
      </p:grpSpPr>
      <p:sp>
        <p:nvSpPr>
          <p:cNvPr id="260" name="Google Shape;260;p39"/>
          <p:cNvSpPr txBox="1">
            <a:spLocks noGrp="1"/>
          </p:cNvSpPr>
          <p:nvPr>
            <p:ph type="title"/>
          </p:nvPr>
        </p:nvSpPr>
        <p:spPr>
          <a:xfrm>
            <a:off x="62550" y="225200"/>
            <a:ext cx="8386200" cy="920100"/>
          </a:xfrm>
          <a:prstGeom prst="rect">
            <a:avLst/>
          </a:prstGeom>
          <a:noFill/>
          <a:ln>
            <a:noFill/>
          </a:ln>
        </p:spPr>
        <p:txBody>
          <a:bodyPr wrap="square" lIns="91425" tIns="91425" rIns="91425" bIns="91425" anchor="b" anchorCtr="0"/>
          <a:lstStyle/>
          <a:p>
            <a:pPr marL="0" lvl="0" indent="0" algn="l">
              <a:lnSpc>
                <a:spcPct val="100000"/>
              </a:lnSpc>
              <a:spcBef>
                <a:spcPts val="0"/>
              </a:spcBef>
              <a:spcAft>
                <a:spcPts val="0"/>
              </a:spcAft>
              <a:buSzPts val="1800"/>
              <a:buNone/>
            </a:pPr>
            <a:r>
              <a:rPr lang="en" altLang="en" b="1">
                <a:latin typeface="Microsoft YaHei"/>
                <a:ea typeface="Microsoft YaHei"/>
              </a:rPr>
              <a:t>2) </a:t>
            </a:r>
            <a:r>
              <a:rPr lang="zh-CN" altLang="en-US" b="1">
                <a:latin typeface="Microsoft YaHei"/>
                <a:ea typeface="Microsoft YaHei"/>
              </a:rPr>
              <a:t>方案</a:t>
            </a:r>
            <a:endParaRPr b="1">
              <a:latin typeface="Microsoft YaHei"/>
              <a:ea typeface="Microsoft YaHe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0"/>
          <p:cNvSpPr txBox="1">
            <a:spLocks noGrp="1"/>
          </p:cNvSpPr>
          <p:nvPr>
            <p:ph type="title"/>
          </p:nvPr>
        </p:nvSpPr>
        <p:spPr>
          <a:xfrm>
            <a:off x="93825" y="154125"/>
            <a:ext cx="8633700" cy="309600"/>
          </a:xfrm>
          <a:prstGeom prst="rect">
            <a:avLst/>
          </a:prstGeom>
          <a:noFill/>
          <a:ln>
            <a:noFill/>
          </a:ln>
        </p:spPr>
        <p:txBody>
          <a:bodyPr wrap="square" lIns="91425" tIns="91425" rIns="91425" bIns="91425" anchor="t" anchorCtr="0"/>
          <a:lstStyle/>
          <a:p>
            <a:pPr marL="0" lvl="0" indent="0" algn="l">
              <a:spcBef>
                <a:spcPts val="0"/>
              </a:spcBef>
              <a:spcAft>
                <a:spcPts val="0"/>
              </a:spcAft>
              <a:buNone/>
            </a:pPr>
            <a:r>
              <a:rPr lang="zh-CN" altLang="zh-CN" b="1">
                <a:latin typeface="Microsoft YaHei"/>
                <a:ea typeface="Microsoft YaHei"/>
              </a:rPr>
              <a:t>我们对于乡村大学生职业认知研学营项目的方法论</a:t>
            </a:r>
            <a:r>
              <a:rPr lang="en-US" altLang="en-US" b="1">
                <a:latin typeface="Microsoft YaHei"/>
                <a:ea typeface="Microsoft YaHei"/>
              </a:rPr>
              <a:t> </a:t>
            </a:r>
            <a:endParaRPr b="1">
              <a:latin typeface="Microsoft YaHei"/>
              <a:ea typeface="Microsoft YaHei"/>
            </a:endParaRPr>
          </a:p>
        </p:txBody>
      </p:sp>
      <p:sp>
        <p:nvSpPr>
          <p:cNvPr id="266" name="Google Shape;266;p40"/>
          <p:cNvSpPr/>
          <p:nvPr/>
        </p:nvSpPr>
        <p:spPr>
          <a:xfrm>
            <a:off x="1013925" y="2698750"/>
            <a:ext cx="1532400" cy="1643100"/>
          </a:xfrm>
          <a:prstGeom prst="rect">
            <a:avLst/>
          </a:prstGeom>
          <a:noFill/>
          <a:ln>
            <a:noFill/>
          </a:ln>
        </p:spPr>
        <p:txBody>
          <a:bodyPr wrap="square" lIns="91425" tIns="45700" rIns="91425" bIns="45700" anchor="t" anchorCtr="0"/>
          <a:lstStyle/>
          <a:p>
            <a:pPr marL="0" lvl="0" indent="0" algn="ctr" defTabSz="914400">
              <a:lnSpc>
                <a:spcPct val="100000"/>
              </a:lnSpc>
              <a:spcBef>
                <a:spcPts val="0"/>
              </a:spcBef>
              <a:spcAft>
                <a:spcPts val="0"/>
              </a:spcAft>
              <a:buClr>
                <a:srgbClr val="000000"/>
              </a:buClr>
              <a:buSzTx/>
              <a:buFont typeface="Arial"/>
              <a:buNone/>
              <a:defRPr/>
            </a:pPr>
            <a:r>
              <a:rPr lang="zh-CN" altLang="zh-CN" sz="1200" b="0" i="0" strike="noStrike" spc="0" baseline="0">
                <a:ln>
                  <a:noFill/>
                </a:ln>
                <a:solidFill>
                  <a:srgbClr val="125284"/>
                </a:solidFill>
                <a:effectLst/>
                <a:latin typeface="Microsoft YaHei"/>
                <a:ea typeface="Microsoft YaHei"/>
              </a:rPr>
              <a:t>我们相信参与者能够</a:t>
            </a:r>
            <a:r>
              <a:rPr lang="zh-CN" altLang="zh-CN" sz="1200" b="1" i="0" strike="noStrike" spc="0" baseline="0">
                <a:ln>
                  <a:noFill/>
                </a:ln>
                <a:solidFill>
                  <a:srgbClr val="125284"/>
                </a:solidFill>
                <a:effectLst/>
                <a:latin typeface="Microsoft YaHei"/>
                <a:ea typeface="Microsoft YaHei"/>
              </a:rPr>
              <a:t>发现他的职业目标</a:t>
            </a:r>
            <a:r>
              <a:rPr lang="zh-CN" altLang="zh-CN" sz="1200" b="0" i="0" strike="noStrike" spc="0" baseline="0">
                <a:ln>
                  <a:noFill/>
                </a:ln>
                <a:solidFill>
                  <a:srgbClr val="125284"/>
                </a:solidFill>
                <a:effectLst/>
                <a:latin typeface="Microsoft YaHei"/>
                <a:ea typeface="Microsoft YaHei"/>
              </a:rPr>
              <a:t>，因此项目应支持参与者设计他们的职业规划。</a:t>
            </a:r>
          </a:p>
        </p:txBody>
      </p:sp>
      <p:sp>
        <p:nvSpPr>
          <p:cNvPr id="267" name="Google Shape;267;p40"/>
          <p:cNvSpPr/>
          <p:nvPr/>
        </p:nvSpPr>
        <p:spPr>
          <a:xfrm>
            <a:off x="2788975" y="2698750"/>
            <a:ext cx="1457100" cy="1643100"/>
          </a:xfrm>
          <a:prstGeom prst="rect">
            <a:avLst/>
          </a:prstGeom>
          <a:noFill/>
          <a:ln>
            <a:noFill/>
          </a:ln>
        </p:spPr>
        <p:txBody>
          <a:bodyPr wrap="square" lIns="91425" tIns="45700" rIns="91425" bIns="45700" anchor="t" anchorCtr="0"/>
          <a:lstStyle/>
          <a:p>
            <a:pPr marL="0" lvl="0" indent="0" algn="ctr" defTabSz="914400">
              <a:lnSpc>
                <a:spcPct val="100000"/>
              </a:lnSpc>
              <a:spcBef>
                <a:spcPts val="0"/>
              </a:spcBef>
              <a:spcAft>
                <a:spcPts val="0"/>
              </a:spcAft>
              <a:buClr>
                <a:srgbClr val="000000"/>
              </a:buClr>
              <a:buSzTx/>
              <a:buFont typeface="Arial"/>
              <a:buNone/>
              <a:defRPr/>
            </a:pPr>
            <a:r>
              <a:rPr lang="zh-CN" altLang="en-US" sz="1200" b="0" i="0" u="none" strike="noStrike" kern="0" spc="0" baseline="0">
                <a:ln>
                  <a:noFill/>
                </a:ln>
                <a:solidFill>
                  <a:srgbClr val="125284"/>
                </a:solidFill>
                <a:effectLst/>
                <a:latin typeface="Microsoft YaHei"/>
                <a:ea typeface="Microsoft YaHei"/>
              </a:rPr>
              <a:t>我们相信赋予参与者</a:t>
            </a:r>
            <a:r>
              <a:rPr lang="zh-CN" altLang="en-US" sz="1200" b="1" i="0" u="none" strike="noStrike" kern="0" spc="0" baseline="0">
                <a:ln>
                  <a:noFill/>
                </a:ln>
                <a:solidFill>
                  <a:srgbClr val="125284"/>
                </a:solidFill>
                <a:effectLst/>
                <a:latin typeface="Microsoft YaHei"/>
                <a:ea typeface="Microsoft YaHei"/>
              </a:rPr>
              <a:t>思考、反思、实践和应用知识的能力，能够实现有效学习</a:t>
            </a:r>
            <a:r>
              <a:rPr lang="zh-CN" altLang="en-US" sz="1200" b="0" i="0" u="none" strike="noStrike" kern="0" spc="0" baseline="0">
                <a:ln>
                  <a:noFill/>
                </a:ln>
                <a:solidFill>
                  <a:srgbClr val="125284"/>
                </a:solidFill>
                <a:effectLst/>
                <a:latin typeface="Microsoft YaHei"/>
                <a:ea typeface="Microsoft YaHei"/>
              </a:rPr>
              <a:t>。</a:t>
            </a:r>
            <a:endParaRPr sz="1200" b="0" i="0" u="none" strike="noStrike" kern="0" spc="0" baseline="0">
              <a:ln>
                <a:noFill/>
              </a:ln>
              <a:solidFill>
                <a:srgbClr val="125284"/>
              </a:solidFill>
              <a:effectLst/>
              <a:latin typeface="Microsoft YaHei"/>
              <a:ea typeface="Microsoft YaHei"/>
            </a:endParaRPr>
          </a:p>
        </p:txBody>
      </p:sp>
      <p:sp>
        <p:nvSpPr>
          <p:cNvPr id="268" name="Google Shape;268;p40"/>
          <p:cNvSpPr/>
          <p:nvPr/>
        </p:nvSpPr>
        <p:spPr>
          <a:xfrm>
            <a:off x="4531400" y="2698750"/>
            <a:ext cx="1532400" cy="1643100"/>
          </a:xfrm>
          <a:prstGeom prst="rect">
            <a:avLst/>
          </a:prstGeom>
          <a:noFill/>
          <a:ln>
            <a:noFill/>
          </a:ln>
        </p:spPr>
        <p:txBody>
          <a:bodyPr wrap="square" lIns="91425" tIns="45700" rIns="91425" bIns="45700" anchor="t" anchorCtr="0"/>
          <a:lstStyle/>
          <a:p>
            <a:pPr marL="0" lvl="0" indent="0" algn="ctr" defTabSz="914400">
              <a:lnSpc>
                <a:spcPct val="100000"/>
              </a:lnSpc>
              <a:spcBef>
                <a:spcPts val="0"/>
              </a:spcBef>
              <a:spcAft>
                <a:spcPts val="0"/>
              </a:spcAft>
              <a:buClr>
                <a:srgbClr val="000000"/>
              </a:buClr>
              <a:buSzTx/>
              <a:buFont typeface="Arial"/>
              <a:buNone/>
              <a:defRPr/>
            </a:pPr>
            <a:r>
              <a:rPr lang="zh-CN" altLang="en-US" sz="1200" b="0" i="0" u="none" strike="noStrike" kern="0" spc="0" baseline="0">
                <a:ln>
                  <a:noFill/>
                </a:ln>
                <a:solidFill>
                  <a:srgbClr val="125284"/>
                </a:solidFill>
                <a:effectLst/>
                <a:latin typeface="Microsoft YaHei"/>
                <a:ea typeface="Microsoft YaHei"/>
              </a:rPr>
              <a:t>我们相信在设计和实施项目时，</a:t>
            </a:r>
            <a:r>
              <a:rPr lang="zh-CN" altLang="en-US" sz="1200" b="1" i="0" u="none" strike="noStrike" kern="0" spc="0" baseline="0">
                <a:ln>
                  <a:noFill/>
                </a:ln>
                <a:solidFill>
                  <a:srgbClr val="125284"/>
                </a:solidFill>
                <a:effectLst/>
                <a:latin typeface="Microsoft YaHei"/>
                <a:ea typeface="Microsoft YaHei"/>
              </a:rPr>
              <a:t>了解参与者的需求</a:t>
            </a:r>
            <a:r>
              <a:rPr lang="zh-CN" altLang="en-US" sz="1200" b="0" i="0" u="none" strike="noStrike" kern="0" spc="0" baseline="0">
                <a:ln>
                  <a:noFill/>
                </a:ln>
                <a:solidFill>
                  <a:srgbClr val="125284"/>
                </a:solidFill>
                <a:effectLst/>
                <a:latin typeface="Microsoft YaHei"/>
                <a:ea typeface="Microsoft YaHei"/>
              </a:rPr>
              <a:t>是至关重要的。</a:t>
            </a:r>
            <a:endParaRPr sz="1200" b="1" i="0" u="none" strike="noStrike" kern="0" spc="0" baseline="0">
              <a:ln>
                <a:noFill/>
              </a:ln>
              <a:solidFill>
                <a:srgbClr val="125284"/>
              </a:solidFill>
              <a:effectLst/>
              <a:latin typeface="Microsoft YaHei"/>
              <a:ea typeface="Microsoft YaHei"/>
            </a:endParaRPr>
          </a:p>
        </p:txBody>
      </p:sp>
      <p:sp>
        <p:nvSpPr>
          <p:cNvPr id="269" name="Google Shape;269;p40"/>
          <p:cNvSpPr/>
          <p:nvPr/>
        </p:nvSpPr>
        <p:spPr>
          <a:xfrm rot="5400000">
            <a:off x="1075055" y="1456450"/>
            <a:ext cx="1254600" cy="1104900"/>
          </a:xfrm>
          <a:prstGeom prst="hexagon">
            <a:avLst>
              <a:gd name="adj" fmla="val 25000"/>
              <a:gd name="vf" fmla="val 115470"/>
            </a:avLst>
          </a:prstGeom>
          <a:solidFill>
            <a:schemeClr val="accent4"/>
          </a:solidFill>
          <a:ln>
            <a:noFill/>
          </a:ln>
          <a:effectLst>
            <a:outerShdw blurRad="57150" dist="19050" dir="5400000" algn="bl" rotWithShape="0">
              <a:srgbClr val="000000">
                <a:alpha val="50000"/>
              </a:srgbClr>
            </a:outerShdw>
          </a:effectLst>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000" b="0" i="0" u="none" strike="noStrike" kern="0" spc="0" baseline="0">
              <a:ln>
                <a:noFill/>
              </a:ln>
              <a:solidFill>
                <a:srgbClr val="000000"/>
              </a:solidFill>
              <a:effectLst/>
              <a:latin typeface="Microsoft YaHei"/>
              <a:ea typeface="Microsoft YaHei"/>
            </a:endParaRPr>
          </a:p>
        </p:txBody>
      </p:sp>
      <p:sp>
        <p:nvSpPr>
          <p:cNvPr id="270" name="Google Shape;270;p40"/>
          <p:cNvSpPr txBox="1"/>
          <p:nvPr/>
        </p:nvSpPr>
        <p:spPr>
          <a:xfrm>
            <a:off x="1191325" y="1638650"/>
            <a:ext cx="1014600" cy="863700"/>
          </a:xfrm>
          <a:prstGeom prst="rect">
            <a:avLst/>
          </a:prstGeom>
          <a:noFill/>
          <a:ln>
            <a:noFill/>
          </a:ln>
        </p:spPr>
        <p:txBody>
          <a:bodyPr wrap="square" lIns="38100" tIns="38100" rIns="38100" bIns="38100" anchor="ctr" anchorCtr="0"/>
          <a:lstStyle/>
          <a:p>
            <a:pPr marL="0" lvl="0" indent="0" algn="ctr" defTabSz="914400">
              <a:lnSpc>
                <a:spcPct val="90000"/>
              </a:lnSpc>
              <a:spcBef>
                <a:spcPts val="0"/>
              </a:spcBef>
              <a:spcAft>
                <a:spcPts val="0"/>
              </a:spcAft>
              <a:buClr>
                <a:srgbClr val="000000"/>
              </a:buClr>
              <a:buSzPts val="1100"/>
              <a:buFont typeface="Arial"/>
              <a:buNone/>
              <a:defRPr/>
            </a:pPr>
            <a:r>
              <a:rPr lang="zh-CN" altLang="zh-CN" sz="1200" b="1" i="0" strike="noStrike" spc="0" baseline="0">
                <a:ln>
                  <a:noFill/>
                </a:ln>
                <a:solidFill>
                  <a:srgbClr val="FAFAFA"/>
                </a:solidFill>
                <a:effectLst/>
                <a:latin typeface="Microsoft YaHei"/>
                <a:ea typeface="Microsoft YaHei"/>
              </a:rPr>
              <a:t>参与者是目标加入城市职场的乡村大学生</a:t>
            </a:r>
          </a:p>
        </p:txBody>
      </p:sp>
      <p:sp>
        <p:nvSpPr>
          <p:cNvPr id="271" name="Google Shape;271;p40"/>
          <p:cNvSpPr txBox="1"/>
          <p:nvPr/>
        </p:nvSpPr>
        <p:spPr>
          <a:xfrm>
            <a:off x="1429092" y="1528376"/>
            <a:ext cx="546600" cy="358200"/>
          </a:xfrm>
          <a:prstGeom prst="rect">
            <a:avLst/>
          </a:prstGeom>
          <a:noFill/>
          <a:ln>
            <a:noFill/>
          </a:ln>
        </p:spPr>
        <p:txBody>
          <a:bodyPr wrap="square" lIns="91425" tIns="91425" rIns="91425" bIns="91425" anchor="t" anchorCtr="0"/>
          <a:lstStyle/>
          <a:p>
            <a:pPr marL="0" lvl="0" indent="0" algn="ctr" defTabSz="914400">
              <a:lnSpc>
                <a:spcPct val="90000"/>
              </a:lnSpc>
              <a:spcBef>
                <a:spcPts val="0"/>
              </a:spcBef>
              <a:spcAft>
                <a:spcPts val="0"/>
              </a:spcAft>
              <a:buClr>
                <a:srgbClr val="000000"/>
              </a:buClr>
              <a:buSzTx/>
              <a:buFont typeface="Arial"/>
              <a:buNone/>
              <a:defRPr/>
            </a:pPr>
            <a:r>
              <a:rPr lang="en" altLang="en" sz="1000" b="1" i="0" u="none" strike="noStrike" kern="0" spc="0" baseline="0">
                <a:ln>
                  <a:noFill/>
                </a:ln>
                <a:solidFill>
                  <a:srgbClr val="FAFAFA"/>
                </a:solidFill>
                <a:effectLst/>
                <a:latin typeface="Microsoft YaHei"/>
                <a:ea typeface="Microsoft YaHei"/>
              </a:rPr>
              <a:t>1</a:t>
            </a:r>
            <a:endParaRPr sz="1000" b="0" i="0" u="none" strike="noStrike" kern="0" spc="0" baseline="0">
              <a:ln>
                <a:noFill/>
              </a:ln>
              <a:solidFill>
                <a:srgbClr val="000000"/>
              </a:solidFill>
              <a:effectLst/>
              <a:latin typeface="Microsoft YaHei"/>
              <a:ea typeface="Microsoft YaHei"/>
            </a:endParaRPr>
          </a:p>
        </p:txBody>
      </p:sp>
      <p:sp>
        <p:nvSpPr>
          <p:cNvPr id="272" name="Google Shape;272;p40"/>
          <p:cNvSpPr/>
          <p:nvPr/>
        </p:nvSpPr>
        <p:spPr>
          <a:xfrm rot="5400000">
            <a:off x="2902541" y="1456450"/>
            <a:ext cx="1254600" cy="1104900"/>
          </a:xfrm>
          <a:prstGeom prst="hexagon">
            <a:avLst>
              <a:gd name="adj" fmla="val 25000"/>
              <a:gd name="vf" fmla="val 115470"/>
            </a:avLst>
          </a:prstGeom>
          <a:solidFill>
            <a:schemeClr val="accent3"/>
          </a:solidFill>
          <a:ln>
            <a:noFill/>
          </a:ln>
          <a:effectLst>
            <a:outerShdw blurRad="57150" dist="19050" dir="5400000" algn="bl" rotWithShape="0">
              <a:srgbClr val="000000">
                <a:alpha val="50000"/>
              </a:srgbClr>
            </a:outerShdw>
          </a:effectLst>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000" b="0" i="0" u="none" strike="noStrike" kern="0" spc="0" baseline="0">
              <a:ln>
                <a:noFill/>
              </a:ln>
              <a:solidFill>
                <a:srgbClr val="000000"/>
              </a:solidFill>
              <a:effectLst/>
              <a:latin typeface="Microsoft YaHei"/>
              <a:ea typeface="Microsoft YaHei"/>
            </a:endParaRPr>
          </a:p>
        </p:txBody>
      </p:sp>
      <p:sp>
        <p:nvSpPr>
          <p:cNvPr id="273" name="Google Shape;273;p40"/>
          <p:cNvSpPr txBox="1"/>
          <p:nvPr/>
        </p:nvSpPr>
        <p:spPr>
          <a:xfrm>
            <a:off x="3053862" y="1703775"/>
            <a:ext cx="971388" cy="650001"/>
          </a:xfrm>
          <a:prstGeom prst="rect">
            <a:avLst/>
          </a:prstGeom>
          <a:noFill/>
          <a:ln>
            <a:noFill/>
          </a:ln>
        </p:spPr>
        <p:txBody>
          <a:bodyPr wrap="square" lIns="38100" tIns="38100" rIns="38100" bIns="38100" anchor="ctr" anchorCtr="0"/>
          <a:lstStyle/>
          <a:p>
            <a:pPr marL="0" lvl="0" indent="0" algn="ctr" defTabSz="914400">
              <a:lnSpc>
                <a:spcPct val="90000"/>
              </a:lnSpc>
              <a:spcBef>
                <a:spcPts val="0"/>
              </a:spcBef>
              <a:spcAft>
                <a:spcPts val="0"/>
              </a:spcAft>
              <a:buClr>
                <a:srgbClr val="000000"/>
              </a:buClr>
              <a:buSzPts val="1100"/>
              <a:buFont typeface="Arial"/>
              <a:buNone/>
              <a:defRPr/>
            </a:pPr>
            <a:r>
              <a:rPr lang="zh-CN" altLang="en-US" sz="1200" b="1" i="0" u="none" strike="noStrike" kern="0" spc="0" baseline="0">
                <a:ln>
                  <a:noFill/>
                </a:ln>
                <a:solidFill>
                  <a:srgbClr val="FAFAFA"/>
                </a:solidFill>
                <a:effectLst/>
                <a:latin typeface="Microsoft YaHei"/>
                <a:ea typeface="Microsoft YaHei"/>
              </a:rPr>
              <a:t>通过体验式学习实现有效学习</a:t>
            </a:r>
            <a:endParaRPr sz="1200" b="1" i="0" u="none" strike="noStrike" kern="0" spc="0" baseline="0">
              <a:ln>
                <a:noFill/>
              </a:ln>
              <a:solidFill>
                <a:srgbClr val="FAFAFA"/>
              </a:solidFill>
              <a:effectLst/>
              <a:latin typeface="Microsoft YaHei"/>
              <a:ea typeface="Microsoft YaHei"/>
            </a:endParaRPr>
          </a:p>
        </p:txBody>
      </p:sp>
      <p:sp>
        <p:nvSpPr>
          <p:cNvPr id="274" name="Google Shape;274;p40"/>
          <p:cNvSpPr txBox="1"/>
          <p:nvPr/>
        </p:nvSpPr>
        <p:spPr>
          <a:xfrm>
            <a:off x="3256578" y="1528376"/>
            <a:ext cx="546600" cy="358200"/>
          </a:xfrm>
          <a:prstGeom prst="rect">
            <a:avLst/>
          </a:prstGeom>
          <a:noFill/>
          <a:ln>
            <a:noFill/>
          </a:ln>
        </p:spPr>
        <p:txBody>
          <a:bodyPr wrap="square" lIns="91425" tIns="91425" rIns="91425" bIns="91425" anchor="t" anchorCtr="0"/>
          <a:lstStyle/>
          <a:p>
            <a:pPr marL="0" lvl="0" indent="0" algn="ctr" defTabSz="914400">
              <a:lnSpc>
                <a:spcPct val="90000"/>
              </a:lnSpc>
              <a:spcBef>
                <a:spcPts val="0"/>
              </a:spcBef>
              <a:spcAft>
                <a:spcPts val="0"/>
              </a:spcAft>
              <a:buClr>
                <a:srgbClr val="000000"/>
              </a:buClr>
              <a:buSzTx/>
              <a:buFont typeface="Arial"/>
              <a:buNone/>
              <a:defRPr/>
            </a:pPr>
            <a:r>
              <a:rPr lang="en" altLang="en" sz="1000" b="1" i="0" u="none" strike="noStrike" kern="0" spc="0" baseline="0">
                <a:ln>
                  <a:noFill/>
                </a:ln>
                <a:solidFill>
                  <a:srgbClr val="FAFAFA"/>
                </a:solidFill>
                <a:effectLst/>
                <a:latin typeface="Microsoft YaHei"/>
                <a:ea typeface="Microsoft YaHei"/>
              </a:rPr>
              <a:t>2</a:t>
            </a:r>
            <a:endParaRPr sz="1000" b="0" i="0" u="none" strike="noStrike" kern="0" spc="0" baseline="0">
              <a:ln>
                <a:noFill/>
              </a:ln>
              <a:solidFill>
                <a:srgbClr val="000000"/>
              </a:solidFill>
              <a:effectLst/>
              <a:latin typeface="Microsoft YaHei"/>
              <a:ea typeface="Microsoft YaHei"/>
            </a:endParaRPr>
          </a:p>
        </p:txBody>
      </p:sp>
      <p:sp>
        <p:nvSpPr>
          <p:cNvPr id="275" name="Google Shape;275;p40"/>
          <p:cNvSpPr/>
          <p:nvPr/>
        </p:nvSpPr>
        <p:spPr>
          <a:xfrm rot="5400000">
            <a:off x="4647942" y="1456451"/>
            <a:ext cx="1254600" cy="1104900"/>
          </a:xfrm>
          <a:prstGeom prst="hexagon">
            <a:avLst>
              <a:gd name="adj" fmla="val 25000"/>
              <a:gd name="vf" fmla="val 115470"/>
            </a:avLst>
          </a:prstGeom>
          <a:solidFill>
            <a:schemeClr val="accent2"/>
          </a:solidFill>
          <a:ln>
            <a:noFill/>
          </a:ln>
          <a:effectLst>
            <a:outerShdw blurRad="57150" dist="19050" dir="5400000" algn="bl" rotWithShape="0">
              <a:srgbClr val="000000">
                <a:alpha val="50000"/>
              </a:srgbClr>
            </a:outerShdw>
          </a:effectLst>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000" b="0" i="0" u="none" strike="noStrike" kern="0" spc="0" baseline="0">
              <a:ln>
                <a:noFill/>
              </a:ln>
              <a:solidFill>
                <a:srgbClr val="000000"/>
              </a:solidFill>
              <a:effectLst/>
              <a:latin typeface="Microsoft YaHei"/>
              <a:ea typeface="Microsoft YaHei"/>
            </a:endParaRPr>
          </a:p>
        </p:txBody>
      </p:sp>
      <p:sp>
        <p:nvSpPr>
          <p:cNvPr id="276" name="Google Shape;276;p40"/>
          <p:cNvSpPr txBox="1"/>
          <p:nvPr/>
        </p:nvSpPr>
        <p:spPr>
          <a:xfrm>
            <a:off x="4804900" y="1638650"/>
            <a:ext cx="952500" cy="863700"/>
          </a:xfrm>
          <a:prstGeom prst="rect">
            <a:avLst/>
          </a:prstGeom>
          <a:noFill/>
          <a:ln>
            <a:noFill/>
          </a:ln>
        </p:spPr>
        <p:txBody>
          <a:bodyPr wrap="square" lIns="38100" tIns="38100" rIns="38100" bIns="38100" anchor="ctr" anchorCtr="0"/>
          <a:lstStyle/>
          <a:p>
            <a:pPr marL="0" lvl="0" indent="0" algn="ctr" defTabSz="914400">
              <a:lnSpc>
                <a:spcPct val="90000"/>
              </a:lnSpc>
              <a:spcBef>
                <a:spcPts val="0"/>
              </a:spcBef>
              <a:spcAft>
                <a:spcPts val="0"/>
              </a:spcAft>
              <a:buClr>
                <a:srgbClr val="000000"/>
              </a:buClr>
              <a:buSzPts val="1100"/>
              <a:buFont typeface="Arial"/>
              <a:buNone/>
              <a:defRPr/>
            </a:pPr>
            <a:r>
              <a:rPr lang="zh-CN" altLang="en-US" sz="1200" b="1" i="0" u="none" strike="noStrike" kern="0" spc="0" baseline="0">
                <a:ln>
                  <a:noFill/>
                </a:ln>
                <a:solidFill>
                  <a:srgbClr val="FAFAFA"/>
                </a:solidFill>
                <a:effectLst/>
                <a:latin typeface="Microsoft YaHei"/>
                <a:ea typeface="Microsoft YaHei"/>
              </a:rPr>
              <a:t>基于需求的学习体验</a:t>
            </a:r>
            <a:endParaRPr sz="1200" b="1" i="0" u="none" strike="noStrike" kern="0" spc="0" baseline="0">
              <a:ln>
                <a:noFill/>
              </a:ln>
              <a:solidFill>
                <a:srgbClr val="FAFAFA"/>
              </a:solidFill>
              <a:effectLst/>
              <a:latin typeface="Microsoft YaHei"/>
              <a:ea typeface="Microsoft YaHei"/>
            </a:endParaRPr>
          </a:p>
        </p:txBody>
      </p:sp>
      <p:sp>
        <p:nvSpPr>
          <p:cNvPr id="277" name="Google Shape;277;p40"/>
          <p:cNvSpPr txBox="1"/>
          <p:nvPr/>
        </p:nvSpPr>
        <p:spPr>
          <a:xfrm>
            <a:off x="5001979" y="1528376"/>
            <a:ext cx="546600" cy="358200"/>
          </a:xfrm>
          <a:prstGeom prst="rect">
            <a:avLst/>
          </a:prstGeom>
          <a:noFill/>
          <a:ln>
            <a:noFill/>
          </a:ln>
        </p:spPr>
        <p:txBody>
          <a:bodyPr wrap="square" lIns="91425" tIns="91425" rIns="91425" bIns="91425" anchor="t" anchorCtr="0"/>
          <a:lstStyle/>
          <a:p>
            <a:pPr marL="0" lvl="0" indent="0" algn="ctr" defTabSz="914400">
              <a:lnSpc>
                <a:spcPct val="90000"/>
              </a:lnSpc>
              <a:spcBef>
                <a:spcPts val="0"/>
              </a:spcBef>
              <a:spcAft>
                <a:spcPts val="0"/>
              </a:spcAft>
              <a:buClr>
                <a:srgbClr val="000000"/>
              </a:buClr>
              <a:buSzTx/>
              <a:buFont typeface="Arial"/>
              <a:buNone/>
              <a:defRPr/>
            </a:pPr>
            <a:r>
              <a:rPr lang="en" altLang="en" sz="1000" b="1" i="0" u="none" strike="noStrike" kern="0" spc="0" baseline="0">
                <a:ln>
                  <a:noFill/>
                </a:ln>
                <a:solidFill>
                  <a:srgbClr val="FAFAFA"/>
                </a:solidFill>
                <a:effectLst/>
                <a:latin typeface="Microsoft YaHei"/>
                <a:ea typeface="Microsoft YaHei"/>
              </a:rPr>
              <a:t>3</a:t>
            </a:r>
            <a:endParaRPr sz="1000" b="0" i="0" u="none" strike="noStrike" kern="0" spc="0" baseline="0">
              <a:ln>
                <a:noFill/>
              </a:ln>
              <a:solidFill>
                <a:srgbClr val="000000"/>
              </a:solidFill>
              <a:effectLst/>
              <a:latin typeface="Microsoft YaHei"/>
              <a:ea typeface="Microsoft YaHei"/>
            </a:endParaRPr>
          </a:p>
        </p:txBody>
      </p:sp>
      <p:sp>
        <p:nvSpPr>
          <p:cNvPr id="278" name="Google Shape;278;p40"/>
          <p:cNvSpPr/>
          <p:nvPr/>
        </p:nvSpPr>
        <p:spPr>
          <a:xfrm>
            <a:off x="6271375" y="2698750"/>
            <a:ext cx="1640400" cy="1643100"/>
          </a:xfrm>
          <a:prstGeom prst="rect">
            <a:avLst/>
          </a:prstGeom>
          <a:noFill/>
          <a:ln>
            <a:noFill/>
          </a:ln>
        </p:spPr>
        <p:txBody>
          <a:bodyPr wrap="square" lIns="91425" tIns="45700" rIns="91425" bIns="45700" anchor="t" anchorCtr="0"/>
          <a:lstStyle/>
          <a:p>
            <a:pPr marL="0" lvl="0" indent="0" algn="ctr" defTabSz="914400">
              <a:lnSpc>
                <a:spcPct val="100000"/>
              </a:lnSpc>
              <a:spcBef>
                <a:spcPts val="0"/>
              </a:spcBef>
              <a:spcAft>
                <a:spcPts val="0"/>
              </a:spcAft>
              <a:buClr>
                <a:srgbClr val="000000"/>
              </a:buClr>
              <a:buSzTx/>
              <a:buFont typeface="Arial"/>
              <a:buNone/>
              <a:defRPr/>
            </a:pPr>
            <a:r>
              <a:rPr lang="zh-CN" altLang="en-US" sz="1200" b="0" i="0" u="none" strike="noStrike" kern="0" spc="0" baseline="0">
                <a:ln>
                  <a:noFill/>
                </a:ln>
                <a:solidFill>
                  <a:srgbClr val="125284"/>
                </a:solidFill>
                <a:effectLst/>
                <a:latin typeface="Microsoft YaHei"/>
                <a:ea typeface="Microsoft YaHei"/>
              </a:rPr>
              <a:t>我们相信</a:t>
            </a:r>
            <a:r>
              <a:rPr lang="zh-CN" altLang="en-US" sz="1200" b="1" i="0" u="none" strike="noStrike" kern="0" spc="0" baseline="0">
                <a:ln>
                  <a:noFill/>
                </a:ln>
                <a:solidFill>
                  <a:srgbClr val="125284"/>
                </a:solidFill>
                <a:effectLst/>
                <a:latin typeface="Microsoft YaHei"/>
                <a:ea typeface="Microsoft YaHei"/>
              </a:rPr>
              <a:t>有效的监测流程能够确保向资助企业传递参与者的真实感受，从而支持积极反馈</a:t>
            </a:r>
            <a:r>
              <a:rPr lang="zh-CN" altLang="en-US" sz="1200" b="0" i="0" u="none" strike="noStrike" kern="0" spc="0" baseline="0">
                <a:ln>
                  <a:noFill/>
                </a:ln>
                <a:solidFill>
                  <a:srgbClr val="125284"/>
                </a:solidFill>
                <a:effectLst/>
                <a:latin typeface="Microsoft YaHei"/>
                <a:ea typeface="Microsoft YaHei"/>
              </a:rPr>
              <a:t>，进一步落实资助企业对参与者的帮助。</a:t>
            </a:r>
            <a:endParaRPr sz="1200" b="1" i="0" u="none" strike="noStrike" kern="0" spc="0" baseline="0">
              <a:ln>
                <a:noFill/>
              </a:ln>
              <a:solidFill>
                <a:srgbClr val="125284"/>
              </a:solidFill>
              <a:effectLst/>
              <a:latin typeface="Microsoft YaHei"/>
              <a:ea typeface="Microsoft YaHei"/>
            </a:endParaRPr>
          </a:p>
        </p:txBody>
      </p:sp>
      <p:sp>
        <p:nvSpPr>
          <p:cNvPr id="279" name="Google Shape;279;p40"/>
          <p:cNvSpPr/>
          <p:nvPr/>
        </p:nvSpPr>
        <p:spPr>
          <a:xfrm rot="5400000">
            <a:off x="6410075" y="1456451"/>
            <a:ext cx="1254600" cy="1104900"/>
          </a:xfrm>
          <a:prstGeom prst="hexagon">
            <a:avLst>
              <a:gd name="adj" fmla="val 25000"/>
              <a:gd name="vf" fmla="val 115470"/>
            </a:avLst>
          </a:prstGeom>
          <a:solidFill>
            <a:schemeClr val="dk1"/>
          </a:solidFill>
          <a:ln>
            <a:noFill/>
          </a:ln>
          <a:effectLst>
            <a:outerShdw blurRad="57150" dist="19050" dir="5400000" algn="bl" rotWithShape="0">
              <a:srgbClr val="000000">
                <a:alpha val="50000"/>
              </a:srgbClr>
            </a:outerShdw>
          </a:effectLst>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000" b="0" i="0" u="none" strike="noStrike" kern="0" spc="0" baseline="0">
              <a:ln>
                <a:noFill/>
              </a:ln>
              <a:solidFill>
                <a:srgbClr val="000000"/>
              </a:solidFill>
              <a:effectLst/>
              <a:latin typeface="Microsoft YaHei"/>
              <a:ea typeface="Microsoft YaHei"/>
            </a:endParaRPr>
          </a:p>
        </p:txBody>
      </p:sp>
      <p:sp>
        <p:nvSpPr>
          <p:cNvPr id="280" name="Google Shape;280;p40"/>
          <p:cNvSpPr txBox="1"/>
          <p:nvPr/>
        </p:nvSpPr>
        <p:spPr>
          <a:xfrm>
            <a:off x="6567075" y="1638650"/>
            <a:ext cx="952500" cy="863700"/>
          </a:xfrm>
          <a:prstGeom prst="rect">
            <a:avLst/>
          </a:prstGeom>
          <a:noFill/>
          <a:ln>
            <a:noFill/>
          </a:ln>
        </p:spPr>
        <p:txBody>
          <a:bodyPr wrap="square" lIns="38100" tIns="38100" rIns="38100" bIns="38100" anchor="ctr" anchorCtr="0"/>
          <a:lstStyle/>
          <a:p>
            <a:pPr marL="0" lvl="0" indent="0" algn="ctr" defTabSz="914400">
              <a:lnSpc>
                <a:spcPct val="90000"/>
              </a:lnSpc>
              <a:spcBef>
                <a:spcPts val="0"/>
              </a:spcBef>
              <a:spcAft>
                <a:spcPts val="0"/>
              </a:spcAft>
              <a:buClr>
                <a:srgbClr val="000000"/>
              </a:buClr>
              <a:buSzPts val="1100"/>
              <a:buFont typeface="Arial"/>
              <a:buNone/>
              <a:defRPr/>
            </a:pPr>
            <a:r>
              <a:rPr lang="zh-CN" altLang="en-US" sz="1200" b="1" i="0" u="none" strike="noStrike" kern="0" spc="0" baseline="0">
                <a:ln>
                  <a:noFill/>
                </a:ln>
                <a:solidFill>
                  <a:srgbClr val="FAFAFA"/>
                </a:solidFill>
                <a:effectLst/>
                <a:latin typeface="Microsoft YaHei"/>
                <a:ea typeface="Microsoft YaHei"/>
              </a:rPr>
              <a:t>有效的监测以确保成功</a:t>
            </a:r>
            <a:endParaRPr sz="1200" b="1" i="0" u="none" strike="noStrike" kern="0" spc="0" baseline="0">
              <a:ln>
                <a:noFill/>
              </a:ln>
              <a:solidFill>
                <a:srgbClr val="FAFAFA"/>
              </a:solidFill>
              <a:effectLst/>
              <a:latin typeface="Microsoft YaHei"/>
              <a:ea typeface="Microsoft YaHei"/>
            </a:endParaRPr>
          </a:p>
        </p:txBody>
      </p:sp>
      <p:sp>
        <p:nvSpPr>
          <p:cNvPr id="281" name="Google Shape;281;p40"/>
          <p:cNvSpPr txBox="1"/>
          <p:nvPr/>
        </p:nvSpPr>
        <p:spPr>
          <a:xfrm>
            <a:off x="6764112" y="1528376"/>
            <a:ext cx="546600" cy="358200"/>
          </a:xfrm>
          <a:prstGeom prst="rect">
            <a:avLst/>
          </a:prstGeom>
          <a:noFill/>
          <a:ln>
            <a:noFill/>
          </a:ln>
        </p:spPr>
        <p:txBody>
          <a:bodyPr wrap="square" lIns="91425" tIns="91425" rIns="91425" bIns="91425" anchor="t" anchorCtr="0"/>
          <a:lstStyle/>
          <a:p>
            <a:pPr marL="0" lvl="0" indent="0" algn="ctr" defTabSz="914400">
              <a:lnSpc>
                <a:spcPct val="90000"/>
              </a:lnSpc>
              <a:spcBef>
                <a:spcPts val="0"/>
              </a:spcBef>
              <a:spcAft>
                <a:spcPts val="0"/>
              </a:spcAft>
              <a:buClr>
                <a:srgbClr val="000000"/>
              </a:buClr>
              <a:buSzTx/>
              <a:buFont typeface="Arial"/>
              <a:buNone/>
              <a:defRPr/>
            </a:pPr>
            <a:r>
              <a:rPr lang="en" altLang="en" sz="1000" b="1" i="0" u="none" strike="noStrike" kern="0" spc="0" baseline="0">
                <a:ln>
                  <a:noFill/>
                </a:ln>
                <a:solidFill>
                  <a:srgbClr val="FAFAFA"/>
                </a:solidFill>
                <a:effectLst/>
                <a:latin typeface="Microsoft YaHei"/>
                <a:ea typeface="Microsoft YaHei"/>
              </a:rPr>
              <a:t>4</a:t>
            </a:r>
            <a:endParaRPr sz="1000" b="0" i="0" u="none" strike="noStrike" kern="0" spc="0" baseline="0">
              <a:ln>
                <a:noFill/>
              </a:ln>
              <a:solidFill>
                <a:srgbClr val="000000"/>
              </a:solidFill>
              <a:effectLst/>
              <a:latin typeface="Microsoft YaHei"/>
              <a:ea typeface="Microsoft YaHei"/>
            </a:endParaRPr>
          </a:p>
        </p:txBody>
      </p:sp>
      <p:sp>
        <p:nvSpPr>
          <p:cNvPr id="282" name="Google Shape;282;p40"/>
          <p:cNvSpPr txBox="1"/>
          <p:nvPr/>
        </p:nvSpPr>
        <p:spPr>
          <a:xfrm>
            <a:off x="381000" y="791304"/>
            <a:ext cx="8394700" cy="425450"/>
          </a:xfrm>
          <a:prstGeom prst="rect">
            <a:avLst/>
          </a:prstGeom>
          <a:noFill/>
          <a:ln>
            <a:noFill/>
          </a:ln>
        </p:spPr>
        <p:txBody>
          <a:bodyPr wrap="square" lIns="91425" tIns="91425" rIns="91425" bIns="91425" anchor="t" anchorCtr="0">
            <a:spAutoFit/>
          </a:bodyPr>
          <a:lstStyle/>
          <a:p>
            <a:pPr marL="0" lvl="0" indent="0" algn="l" defTabSz="914400">
              <a:lnSpc>
                <a:spcPct val="115000"/>
              </a:lnSpc>
              <a:spcBef>
                <a:spcPts val="0"/>
              </a:spcBef>
              <a:spcAft>
                <a:spcPts val="0"/>
              </a:spcAft>
              <a:buClr>
                <a:srgbClr val="000000"/>
              </a:buClr>
              <a:buSzTx/>
              <a:buFont typeface="Arial"/>
              <a:buNone/>
              <a:defRPr/>
            </a:pPr>
            <a:r>
              <a:rPr lang="zh-CN" altLang="zh-CN" sz="1400" b="0" i="0" strike="noStrike" spc="0" baseline="0">
                <a:ln>
                  <a:noFill/>
                </a:ln>
                <a:solidFill>
                  <a:srgbClr val="125284"/>
                </a:solidFill>
                <a:effectLst/>
                <a:latin typeface="Microsoft YaHei"/>
                <a:ea typeface="Microsoft YaHei"/>
              </a:rPr>
              <a:t>当设计乡村大学生职业认知研学营项目时，</a:t>
            </a:r>
            <a:r>
              <a:rPr lang="en-US" altLang="en-US" sz="1400" b="0" i="0" strike="noStrike" spc="0" baseline="0">
                <a:ln>
                  <a:noFill/>
                </a:ln>
                <a:solidFill>
                  <a:srgbClr val="125284"/>
                </a:solidFill>
                <a:effectLst/>
                <a:latin typeface="Microsoft YaHei"/>
                <a:ea typeface="Microsoft YaHei"/>
              </a:rPr>
              <a:t>Empact</a:t>
            </a:r>
            <a:r>
              <a:rPr lang="zh-CN" altLang="zh-CN" sz="1400" b="0" i="0" strike="noStrike" spc="0" baseline="0">
                <a:ln>
                  <a:noFill/>
                </a:ln>
                <a:solidFill>
                  <a:srgbClr val="125284"/>
                </a:solidFill>
                <a:effectLst/>
                <a:latin typeface="Microsoft YaHei"/>
                <a:ea typeface="Microsoft YaHei"/>
              </a:rPr>
              <a:t>会以如下方法论构建方案：</a:t>
            </a:r>
            <a:endParaRPr lang="en-US" altLang="en-US" sz="1400" b="0" i="0" strike="noStrike" spc="0" baseline="0">
              <a:ln>
                <a:noFill/>
              </a:ln>
              <a:solidFill>
                <a:srgbClr val="125284"/>
              </a:solidFill>
              <a:effectLst/>
              <a:latin typeface="Microsoft YaHei"/>
              <a:ea typeface="Microsoft YaHe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10"/>
        <p:cNvGrpSpPr/>
        <p:nvPr/>
      </p:nvGrpSpPr>
      <p:grpSpPr>
        <a:xfrm>
          <a:off x="0" y="0"/>
          <a:ext cx="0" cy="0"/>
          <a:chOff x="0" y="0"/>
          <a:chExt cx="0" cy="0"/>
        </a:xfrm>
      </p:grpSpPr>
      <p:grpSp>
        <p:nvGrpSpPr>
          <p:cNvPr id="1511" name="Google Shape;1511;p99"/>
          <p:cNvGrpSpPr/>
          <p:nvPr/>
        </p:nvGrpSpPr>
        <p:grpSpPr>
          <a:xfrm>
            <a:off x="4649287" y="925648"/>
            <a:ext cx="4202200" cy="821955"/>
            <a:chOff x="4530625" y="1275847"/>
            <a:chExt cx="3820529" cy="747300"/>
          </a:xfrm>
        </p:grpSpPr>
        <p:cxnSp>
          <p:nvCxnSpPr>
            <p:cNvPr id="1512" name="Google Shape;1512;p99"/>
            <p:cNvCxnSpPr/>
            <p:nvPr/>
          </p:nvCxnSpPr>
          <p:spPr>
            <a:xfrm>
              <a:off x="4530625" y="1582195"/>
              <a:ext cx="1652700" cy="0"/>
            </a:xfrm>
            <a:prstGeom prst="straightConnector1">
              <a:avLst/>
            </a:prstGeom>
            <a:noFill/>
            <a:ln w="9525" cap="flat" cmpd="sng">
              <a:solidFill>
                <a:srgbClr val="BDBDBD"/>
              </a:solidFill>
              <a:prstDash val="solid"/>
              <a:round/>
              <a:headEnd type="none" w="sm" len="sm"/>
              <a:tailEnd type="none" w="sm" len="sm"/>
            </a:ln>
          </p:spPr>
        </p:cxnSp>
        <p:sp>
          <p:nvSpPr>
            <p:cNvPr id="1513" name="Google Shape;1513;p99"/>
            <p:cNvSpPr/>
            <p:nvPr/>
          </p:nvSpPr>
          <p:spPr>
            <a:xfrm>
              <a:off x="6014671" y="1481782"/>
              <a:ext cx="198600" cy="198300"/>
            </a:xfrm>
            <a:prstGeom prst="ellipse">
              <a:avLst/>
            </a:prstGeom>
            <a:solidFill>
              <a:schemeClr val="lt2"/>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r>
                <a:rPr lang="en" altLang="en" sz="1600" b="1" i="0" u="none" strike="noStrike" kern="0" spc="0" baseline="0">
                  <a:ln>
                    <a:noFill/>
                  </a:ln>
                  <a:solidFill>
                    <a:srgbClr val="FFFFFF"/>
                  </a:solidFill>
                  <a:effectLst/>
                  <a:latin typeface="Microsoft YaHei"/>
                  <a:ea typeface="Microsoft YaHei"/>
                </a:rPr>
                <a:t>1</a:t>
              </a:r>
              <a:endParaRPr sz="1600" b="1" i="0" u="none" strike="noStrike" kern="0" spc="0" baseline="0">
                <a:ln>
                  <a:noFill/>
                </a:ln>
                <a:solidFill>
                  <a:srgbClr val="FFFFFF"/>
                </a:solidFill>
                <a:effectLst/>
                <a:latin typeface="Microsoft YaHei"/>
                <a:ea typeface="Microsoft YaHei"/>
              </a:endParaRPr>
            </a:p>
          </p:txBody>
        </p:sp>
        <p:sp>
          <p:nvSpPr>
            <p:cNvPr id="1514" name="Google Shape;1514;p99"/>
            <p:cNvSpPr txBox="1"/>
            <p:nvPr/>
          </p:nvSpPr>
          <p:spPr>
            <a:xfrm>
              <a:off x="6223854" y="1275847"/>
              <a:ext cx="2127300" cy="747300"/>
            </a:xfrm>
            <a:prstGeom prst="rect">
              <a:avLst/>
            </a:prstGeom>
            <a:noFill/>
            <a:ln>
              <a:noFill/>
            </a:ln>
          </p:spPr>
          <p:txBody>
            <a:bodyPr wrap="square" lIns="91425" tIns="91425" rIns="91425" bIns="91425" anchor="ctr" anchorCtr="0"/>
            <a:lstStyle/>
            <a:p>
              <a:pPr marL="0" lvl="0" indent="0" algn="l" defTabSz="914400">
                <a:lnSpc>
                  <a:spcPct val="115000"/>
                </a:lnSpc>
                <a:spcBef>
                  <a:spcPts val="0"/>
                </a:spcBef>
                <a:spcAft>
                  <a:spcPts val="0"/>
                </a:spcAft>
                <a:buClr>
                  <a:srgbClr val="000000"/>
                </a:buClr>
                <a:buSzTx/>
                <a:buFont typeface="Arial"/>
                <a:buNone/>
                <a:defRPr/>
              </a:pPr>
              <a:r>
                <a:rPr lang="en" altLang="en" sz="1500" b="1" i="0" u="none" strike="noStrike" kern="0" spc="0" baseline="0">
                  <a:ln>
                    <a:noFill/>
                  </a:ln>
                  <a:solidFill>
                    <a:srgbClr val="125284"/>
                  </a:solidFill>
                  <a:effectLst/>
                  <a:latin typeface="Microsoft YaHei"/>
                  <a:ea typeface="Microsoft YaHei"/>
                </a:rPr>
                <a:t>AI 教育赋能</a:t>
              </a:r>
            </a:p>
            <a:p>
              <a:pPr marL="0" lvl="0" indent="0" algn="l" defTabSz="914400">
                <a:lnSpc>
                  <a:spcPct val="115000"/>
                </a:lnSpc>
                <a:spcBef>
                  <a:spcPts val="0"/>
                </a:spcBef>
                <a:spcAft>
                  <a:spcPts val="0"/>
                </a:spcAft>
                <a:buClr>
                  <a:srgbClr val="000000"/>
                </a:buClr>
                <a:buSzTx/>
                <a:buFont typeface="Arial"/>
                <a:buNone/>
                <a:defRPr/>
              </a:pPr>
              <a:r>
                <a:rPr lang="zh-CN" altLang="en-US" sz="1200" b="0" i="0" u="none" strike="noStrike" kern="0" spc="0" baseline="0">
                  <a:ln>
                    <a:noFill/>
                  </a:ln>
                  <a:solidFill>
                    <a:srgbClr val="125284"/>
                  </a:solidFill>
                  <a:effectLst/>
                  <a:latin typeface="Microsoft YaHei"/>
                  <a:ea typeface="Microsoft YaHei"/>
                </a:rPr>
                <a:t>让乡村大学生掌握基础 </a:t>
              </a:r>
              <a:r>
                <a:rPr lang="en" altLang="en" sz="1200" b="0" i="0" u="none" strike="noStrike" kern="0" spc="0" baseline="0">
                  <a:ln>
                    <a:noFill/>
                  </a:ln>
                  <a:solidFill>
                    <a:srgbClr val="125284"/>
                  </a:solidFill>
                  <a:effectLst/>
                  <a:latin typeface="Microsoft YaHei"/>
                  <a:ea typeface="Microsoft YaHei"/>
                </a:rPr>
                <a:t>AI </a:t>
              </a:r>
              <a:r>
                <a:rPr lang="zh-CN" altLang="en-US" sz="1200" b="0" i="0" u="none" strike="noStrike" kern="0" spc="0" baseline="0">
                  <a:ln>
                    <a:noFill/>
                  </a:ln>
                  <a:solidFill>
                    <a:srgbClr val="125284"/>
                  </a:solidFill>
                  <a:effectLst/>
                  <a:latin typeface="Microsoft YaHei"/>
                  <a:ea typeface="Microsoft YaHei"/>
                </a:rPr>
                <a:t>工具使用方法，亲近 </a:t>
              </a:r>
              <a:r>
                <a:rPr lang="en" altLang="en" sz="1200" b="0" i="0" u="none" strike="noStrike" kern="0" spc="0" baseline="0">
                  <a:ln>
                    <a:noFill/>
                  </a:ln>
                  <a:solidFill>
                    <a:srgbClr val="125284"/>
                  </a:solidFill>
                  <a:effectLst/>
                  <a:latin typeface="Microsoft YaHei"/>
                  <a:ea typeface="Microsoft YaHei"/>
                </a:rPr>
                <a:t>AI </a:t>
              </a:r>
              <a:r>
                <a:rPr lang="zh-CN" altLang="en-US" sz="1200" b="0" i="0" u="none" strike="noStrike" kern="0" spc="0" baseline="0">
                  <a:ln>
                    <a:noFill/>
                  </a:ln>
                  <a:solidFill>
                    <a:srgbClr val="125284"/>
                  </a:solidFill>
                  <a:effectLst/>
                  <a:latin typeface="Microsoft YaHei"/>
                  <a:ea typeface="Microsoft YaHei"/>
                </a:rPr>
                <a:t>智慧体垫基未来，实现“</a:t>
              </a:r>
              <a:r>
                <a:rPr lang="en" altLang="en" sz="1200" b="0" i="0" u="none" strike="noStrike" kern="0" spc="0" baseline="0">
                  <a:ln>
                    <a:noFill/>
                  </a:ln>
                  <a:solidFill>
                    <a:srgbClr val="125284"/>
                  </a:solidFill>
                  <a:effectLst/>
                  <a:latin typeface="Microsoft YaHei"/>
                  <a:ea typeface="Microsoft YaHei"/>
                </a:rPr>
                <a:t>AI </a:t>
              </a:r>
              <a:r>
                <a:rPr lang="zh-CN" altLang="en-US" sz="1200" b="0" i="0" u="none" strike="noStrike" kern="0" spc="0" baseline="0">
                  <a:ln>
                    <a:noFill/>
                  </a:ln>
                  <a:solidFill>
                    <a:srgbClr val="125284"/>
                  </a:solidFill>
                  <a:effectLst/>
                  <a:latin typeface="Microsoft YaHei"/>
                  <a:ea typeface="Microsoft YaHei"/>
                </a:rPr>
                <a:t>平权”。  </a:t>
              </a:r>
            </a:p>
            <a:p>
              <a:pPr marL="0" lvl="0" indent="0" algn="l" defTabSz="914400">
                <a:lnSpc>
                  <a:spcPct val="115000"/>
                </a:lnSpc>
                <a:spcBef>
                  <a:spcPts val="0"/>
                </a:spcBef>
                <a:spcAft>
                  <a:spcPts val="0"/>
                </a:spcAft>
                <a:buClr>
                  <a:srgbClr val="000000"/>
                </a:buClr>
                <a:buSzTx/>
                <a:buFont typeface="Arial"/>
                <a:buNone/>
                <a:defRPr/>
              </a:pPr>
              <a:endParaRPr lang="en" altLang="en" sz="1100" b="1" i="0" u="none" strike="noStrike" kern="0" spc="0" baseline="0">
                <a:ln>
                  <a:noFill/>
                </a:ln>
                <a:solidFill>
                  <a:srgbClr val="125284"/>
                </a:solidFill>
                <a:effectLst/>
                <a:latin typeface="Microsoft YaHei"/>
                <a:ea typeface="Microsoft YaHei"/>
              </a:endParaRPr>
            </a:p>
          </p:txBody>
        </p:sp>
      </p:grpSp>
      <p:grpSp>
        <p:nvGrpSpPr>
          <p:cNvPr id="1515" name="Google Shape;1515;p99"/>
          <p:cNvGrpSpPr/>
          <p:nvPr/>
        </p:nvGrpSpPr>
        <p:grpSpPr>
          <a:xfrm>
            <a:off x="5272274" y="2204772"/>
            <a:ext cx="3615046" cy="821955"/>
            <a:chOff x="5064450" y="2155699"/>
            <a:chExt cx="3286704" cy="747300"/>
          </a:xfrm>
        </p:grpSpPr>
        <p:cxnSp>
          <p:nvCxnSpPr>
            <p:cNvPr id="1516" name="Google Shape;1516;p99"/>
            <p:cNvCxnSpPr/>
            <p:nvPr/>
          </p:nvCxnSpPr>
          <p:spPr>
            <a:xfrm>
              <a:off x="5064450" y="2279341"/>
              <a:ext cx="1119000" cy="0"/>
            </a:xfrm>
            <a:prstGeom prst="straightConnector1">
              <a:avLst/>
            </a:prstGeom>
            <a:noFill/>
            <a:ln w="9525" cap="flat" cmpd="sng">
              <a:solidFill>
                <a:srgbClr val="BDBDBD"/>
              </a:solidFill>
              <a:prstDash val="solid"/>
              <a:round/>
              <a:headEnd type="none" w="sm" len="sm"/>
              <a:tailEnd type="none" w="sm" len="sm"/>
            </a:ln>
          </p:spPr>
        </p:cxnSp>
        <p:sp>
          <p:nvSpPr>
            <p:cNvPr id="1517" name="Google Shape;1517;p99"/>
            <p:cNvSpPr/>
            <p:nvPr/>
          </p:nvSpPr>
          <p:spPr>
            <a:xfrm>
              <a:off x="6014671" y="2173156"/>
              <a:ext cx="198600" cy="198300"/>
            </a:xfrm>
            <a:prstGeom prst="ellipse">
              <a:avLst/>
            </a:prstGeom>
            <a:solidFill>
              <a:schemeClr val="accent2"/>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r>
                <a:rPr lang="en" altLang="en" sz="1600" b="1" i="0" u="none" strike="noStrike" kern="0" spc="0" baseline="0">
                  <a:ln>
                    <a:noFill/>
                  </a:ln>
                  <a:solidFill>
                    <a:srgbClr val="FFFFFF"/>
                  </a:solidFill>
                  <a:effectLst/>
                  <a:latin typeface="Microsoft YaHei"/>
                  <a:ea typeface="Microsoft YaHei"/>
                </a:rPr>
                <a:t>3</a:t>
              </a:r>
              <a:endParaRPr sz="1600" b="1" i="0" u="none" strike="noStrike" kern="0" spc="0" baseline="0">
                <a:ln>
                  <a:noFill/>
                </a:ln>
                <a:solidFill>
                  <a:srgbClr val="FFFFFF"/>
                </a:solidFill>
                <a:effectLst/>
                <a:latin typeface="Microsoft YaHei"/>
                <a:ea typeface="Microsoft YaHei"/>
              </a:endParaRPr>
            </a:p>
          </p:txBody>
        </p:sp>
        <p:sp>
          <p:nvSpPr>
            <p:cNvPr id="1518" name="Google Shape;1518;p99"/>
            <p:cNvSpPr txBox="1"/>
            <p:nvPr/>
          </p:nvSpPr>
          <p:spPr>
            <a:xfrm>
              <a:off x="6223854" y="2155699"/>
              <a:ext cx="2127300" cy="747300"/>
            </a:xfrm>
            <a:prstGeom prst="rect">
              <a:avLst/>
            </a:prstGeom>
            <a:noFill/>
            <a:ln>
              <a:noFill/>
            </a:ln>
          </p:spPr>
          <p:txBody>
            <a:bodyPr wrap="square" lIns="91425" tIns="91425" rIns="91425" bIns="91425" anchor="ctr" anchorCtr="0"/>
            <a:lstStyle/>
            <a:p>
              <a:pPr marL="0" lvl="0" indent="0" algn="l" defTabSz="914400">
                <a:lnSpc>
                  <a:spcPct val="115000"/>
                </a:lnSpc>
                <a:spcBef>
                  <a:spcPts val="0"/>
                </a:spcBef>
                <a:spcAft>
                  <a:spcPts val="0"/>
                </a:spcAft>
                <a:buClr>
                  <a:srgbClr val="000000"/>
                </a:buClr>
                <a:buSzTx/>
                <a:buFont typeface="Arial"/>
                <a:buNone/>
                <a:defRPr/>
              </a:pPr>
              <a:r>
                <a:rPr lang="en" altLang="en" sz="1500" b="1" i="0" u="none" strike="noStrike" kern="0" spc="0" baseline="0">
                  <a:ln>
                    <a:noFill/>
                  </a:ln>
                  <a:solidFill>
                    <a:srgbClr val="125284"/>
                  </a:solidFill>
                  <a:effectLst/>
                  <a:latin typeface="Microsoft YaHei"/>
                  <a:ea typeface="Microsoft YaHei"/>
                </a:rPr>
                <a:t>心理健康支持</a:t>
              </a:r>
              <a:endParaRPr sz="1500" b="1" i="0" u="none" strike="noStrike" kern="0" spc="0" baseline="0">
                <a:ln>
                  <a:noFill/>
                </a:ln>
                <a:solidFill>
                  <a:srgbClr val="125284"/>
                </a:solidFill>
                <a:effectLst/>
                <a:latin typeface="Microsoft YaHei"/>
                <a:ea typeface="Microsoft YaHei"/>
              </a:endParaRPr>
            </a:p>
            <a:p>
              <a:pPr marL="0" lvl="0" indent="0" algn="l" defTabSz="914400">
                <a:lnSpc>
                  <a:spcPct val="115000"/>
                </a:lnSpc>
                <a:spcBef>
                  <a:spcPts val="0"/>
                </a:spcBef>
                <a:spcAft>
                  <a:spcPts val="1600"/>
                </a:spcAft>
                <a:buClr>
                  <a:srgbClr val="000000"/>
                </a:buClr>
                <a:buSzTx/>
                <a:buFont typeface="Arial"/>
                <a:buNone/>
                <a:defRPr/>
              </a:pPr>
              <a:r>
                <a:rPr lang="zh-CN" altLang="en-US" sz="1200" b="0" i="0" u="none" strike="noStrike" kern="0" spc="0" baseline="0">
                  <a:ln>
                    <a:noFill/>
                  </a:ln>
                  <a:solidFill>
                    <a:srgbClr val="125284"/>
                  </a:solidFill>
                  <a:effectLst/>
                  <a:latin typeface="Microsoft YaHei"/>
                  <a:ea typeface="Microsoft YaHei"/>
                </a:rPr>
                <a:t>提供基础的情绪管理与心理辅导，引入可持续的线上</a:t>
              </a:r>
              <a:r>
                <a:rPr lang="en-US" altLang="zh-CN" sz="1200" b="0" i="0" u="none" strike="noStrike" kern="0" spc="0" baseline="0">
                  <a:ln>
                    <a:noFill/>
                  </a:ln>
                  <a:solidFill>
                    <a:srgbClr val="125284"/>
                  </a:solidFill>
                  <a:effectLst/>
                  <a:latin typeface="Microsoft YaHei"/>
                  <a:ea typeface="Microsoft YaHei"/>
                </a:rPr>
                <a:t>/</a:t>
              </a:r>
              <a:r>
                <a:rPr lang="zh-CN" altLang="en-US" sz="1200" b="0" i="0" u="none" strike="noStrike" kern="0" spc="0" baseline="0">
                  <a:ln>
                    <a:noFill/>
                  </a:ln>
                  <a:solidFill>
                    <a:srgbClr val="125284"/>
                  </a:solidFill>
                  <a:effectLst/>
                  <a:latin typeface="Microsoft YaHei"/>
                  <a:ea typeface="Microsoft YaHei"/>
                </a:rPr>
                <a:t>线下支持机制。  </a:t>
              </a:r>
            </a:p>
            <a:p>
              <a:pPr marL="0" lvl="0" indent="0" algn="l" defTabSz="914400">
                <a:lnSpc>
                  <a:spcPct val="115000"/>
                </a:lnSpc>
                <a:spcBef>
                  <a:spcPts val="0"/>
                </a:spcBef>
                <a:spcAft>
                  <a:spcPts val="1600"/>
                </a:spcAft>
                <a:buClr>
                  <a:srgbClr val="000000"/>
                </a:buClr>
                <a:buSzTx/>
                <a:buFont typeface="Arial"/>
                <a:buNone/>
                <a:defRPr/>
              </a:pPr>
              <a:endParaRPr sz="1100" b="1" i="0" u="none" strike="noStrike" kern="0" spc="0" baseline="0">
                <a:ln>
                  <a:noFill/>
                </a:ln>
                <a:solidFill>
                  <a:srgbClr val="125284"/>
                </a:solidFill>
                <a:effectLst/>
                <a:latin typeface="Microsoft YaHei"/>
                <a:ea typeface="Microsoft YaHei"/>
              </a:endParaRPr>
            </a:p>
          </p:txBody>
        </p:sp>
      </p:grpSp>
      <p:grpSp>
        <p:nvGrpSpPr>
          <p:cNvPr id="1519" name="Google Shape;1519;p99"/>
          <p:cNvGrpSpPr/>
          <p:nvPr/>
        </p:nvGrpSpPr>
        <p:grpSpPr>
          <a:xfrm>
            <a:off x="5887668" y="3330373"/>
            <a:ext cx="3054427" cy="821955"/>
            <a:chOff x="5574150" y="3152735"/>
            <a:chExt cx="2777004" cy="747300"/>
          </a:xfrm>
        </p:grpSpPr>
        <p:cxnSp>
          <p:nvCxnSpPr>
            <p:cNvPr id="1520" name="Google Shape;1520;p99"/>
            <p:cNvCxnSpPr/>
            <p:nvPr/>
          </p:nvCxnSpPr>
          <p:spPr>
            <a:xfrm>
              <a:off x="5574150" y="3449448"/>
              <a:ext cx="609300" cy="0"/>
            </a:xfrm>
            <a:prstGeom prst="straightConnector1">
              <a:avLst/>
            </a:prstGeom>
            <a:noFill/>
            <a:ln w="9525" cap="flat" cmpd="sng">
              <a:solidFill>
                <a:srgbClr val="BDBDBD"/>
              </a:solidFill>
              <a:prstDash val="solid"/>
              <a:round/>
              <a:headEnd type="none" w="sm" len="sm"/>
              <a:tailEnd type="none" w="sm" len="sm"/>
            </a:ln>
          </p:spPr>
        </p:cxnSp>
        <p:sp>
          <p:nvSpPr>
            <p:cNvPr id="1521" name="Google Shape;1521;p99"/>
            <p:cNvSpPr/>
            <p:nvPr/>
          </p:nvSpPr>
          <p:spPr>
            <a:xfrm>
              <a:off x="6014671" y="3349032"/>
              <a:ext cx="198600" cy="198300"/>
            </a:xfrm>
            <a:prstGeom prst="ellipse">
              <a:avLst/>
            </a:prstGeom>
            <a:solidFill>
              <a:schemeClr val="accent4"/>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r>
                <a:rPr lang="en" altLang="en" sz="1600" b="1" i="0" u="none" strike="noStrike" kern="0" spc="0" baseline="0">
                  <a:ln>
                    <a:noFill/>
                  </a:ln>
                  <a:solidFill>
                    <a:srgbClr val="FFFFFF"/>
                  </a:solidFill>
                  <a:effectLst/>
                  <a:latin typeface="Microsoft YaHei"/>
                  <a:ea typeface="Microsoft YaHei"/>
                </a:rPr>
                <a:t>5</a:t>
              </a:r>
              <a:endParaRPr sz="1600" b="1" i="0" u="none" strike="noStrike" kern="0" spc="0" baseline="0">
                <a:ln>
                  <a:noFill/>
                </a:ln>
                <a:solidFill>
                  <a:srgbClr val="FFFFFF"/>
                </a:solidFill>
                <a:effectLst/>
                <a:latin typeface="Microsoft YaHei"/>
                <a:ea typeface="Microsoft YaHei"/>
              </a:endParaRPr>
            </a:p>
          </p:txBody>
        </p:sp>
        <p:sp>
          <p:nvSpPr>
            <p:cNvPr id="1522" name="Google Shape;1522;p99"/>
            <p:cNvSpPr txBox="1"/>
            <p:nvPr/>
          </p:nvSpPr>
          <p:spPr>
            <a:xfrm>
              <a:off x="6223854" y="3152735"/>
              <a:ext cx="2127300" cy="747300"/>
            </a:xfrm>
            <a:prstGeom prst="rect">
              <a:avLst/>
            </a:prstGeom>
            <a:noFill/>
            <a:ln>
              <a:noFill/>
            </a:ln>
          </p:spPr>
          <p:txBody>
            <a:bodyPr wrap="square" lIns="91425" tIns="91425" rIns="91425" bIns="91425" anchor="ctr" anchorCtr="0"/>
            <a:lstStyle/>
            <a:p>
              <a:pPr marL="0" lvl="0" indent="0" algn="l" defTabSz="914400">
                <a:lnSpc>
                  <a:spcPct val="115000"/>
                </a:lnSpc>
                <a:spcBef>
                  <a:spcPts val="0"/>
                </a:spcBef>
                <a:spcAft>
                  <a:spcPts val="0"/>
                </a:spcAft>
                <a:buClr>
                  <a:srgbClr val="000000"/>
                </a:buClr>
                <a:buSzTx/>
                <a:buFont typeface="Arial"/>
                <a:buNone/>
                <a:defRPr/>
              </a:pPr>
              <a:r>
                <a:rPr lang="en" altLang="en" sz="1500" b="1" i="0" u="none" strike="noStrike" kern="0" spc="0" baseline="0">
                  <a:ln>
                    <a:noFill/>
                  </a:ln>
                  <a:solidFill>
                    <a:srgbClr val="125284"/>
                  </a:solidFill>
                  <a:effectLst/>
                  <a:latin typeface="Microsoft YaHei"/>
                  <a:ea typeface="Microsoft YaHei"/>
                </a:rPr>
                <a:t>增强自我认知</a:t>
              </a:r>
            </a:p>
            <a:p>
              <a:pPr marL="0" lvl="0" indent="0" algn="l" defTabSz="914400">
                <a:lnSpc>
                  <a:spcPct val="115000"/>
                </a:lnSpc>
                <a:spcBef>
                  <a:spcPts val="0"/>
                </a:spcBef>
                <a:spcAft>
                  <a:spcPts val="1600"/>
                </a:spcAft>
                <a:buClr>
                  <a:srgbClr val="000000"/>
                </a:buClr>
                <a:buSzTx/>
                <a:buFont typeface="Arial"/>
                <a:buNone/>
                <a:defRPr/>
              </a:pPr>
              <a:r>
                <a:rPr lang="zh-CN" altLang="en-US" sz="1200" b="0" i="0" u="none" strike="noStrike" kern="0" spc="0" baseline="0">
                  <a:ln>
                    <a:noFill/>
                  </a:ln>
                  <a:solidFill>
                    <a:srgbClr val="125284"/>
                  </a:solidFill>
                  <a:effectLst/>
                  <a:latin typeface="Microsoft YaHei"/>
                  <a:ea typeface="Microsoft YaHei"/>
                </a:rPr>
                <a:t>通过 </a:t>
              </a:r>
              <a:r>
                <a:rPr lang="en" altLang="en" sz="1200" b="0" i="0" u="none" strike="noStrike" kern="0" spc="0" baseline="0">
                  <a:ln>
                    <a:noFill/>
                  </a:ln>
                  <a:solidFill>
                    <a:srgbClr val="125284"/>
                  </a:solidFill>
                  <a:effectLst/>
                  <a:latin typeface="Microsoft YaHei"/>
                  <a:ea typeface="Microsoft YaHei"/>
                </a:rPr>
                <a:t>MBTI / DISC </a:t>
              </a:r>
              <a:r>
                <a:rPr lang="zh-CN" altLang="en-US" sz="1200" b="0" i="0" u="none" strike="noStrike" kern="0" spc="0" baseline="0">
                  <a:ln>
                    <a:noFill/>
                  </a:ln>
                  <a:solidFill>
                    <a:srgbClr val="125284"/>
                  </a:solidFill>
                  <a:effectLst/>
                  <a:latin typeface="Microsoft YaHei"/>
                  <a:ea typeface="Microsoft YaHei"/>
                </a:rPr>
                <a:t>测评、团队活动、心理教练讲座等，强化学生对自身优势及潜能的认知。  </a:t>
              </a:r>
            </a:p>
            <a:p>
              <a:pPr marL="0" lvl="0" indent="0" algn="l" defTabSz="914400">
                <a:lnSpc>
                  <a:spcPct val="115000"/>
                </a:lnSpc>
                <a:spcBef>
                  <a:spcPts val="0"/>
                </a:spcBef>
                <a:spcAft>
                  <a:spcPts val="1600"/>
                </a:spcAft>
                <a:buClr>
                  <a:srgbClr val="000000"/>
                </a:buClr>
                <a:buSzTx/>
                <a:buFont typeface="Arial"/>
                <a:buNone/>
                <a:defRPr/>
              </a:pPr>
              <a:endParaRPr sz="1050" b="1" i="0" u="none" strike="noStrike" kern="0" spc="0" baseline="0">
                <a:ln>
                  <a:noFill/>
                </a:ln>
                <a:solidFill>
                  <a:srgbClr val="125284"/>
                </a:solidFill>
                <a:effectLst/>
                <a:latin typeface="Microsoft YaHei"/>
                <a:ea typeface="Microsoft YaHei"/>
              </a:endParaRPr>
            </a:p>
          </p:txBody>
        </p:sp>
      </p:grpSp>
      <p:grpSp>
        <p:nvGrpSpPr>
          <p:cNvPr id="1523" name="Google Shape;1523;p99"/>
          <p:cNvGrpSpPr/>
          <p:nvPr/>
        </p:nvGrpSpPr>
        <p:grpSpPr>
          <a:xfrm>
            <a:off x="0" y="1492723"/>
            <a:ext cx="4016031" cy="821955"/>
            <a:chOff x="561555" y="1672393"/>
            <a:chExt cx="3651270" cy="747300"/>
          </a:xfrm>
        </p:grpSpPr>
        <p:cxnSp>
          <p:nvCxnSpPr>
            <p:cNvPr id="1524" name="Google Shape;1524;p99"/>
            <p:cNvCxnSpPr/>
            <p:nvPr/>
          </p:nvCxnSpPr>
          <p:spPr>
            <a:xfrm rot="10800000">
              <a:off x="2921325" y="2046050"/>
              <a:ext cx="1291500" cy="0"/>
            </a:xfrm>
            <a:prstGeom prst="straightConnector1">
              <a:avLst/>
            </a:prstGeom>
            <a:noFill/>
            <a:ln w="9525" cap="flat" cmpd="sng">
              <a:solidFill>
                <a:srgbClr val="BDBDBD"/>
              </a:solidFill>
              <a:prstDash val="solid"/>
              <a:round/>
              <a:headEnd type="none" w="sm" len="sm"/>
              <a:tailEnd type="none" w="sm" len="sm"/>
            </a:ln>
          </p:spPr>
        </p:cxnSp>
        <p:sp>
          <p:nvSpPr>
            <p:cNvPr id="1525" name="Google Shape;1525;p99"/>
            <p:cNvSpPr/>
            <p:nvPr/>
          </p:nvSpPr>
          <p:spPr>
            <a:xfrm>
              <a:off x="2874851" y="1943786"/>
              <a:ext cx="198600" cy="198300"/>
            </a:xfrm>
            <a:prstGeom prst="ellipse">
              <a:avLst/>
            </a:prstGeom>
            <a:solidFill>
              <a:schemeClr val="dk1"/>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r>
                <a:rPr lang="en" altLang="en" sz="1600" b="1" i="0" u="none" strike="noStrike" kern="0" spc="0" baseline="0">
                  <a:ln>
                    <a:noFill/>
                  </a:ln>
                  <a:solidFill>
                    <a:srgbClr val="FFFFFF"/>
                  </a:solidFill>
                  <a:effectLst/>
                  <a:latin typeface="Microsoft YaHei"/>
                  <a:ea typeface="Microsoft YaHei"/>
                </a:rPr>
                <a:t>2</a:t>
              </a:r>
              <a:endParaRPr sz="1600" b="1" i="0" u="none" strike="noStrike" kern="0" spc="0" baseline="0">
                <a:ln>
                  <a:noFill/>
                </a:ln>
                <a:solidFill>
                  <a:srgbClr val="FFFFFF"/>
                </a:solidFill>
                <a:effectLst/>
                <a:latin typeface="Microsoft YaHei"/>
                <a:ea typeface="Microsoft YaHei"/>
              </a:endParaRPr>
            </a:p>
          </p:txBody>
        </p:sp>
        <p:sp>
          <p:nvSpPr>
            <p:cNvPr id="1526" name="Google Shape;1526;p99"/>
            <p:cNvSpPr txBox="1"/>
            <p:nvPr/>
          </p:nvSpPr>
          <p:spPr>
            <a:xfrm>
              <a:off x="561555" y="1672393"/>
              <a:ext cx="2309847" cy="747300"/>
            </a:xfrm>
            <a:prstGeom prst="rect">
              <a:avLst/>
            </a:prstGeom>
            <a:noFill/>
            <a:ln>
              <a:noFill/>
            </a:ln>
          </p:spPr>
          <p:txBody>
            <a:bodyPr wrap="square" lIns="91425" tIns="91425" rIns="91425" bIns="91425" anchor="ctr" anchorCtr="0"/>
            <a:lstStyle/>
            <a:p>
              <a:pPr marL="0" lvl="0" indent="0" algn="r" defTabSz="914400">
                <a:lnSpc>
                  <a:spcPct val="115000"/>
                </a:lnSpc>
                <a:spcBef>
                  <a:spcPts val="0"/>
                </a:spcBef>
                <a:spcAft>
                  <a:spcPts val="0"/>
                </a:spcAft>
                <a:buClr>
                  <a:srgbClr val="000000"/>
                </a:buClr>
                <a:buSzTx/>
                <a:buFont typeface="Arial"/>
                <a:buNone/>
                <a:defRPr/>
              </a:pPr>
              <a:r>
                <a:rPr lang="en" altLang="en" sz="1500" b="1" i="0" u="none" strike="noStrike" kern="0" spc="0" baseline="0">
                  <a:ln>
                    <a:noFill/>
                  </a:ln>
                  <a:solidFill>
                    <a:srgbClr val="125284"/>
                  </a:solidFill>
                  <a:effectLst/>
                  <a:latin typeface="Microsoft YaHei"/>
                  <a:ea typeface="Microsoft YaHei"/>
                </a:rPr>
                <a:t>认知多元组织形态</a:t>
              </a:r>
              <a:endParaRPr lang="zh-CN" altLang="en-US" sz="1500" b="1" i="0" u="none" strike="noStrike" kern="0" spc="0" baseline="0">
                <a:ln>
                  <a:noFill/>
                </a:ln>
                <a:solidFill>
                  <a:srgbClr val="125284"/>
                </a:solidFill>
                <a:effectLst/>
                <a:latin typeface="Microsoft YaHei"/>
                <a:ea typeface="Microsoft YaHei"/>
              </a:endParaRPr>
            </a:p>
            <a:p>
              <a:pPr marL="0" lvl="0" indent="0" algn="r" defTabSz="914400">
                <a:lnSpc>
                  <a:spcPct val="115000"/>
                </a:lnSpc>
                <a:spcBef>
                  <a:spcPts val="0"/>
                </a:spcBef>
                <a:spcAft>
                  <a:spcPts val="1600"/>
                </a:spcAft>
                <a:buClr>
                  <a:srgbClr val="000000"/>
                </a:buClr>
                <a:buSzTx/>
                <a:buFont typeface="Arial"/>
                <a:buNone/>
                <a:defRPr/>
              </a:pPr>
              <a:r>
                <a:rPr lang="zh-CN" altLang="en-US" sz="1200" b="0" i="0" u="none" strike="noStrike" kern="0" spc="0" baseline="0">
                  <a:ln>
                    <a:noFill/>
                  </a:ln>
                  <a:solidFill>
                    <a:srgbClr val="125284"/>
                  </a:solidFill>
                  <a:effectLst/>
                  <a:latin typeface="Microsoft YaHei"/>
                  <a:ea typeface="Microsoft YaHei"/>
                </a:rPr>
                <a:t>认知有以盈利为目的的企业，也有追求社会影响力的社会企业和 </a:t>
              </a:r>
              <a:r>
                <a:rPr lang="en" altLang="en" sz="1200" b="0" i="0" u="none" strike="noStrike" kern="0" spc="0" baseline="0">
                  <a:ln>
                    <a:noFill/>
                  </a:ln>
                  <a:solidFill>
                    <a:srgbClr val="125284"/>
                  </a:solidFill>
                  <a:effectLst/>
                  <a:latin typeface="Microsoft YaHei"/>
                  <a:ea typeface="Microsoft YaHei"/>
                </a:rPr>
                <a:t>NGO，</a:t>
              </a:r>
              <a:r>
                <a:rPr lang="zh-CN" altLang="en-US" sz="1200" b="0" i="0" u="none" strike="noStrike" kern="0" spc="0" baseline="0">
                  <a:ln>
                    <a:noFill/>
                  </a:ln>
                  <a:solidFill>
                    <a:srgbClr val="125284"/>
                  </a:solidFill>
                  <a:effectLst/>
                  <a:latin typeface="Microsoft YaHei"/>
                  <a:ea typeface="Microsoft YaHei"/>
                </a:rPr>
                <a:t>了解多种组织形态，开拓认知</a:t>
              </a:r>
            </a:p>
            <a:p>
              <a:pPr marL="0" lvl="0" indent="0" algn="r" defTabSz="914400">
                <a:lnSpc>
                  <a:spcPct val="115000"/>
                </a:lnSpc>
                <a:spcBef>
                  <a:spcPts val="0"/>
                </a:spcBef>
                <a:spcAft>
                  <a:spcPts val="1600"/>
                </a:spcAft>
                <a:buClr>
                  <a:srgbClr val="000000"/>
                </a:buClr>
                <a:buSzTx/>
                <a:buFont typeface="Arial"/>
                <a:buNone/>
                <a:defRPr/>
              </a:pPr>
              <a:endParaRPr sz="1100" b="1" i="0" u="none" strike="noStrike" kern="0" spc="0" baseline="0">
                <a:ln>
                  <a:noFill/>
                </a:ln>
                <a:solidFill>
                  <a:srgbClr val="125284"/>
                </a:solidFill>
                <a:effectLst/>
                <a:latin typeface="Microsoft YaHei"/>
                <a:ea typeface="Microsoft YaHei"/>
              </a:endParaRPr>
            </a:p>
          </p:txBody>
        </p:sp>
      </p:grpSp>
      <p:grpSp>
        <p:nvGrpSpPr>
          <p:cNvPr id="1527" name="Google Shape;1527;p99"/>
          <p:cNvGrpSpPr/>
          <p:nvPr/>
        </p:nvGrpSpPr>
        <p:grpSpPr>
          <a:xfrm>
            <a:off x="200782" y="2501969"/>
            <a:ext cx="3323561" cy="821955"/>
            <a:chOff x="744101" y="2507609"/>
            <a:chExt cx="3021694" cy="747300"/>
          </a:xfrm>
        </p:grpSpPr>
        <p:cxnSp>
          <p:nvCxnSpPr>
            <p:cNvPr id="1528" name="Google Shape;1528;p99"/>
            <p:cNvCxnSpPr/>
            <p:nvPr/>
          </p:nvCxnSpPr>
          <p:spPr>
            <a:xfrm rot="10800000">
              <a:off x="2915895" y="2881250"/>
              <a:ext cx="849900" cy="0"/>
            </a:xfrm>
            <a:prstGeom prst="straightConnector1">
              <a:avLst/>
            </a:prstGeom>
            <a:noFill/>
            <a:ln w="9525" cap="flat" cmpd="sng">
              <a:solidFill>
                <a:srgbClr val="BDBDBD"/>
              </a:solidFill>
              <a:prstDash val="solid"/>
              <a:round/>
              <a:headEnd type="none" w="sm" len="sm"/>
              <a:tailEnd type="none" w="sm" len="sm"/>
            </a:ln>
          </p:spPr>
        </p:cxnSp>
        <p:sp>
          <p:nvSpPr>
            <p:cNvPr id="1529" name="Google Shape;1529;p99"/>
            <p:cNvSpPr/>
            <p:nvPr/>
          </p:nvSpPr>
          <p:spPr>
            <a:xfrm>
              <a:off x="2874851" y="2780836"/>
              <a:ext cx="198600" cy="198300"/>
            </a:xfrm>
            <a:prstGeom prst="ellipse">
              <a:avLst/>
            </a:prstGeom>
            <a:solidFill>
              <a:schemeClr val="accent3"/>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r>
                <a:rPr lang="en" altLang="en" sz="1600" b="1" i="0" u="none" strike="noStrike" kern="0" spc="0" baseline="0">
                  <a:ln>
                    <a:noFill/>
                  </a:ln>
                  <a:solidFill>
                    <a:srgbClr val="FFFFFF"/>
                  </a:solidFill>
                  <a:effectLst/>
                  <a:latin typeface="Microsoft YaHei"/>
                  <a:ea typeface="Microsoft YaHei"/>
                </a:rPr>
                <a:t>4</a:t>
              </a:r>
              <a:endParaRPr sz="1600" b="1" i="0" u="none" strike="noStrike" kern="0" spc="0" baseline="0">
                <a:ln>
                  <a:noFill/>
                </a:ln>
                <a:solidFill>
                  <a:srgbClr val="FFFFFF"/>
                </a:solidFill>
                <a:effectLst/>
                <a:latin typeface="Microsoft YaHei"/>
                <a:ea typeface="Microsoft YaHei"/>
              </a:endParaRPr>
            </a:p>
          </p:txBody>
        </p:sp>
        <p:sp>
          <p:nvSpPr>
            <p:cNvPr id="1530" name="Google Shape;1530;p99"/>
            <p:cNvSpPr txBox="1"/>
            <p:nvPr/>
          </p:nvSpPr>
          <p:spPr>
            <a:xfrm>
              <a:off x="744101" y="2507609"/>
              <a:ext cx="2127300" cy="747300"/>
            </a:xfrm>
            <a:prstGeom prst="rect">
              <a:avLst/>
            </a:prstGeom>
            <a:noFill/>
            <a:ln>
              <a:noFill/>
            </a:ln>
          </p:spPr>
          <p:txBody>
            <a:bodyPr wrap="square" lIns="91425" tIns="91425" rIns="91425" bIns="91425" anchor="ctr" anchorCtr="0"/>
            <a:lstStyle/>
            <a:p>
              <a:pPr marL="0" lvl="0" indent="0" algn="r" defTabSz="914400">
                <a:lnSpc>
                  <a:spcPct val="115000"/>
                </a:lnSpc>
                <a:spcBef>
                  <a:spcPts val="0"/>
                </a:spcBef>
                <a:spcAft>
                  <a:spcPts val="0"/>
                </a:spcAft>
                <a:buClr>
                  <a:srgbClr val="000000"/>
                </a:buClr>
                <a:buSzTx/>
                <a:buFont typeface="Arial"/>
                <a:buNone/>
                <a:defRPr/>
              </a:pPr>
              <a:r>
                <a:rPr lang="zh-CN" altLang="zh-CN" sz="1500" b="1" i="0" strike="noStrike" spc="0" baseline="0">
                  <a:ln>
                    <a:noFill/>
                  </a:ln>
                  <a:solidFill>
                    <a:srgbClr val="125284"/>
                  </a:solidFill>
                  <a:effectLst/>
                  <a:latin typeface="Microsoft YaHei"/>
                  <a:ea typeface="Microsoft YaHei"/>
                </a:rPr>
                <a:t>增强职场认知及技能</a:t>
              </a:r>
            </a:p>
            <a:p>
              <a:pPr marL="0" lvl="0" indent="0" algn="r" defTabSz="914400">
                <a:lnSpc>
                  <a:spcPct val="115000"/>
                </a:lnSpc>
                <a:spcBef>
                  <a:spcPts val="0"/>
                </a:spcBef>
                <a:spcAft>
                  <a:spcPts val="1600"/>
                </a:spcAft>
                <a:buClr>
                  <a:srgbClr val="000000"/>
                </a:buClr>
                <a:buSzTx/>
                <a:buFont typeface="Arial"/>
                <a:buNone/>
                <a:defRPr/>
              </a:pPr>
              <a:r>
                <a:rPr lang="zh-CN" altLang="zh-CN" sz="1200" b="0" i="0" strike="noStrike" spc="0" baseline="0">
                  <a:ln>
                    <a:noFill/>
                  </a:ln>
                  <a:solidFill>
                    <a:srgbClr val="125284"/>
                  </a:solidFill>
                  <a:effectLst/>
                  <a:latin typeface="Microsoft YaHei"/>
                  <a:ea typeface="Microsoft YaHei"/>
                </a:rPr>
                <a:t>帮助学生了解职场职位与职场技能，从而为未来选择做好准备。  </a:t>
              </a:r>
            </a:p>
            <a:p>
              <a:pPr marL="0" lvl="0" indent="0" algn="r" defTabSz="914400">
                <a:lnSpc>
                  <a:spcPct val="115000"/>
                </a:lnSpc>
                <a:spcBef>
                  <a:spcPts val="0"/>
                </a:spcBef>
                <a:spcAft>
                  <a:spcPts val="1600"/>
                </a:spcAft>
                <a:buClr>
                  <a:srgbClr val="000000"/>
                </a:buClr>
                <a:buSzTx/>
                <a:buFont typeface="Arial"/>
                <a:buNone/>
                <a:defRPr/>
              </a:pPr>
              <a:endParaRPr sz="1100" b="1" i="0" strike="noStrike" spc="0" baseline="0">
                <a:ln>
                  <a:noFill/>
                </a:ln>
                <a:solidFill>
                  <a:srgbClr val="125284"/>
                </a:solidFill>
                <a:effectLst/>
                <a:latin typeface="Microsoft YaHei"/>
                <a:ea typeface="Microsoft YaHei"/>
              </a:endParaRPr>
            </a:p>
          </p:txBody>
        </p:sp>
      </p:grpSp>
      <p:grpSp>
        <p:nvGrpSpPr>
          <p:cNvPr id="1531" name="Google Shape;1531;p99"/>
          <p:cNvGrpSpPr/>
          <p:nvPr/>
        </p:nvGrpSpPr>
        <p:grpSpPr>
          <a:xfrm>
            <a:off x="2635930" y="1078967"/>
            <a:ext cx="3860024" cy="3582899"/>
            <a:chOff x="3318063" y="1368287"/>
            <a:chExt cx="2408000" cy="2993482"/>
          </a:xfrm>
        </p:grpSpPr>
        <p:sp>
          <p:nvSpPr>
            <p:cNvPr id="1532" name="Google Shape;1532;p99"/>
            <p:cNvSpPr/>
            <p:nvPr/>
          </p:nvSpPr>
          <p:spPr>
            <a:xfrm>
              <a:off x="3595785" y="2775241"/>
              <a:ext cx="1853168" cy="919151"/>
            </a:xfrm>
            <a:custGeom>
              <a:avLst/>
              <a:gdLst/>
              <a:ahLst/>
              <a:cxnLst/>
              <a:rect l="l" t="t" r="r" b="b"/>
              <a:pathLst>
                <a:path w="1853168" h="919151">
                  <a:moveTo>
                    <a:pt x="0" y="419110"/>
                  </a:moveTo>
                  <a:lnTo>
                    <a:pt x="927772" y="919151"/>
                  </a:lnTo>
                  <a:lnTo>
                    <a:pt x="1853168" y="419110"/>
                  </a:lnTo>
                  <a:lnTo>
                    <a:pt x="930147" y="0"/>
                  </a:lnTo>
                  <a:close/>
                </a:path>
              </a:pathLst>
            </a:custGeom>
            <a:solidFill>
              <a:srgbClr val="D9D9D9"/>
            </a:soli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sp>
          <p:nvSpPr>
            <p:cNvPr id="1533" name="Google Shape;1533;p99"/>
            <p:cNvSpPr/>
            <p:nvPr/>
          </p:nvSpPr>
          <p:spPr>
            <a:xfrm>
              <a:off x="3318063" y="3194383"/>
              <a:ext cx="1203867" cy="1167385"/>
            </a:xfrm>
            <a:custGeom>
              <a:avLst/>
              <a:gdLst/>
              <a:ahLst/>
              <a:cxnLst/>
              <a:rect l="l" t="t" r="r" b="b"/>
              <a:pathLst>
                <a:path w="1203867" h="1167385">
                  <a:moveTo>
                    <a:pt x="277100" y="0"/>
                  </a:moveTo>
                  <a:lnTo>
                    <a:pt x="1203867" y="493148"/>
                  </a:lnTo>
                  <a:lnTo>
                    <a:pt x="1203867" y="1167385"/>
                  </a:lnTo>
                  <a:lnTo>
                    <a:pt x="0" y="498698"/>
                  </a:lnTo>
                  <a:close/>
                </a:path>
              </a:pathLst>
            </a:custGeom>
            <a:solidFill>
              <a:srgbClr val="C9636E"/>
            </a:soli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sp>
          <p:nvSpPr>
            <p:cNvPr id="1534" name="Google Shape;1534;p99"/>
            <p:cNvSpPr/>
            <p:nvPr/>
          </p:nvSpPr>
          <p:spPr>
            <a:xfrm flipH="1">
              <a:off x="4522196" y="3194383"/>
              <a:ext cx="1203867" cy="1167385"/>
            </a:xfrm>
            <a:custGeom>
              <a:avLst/>
              <a:gdLst/>
              <a:ahLst/>
              <a:cxnLst/>
              <a:rect l="l" t="t" r="r" b="b"/>
              <a:pathLst>
                <a:path w="1203867" h="1167385">
                  <a:moveTo>
                    <a:pt x="277100" y="0"/>
                  </a:moveTo>
                  <a:lnTo>
                    <a:pt x="1203867" y="493148"/>
                  </a:lnTo>
                  <a:lnTo>
                    <a:pt x="1203867" y="1167385"/>
                  </a:lnTo>
                  <a:lnTo>
                    <a:pt x="0" y="498698"/>
                  </a:lnTo>
                  <a:close/>
                </a:path>
              </a:pathLst>
            </a:custGeom>
            <a:solidFill>
              <a:schemeClr val="accent4"/>
            </a:soli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sp>
          <p:nvSpPr>
            <p:cNvPr id="1535" name="Google Shape;1535;p99"/>
            <p:cNvSpPr/>
            <p:nvPr/>
          </p:nvSpPr>
          <p:spPr>
            <a:xfrm>
              <a:off x="3844034" y="2401368"/>
              <a:ext cx="1356545" cy="672851"/>
            </a:xfrm>
            <a:custGeom>
              <a:avLst/>
              <a:gdLst/>
              <a:ahLst/>
              <a:cxnLst/>
              <a:rect l="l" t="t" r="r" b="b"/>
              <a:pathLst>
                <a:path w="1356545" h="672851">
                  <a:moveTo>
                    <a:pt x="0" y="306803"/>
                  </a:moveTo>
                  <a:lnTo>
                    <a:pt x="679142" y="672851"/>
                  </a:lnTo>
                  <a:lnTo>
                    <a:pt x="1356545" y="306803"/>
                  </a:lnTo>
                  <a:lnTo>
                    <a:pt x="680880" y="0"/>
                  </a:lnTo>
                  <a:close/>
                </a:path>
              </a:pathLst>
            </a:custGeom>
            <a:solidFill>
              <a:srgbClr val="D9D9D9"/>
            </a:soli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sp>
          <p:nvSpPr>
            <p:cNvPr id="1536" name="Google Shape;1536;p99"/>
            <p:cNvSpPr/>
            <p:nvPr/>
          </p:nvSpPr>
          <p:spPr>
            <a:xfrm>
              <a:off x="3930892" y="2272397"/>
              <a:ext cx="1175304" cy="581421"/>
            </a:xfrm>
            <a:custGeom>
              <a:avLst/>
              <a:gdLst/>
              <a:ahLst/>
              <a:cxnLst/>
              <a:rect l="l" t="t" r="r" b="b"/>
              <a:pathLst>
                <a:path w="1175304" h="581421">
                  <a:moveTo>
                    <a:pt x="0" y="269451"/>
                  </a:moveTo>
                  <a:lnTo>
                    <a:pt x="588249" y="581421"/>
                  </a:lnTo>
                  <a:lnTo>
                    <a:pt x="1175304" y="271235"/>
                  </a:lnTo>
                  <a:lnTo>
                    <a:pt x="587055" y="0"/>
                  </a:lnTo>
                  <a:close/>
                </a:path>
              </a:pathLst>
            </a:custGeom>
            <a:solidFill>
              <a:srgbClr val="D9D9D9"/>
            </a:soli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sp>
          <p:nvSpPr>
            <p:cNvPr id="1537" name="Google Shape;1537;p99"/>
            <p:cNvSpPr/>
            <p:nvPr/>
          </p:nvSpPr>
          <p:spPr>
            <a:xfrm>
              <a:off x="4052837" y="2081437"/>
              <a:ext cx="931314" cy="460727"/>
            </a:xfrm>
            <a:custGeom>
              <a:avLst/>
              <a:gdLst/>
              <a:ahLst/>
              <a:cxnLst/>
              <a:rect l="l" t="t" r="r" b="b"/>
              <a:pathLst>
                <a:path w="931314" h="460727">
                  <a:moveTo>
                    <a:pt x="0" y="210080"/>
                  </a:moveTo>
                  <a:lnTo>
                    <a:pt x="466254" y="460727"/>
                  </a:lnTo>
                  <a:lnTo>
                    <a:pt x="931314" y="210080"/>
                  </a:lnTo>
                  <a:lnTo>
                    <a:pt x="467447" y="0"/>
                  </a:lnTo>
                  <a:close/>
                </a:path>
              </a:pathLst>
            </a:custGeom>
            <a:solidFill>
              <a:srgbClr val="D9D9D9"/>
            </a:soli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sp>
          <p:nvSpPr>
            <p:cNvPr id="1538" name="Google Shape;1538;p99"/>
            <p:cNvSpPr/>
            <p:nvPr/>
          </p:nvSpPr>
          <p:spPr>
            <a:xfrm>
              <a:off x="4233144" y="1787006"/>
              <a:ext cx="573183" cy="289305"/>
            </a:xfrm>
            <a:custGeom>
              <a:avLst/>
              <a:gdLst/>
              <a:ahLst/>
              <a:cxnLst/>
              <a:rect l="l" t="t" r="r" b="b"/>
              <a:pathLst>
                <a:path w="573183" h="289305">
                  <a:moveTo>
                    <a:pt x="0" y="135849"/>
                  </a:moveTo>
                  <a:lnTo>
                    <a:pt x="285388" y="289305"/>
                  </a:lnTo>
                  <a:lnTo>
                    <a:pt x="573183" y="135849"/>
                  </a:lnTo>
                  <a:lnTo>
                    <a:pt x="288963" y="0"/>
                  </a:lnTo>
                  <a:close/>
                </a:path>
              </a:pathLst>
            </a:custGeom>
            <a:solidFill>
              <a:srgbClr val="D9D9D9"/>
            </a:soli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sp>
          <p:nvSpPr>
            <p:cNvPr id="1539" name="Google Shape;1539;p99"/>
            <p:cNvSpPr/>
            <p:nvPr/>
          </p:nvSpPr>
          <p:spPr>
            <a:xfrm>
              <a:off x="3640743" y="2708179"/>
              <a:ext cx="881371" cy="854431"/>
            </a:xfrm>
            <a:custGeom>
              <a:avLst/>
              <a:gdLst/>
              <a:ahLst/>
              <a:cxnLst/>
              <a:rect l="l" t="t" r="r" b="b"/>
              <a:pathLst>
                <a:path w="881371" h="854431">
                  <a:moveTo>
                    <a:pt x="202869" y="0"/>
                  </a:moveTo>
                  <a:lnTo>
                    <a:pt x="881371" y="360944"/>
                  </a:lnTo>
                  <a:lnTo>
                    <a:pt x="881371" y="854431"/>
                  </a:lnTo>
                  <a:lnTo>
                    <a:pt x="0" y="365006"/>
                  </a:lnTo>
                  <a:close/>
                </a:path>
              </a:pathLst>
            </a:custGeom>
            <a:solidFill>
              <a:srgbClr val="815B96"/>
            </a:soli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sp>
          <p:nvSpPr>
            <p:cNvPr id="1540" name="Google Shape;1540;p99"/>
            <p:cNvSpPr/>
            <p:nvPr/>
          </p:nvSpPr>
          <p:spPr>
            <a:xfrm>
              <a:off x="3964720" y="2291507"/>
              <a:ext cx="555203" cy="453658"/>
            </a:xfrm>
            <a:custGeom>
              <a:avLst/>
              <a:gdLst/>
              <a:ahLst/>
              <a:cxnLst/>
              <a:rect l="l" t="t" r="r" b="b"/>
              <a:pathLst>
                <a:path w="555203" h="453658">
                  <a:moveTo>
                    <a:pt x="88973" y="0"/>
                  </a:moveTo>
                  <a:lnTo>
                    <a:pt x="0" y="160633"/>
                  </a:lnTo>
                  <a:lnTo>
                    <a:pt x="555203" y="453658"/>
                  </a:lnTo>
                  <a:lnTo>
                    <a:pt x="555203" y="250647"/>
                  </a:lnTo>
                  <a:close/>
                </a:path>
              </a:pathLst>
            </a:custGeom>
            <a:gradFill>
              <a:gsLst>
                <a:gs pos="0">
                  <a:srgbClr val="FFCA37"/>
                </a:gs>
                <a:gs pos="100000">
                  <a:srgbClr val="AD8107"/>
                </a:gs>
              </a:gsLst>
              <a:lin ang="5400012" scaled="0"/>
            </a:gra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sp>
          <p:nvSpPr>
            <p:cNvPr id="1541" name="Google Shape;1541;p99"/>
            <p:cNvSpPr/>
            <p:nvPr/>
          </p:nvSpPr>
          <p:spPr>
            <a:xfrm flipH="1">
              <a:off x="4518736" y="2291507"/>
              <a:ext cx="555203" cy="453658"/>
            </a:xfrm>
            <a:custGeom>
              <a:avLst/>
              <a:gdLst/>
              <a:ahLst/>
              <a:cxnLst/>
              <a:rect l="l" t="t" r="r" b="b"/>
              <a:pathLst>
                <a:path w="555203" h="453658">
                  <a:moveTo>
                    <a:pt x="88973" y="0"/>
                  </a:moveTo>
                  <a:lnTo>
                    <a:pt x="0" y="160633"/>
                  </a:lnTo>
                  <a:lnTo>
                    <a:pt x="555203" y="453658"/>
                  </a:lnTo>
                  <a:lnTo>
                    <a:pt x="555203" y="250647"/>
                  </a:lnTo>
                  <a:close/>
                </a:path>
              </a:pathLst>
            </a:custGeom>
            <a:solidFill>
              <a:srgbClr val="F4B400"/>
            </a:soli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sp>
          <p:nvSpPr>
            <p:cNvPr id="1542" name="Google Shape;1542;p99"/>
            <p:cNvSpPr/>
            <p:nvPr/>
          </p:nvSpPr>
          <p:spPr>
            <a:xfrm>
              <a:off x="4084537" y="1922553"/>
              <a:ext cx="435387" cy="501365"/>
            </a:xfrm>
            <a:custGeom>
              <a:avLst/>
              <a:gdLst/>
              <a:ahLst/>
              <a:cxnLst/>
              <a:rect l="l" t="t" r="r" b="b"/>
              <a:pathLst>
                <a:path w="435387" h="501365">
                  <a:moveTo>
                    <a:pt x="149490" y="0"/>
                  </a:moveTo>
                  <a:lnTo>
                    <a:pt x="435387" y="153599"/>
                  </a:lnTo>
                  <a:lnTo>
                    <a:pt x="435387" y="501365"/>
                  </a:lnTo>
                  <a:lnTo>
                    <a:pt x="0" y="268337"/>
                  </a:lnTo>
                  <a:close/>
                </a:path>
              </a:pathLst>
            </a:custGeom>
            <a:solidFill>
              <a:srgbClr val="003865"/>
            </a:soli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sp>
          <p:nvSpPr>
            <p:cNvPr id="1543" name="Google Shape;1543;p99"/>
            <p:cNvSpPr/>
            <p:nvPr/>
          </p:nvSpPr>
          <p:spPr>
            <a:xfrm flipH="1">
              <a:off x="4518735" y="1922553"/>
              <a:ext cx="435387" cy="501365"/>
            </a:xfrm>
            <a:custGeom>
              <a:avLst/>
              <a:gdLst/>
              <a:ahLst/>
              <a:cxnLst/>
              <a:rect l="l" t="t" r="r" b="b"/>
              <a:pathLst>
                <a:path w="435387" h="501365">
                  <a:moveTo>
                    <a:pt x="149490" y="0"/>
                  </a:moveTo>
                  <a:lnTo>
                    <a:pt x="435387" y="153599"/>
                  </a:lnTo>
                  <a:lnTo>
                    <a:pt x="435387" y="501365"/>
                  </a:lnTo>
                  <a:lnTo>
                    <a:pt x="0" y="268337"/>
                  </a:lnTo>
                  <a:close/>
                </a:path>
              </a:pathLst>
            </a:custGeom>
            <a:solidFill>
              <a:schemeClr val="dk1"/>
            </a:soli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sp>
          <p:nvSpPr>
            <p:cNvPr id="1544" name="Google Shape;1544;p99"/>
            <p:cNvSpPr/>
            <p:nvPr/>
          </p:nvSpPr>
          <p:spPr>
            <a:xfrm>
              <a:off x="4266040" y="1368287"/>
              <a:ext cx="253884" cy="593119"/>
            </a:xfrm>
            <a:custGeom>
              <a:avLst/>
              <a:gdLst/>
              <a:ahLst/>
              <a:cxnLst/>
              <a:rect l="l" t="t" r="r" b="b"/>
              <a:pathLst>
                <a:path w="253884" h="593119">
                  <a:moveTo>
                    <a:pt x="253884" y="0"/>
                  </a:moveTo>
                  <a:lnTo>
                    <a:pt x="0" y="451917"/>
                  </a:lnTo>
                  <a:lnTo>
                    <a:pt x="253884" y="593119"/>
                  </a:lnTo>
                  <a:close/>
                </a:path>
              </a:pathLst>
            </a:custGeom>
            <a:solidFill>
              <a:schemeClr val="dk1"/>
            </a:soli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sp>
          <p:nvSpPr>
            <p:cNvPr id="1545" name="Google Shape;1545;p99"/>
            <p:cNvSpPr/>
            <p:nvPr/>
          </p:nvSpPr>
          <p:spPr>
            <a:xfrm flipH="1">
              <a:off x="4518734" y="1368287"/>
              <a:ext cx="253884" cy="593119"/>
            </a:xfrm>
            <a:custGeom>
              <a:avLst/>
              <a:gdLst/>
              <a:ahLst/>
              <a:cxnLst/>
              <a:rect l="l" t="t" r="r" b="b"/>
              <a:pathLst>
                <a:path w="253884" h="593119">
                  <a:moveTo>
                    <a:pt x="253884" y="0"/>
                  </a:moveTo>
                  <a:lnTo>
                    <a:pt x="0" y="451917"/>
                  </a:lnTo>
                  <a:lnTo>
                    <a:pt x="253884" y="593119"/>
                  </a:lnTo>
                  <a:close/>
                </a:path>
              </a:pathLst>
            </a:custGeom>
            <a:solidFill>
              <a:schemeClr val="lt2"/>
            </a:soli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sp>
          <p:nvSpPr>
            <p:cNvPr id="1546" name="Google Shape;1546;p99"/>
            <p:cNvSpPr/>
            <p:nvPr/>
          </p:nvSpPr>
          <p:spPr>
            <a:xfrm>
              <a:off x="3877348" y="2290728"/>
              <a:ext cx="642683" cy="657851"/>
            </a:xfrm>
            <a:custGeom>
              <a:avLst/>
              <a:gdLst/>
              <a:ahLst/>
              <a:cxnLst/>
              <a:rect l="l" t="t" r="r" b="b"/>
              <a:pathLst>
                <a:path w="642683" h="657851">
                  <a:moveTo>
                    <a:pt x="176526" y="0"/>
                  </a:moveTo>
                  <a:lnTo>
                    <a:pt x="0" y="312325"/>
                  </a:lnTo>
                  <a:lnTo>
                    <a:pt x="642683" y="657851"/>
                  </a:lnTo>
                  <a:lnTo>
                    <a:pt x="642683" y="247447"/>
                  </a:lnTo>
                  <a:close/>
                </a:path>
              </a:pathLst>
            </a:custGeom>
            <a:solidFill>
              <a:srgbClr val="1D9096"/>
            </a:soli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sp>
          <p:nvSpPr>
            <p:cNvPr id="1547" name="Google Shape;1547;p99"/>
            <p:cNvSpPr/>
            <p:nvPr/>
          </p:nvSpPr>
          <p:spPr>
            <a:xfrm flipH="1">
              <a:off x="4518572" y="2291772"/>
              <a:ext cx="642683" cy="657851"/>
            </a:xfrm>
            <a:custGeom>
              <a:avLst/>
              <a:gdLst/>
              <a:ahLst/>
              <a:cxnLst/>
              <a:rect l="l" t="t" r="r" b="b"/>
              <a:pathLst>
                <a:path w="642683" h="657851">
                  <a:moveTo>
                    <a:pt x="176526" y="0"/>
                  </a:moveTo>
                  <a:lnTo>
                    <a:pt x="0" y="312325"/>
                  </a:lnTo>
                  <a:lnTo>
                    <a:pt x="642683" y="657851"/>
                  </a:lnTo>
                  <a:lnTo>
                    <a:pt x="642683" y="247447"/>
                  </a:lnTo>
                  <a:close/>
                </a:path>
              </a:pathLst>
            </a:custGeom>
            <a:solidFill>
              <a:schemeClr val="accent2"/>
            </a:soli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sp>
          <p:nvSpPr>
            <p:cNvPr id="1548" name="Google Shape;1548;p99"/>
            <p:cNvSpPr/>
            <p:nvPr/>
          </p:nvSpPr>
          <p:spPr>
            <a:xfrm flipH="1">
              <a:off x="4522009" y="2708179"/>
              <a:ext cx="881371" cy="854431"/>
            </a:xfrm>
            <a:custGeom>
              <a:avLst/>
              <a:gdLst/>
              <a:ahLst/>
              <a:cxnLst/>
              <a:rect l="l" t="t" r="r" b="b"/>
              <a:pathLst>
                <a:path w="881371" h="854431">
                  <a:moveTo>
                    <a:pt x="202869" y="0"/>
                  </a:moveTo>
                  <a:lnTo>
                    <a:pt x="881371" y="360944"/>
                  </a:lnTo>
                  <a:lnTo>
                    <a:pt x="881371" y="854431"/>
                  </a:lnTo>
                  <a:lnTo>
                    <a:pt x="0" y="365006"/>
                  </a:lnTo>
                  <a:close/>
                </a:path>
              </a:pathLst>
            </a:custGeom>
            <a:solidFill>
              <a:schemeClr val="accent3"/>
            </a:solidFill>
            <a:ln>
              <a:noFill/>
            </a:ln>
          </p:spPr>
          <p:txBody>
            <a:bodyPr/>
            <a:lstStyle/>
            <a:p>
              <a:pPr marL="0" lvl="0" indent="0" algn="l" defTabSz="914400">
                <a:lnSpc>
                  <a:spcPct val="100000"/>
                </a:lnSpc>
                <a:spcBef>
                  <a:spcPts val="0"/>
                </a:spcBef>
                <a:spcAft>
                  <a:spcPts val="0"/>
                </a:spcAft>
                <a:buClr>
                  <a:srgbClr val="000000"/>
                </a:buClr>
                <a:buSzTx/>
                <a:buFont typeface="Arial"/>
                <a:buNone/>
                <a:defRPr/>
              </a:pPr>
              <a:endParaRPr lang="zh-CN" altLang="en-US" sz="2000" b="0" i="0" u="none" strike="noStrike" kern="0" spc="0" baseline="0">
                <a:ln>
                  <a:noFill/>
                </a:ln>
                <a:solidFill>
                  <a:srgbClr val="000000"/>
                </a:solidFill>
                <a:effectLst/>
                <a:latin typeface="Microsoft YaHei"/>
                <a:ea typeface="Microsoft YaHei"/>
              </a:endParaRPr>
            </a:p>
          </p:txBody>
        </p:sp>
      </p:grpSp>
      <p:sp>
        <p:nvSpPr>
          <p:cNvPr id="5" name="Google Shape;304;p42">
            <a:extLst>
              <a:ext uri="{FF2B5EF4-FFF2-40B4-BE49-F238E27FC236}">
                <a16:creationId xmlns:a16="http://schemas.microsoft.com/office/drawing/2014/main" id="{3EBD0DBE-9DD9-A37F-B6FA-F7EE3A098906}"/>
              </a:ext>
            </a:extLst>
          </p:cNvPr>
          <p:cNvSpPr txBox="1">
            <a:spLocks noGrp="1"/>
          </p:cNvSpPr>
          <p:nvPr>
            <p:ph type="title"/>
          </p:nvPr>
        </p:nvSpPr>
        <p:spPr>
          <a:xfrm>
            <a:off x="93825" y="107233"/>
            <a:ext cx="7888800" cy="309600"/>
          </a:xfrm>
          <a:prstGeom prst="rect">
            <a:avLst/>
          </a:prstGeom>
        </p:spPr>
        <p:txBody>
          <a:bodyPr wrap="square" lIns="91425" tIns="91425" rIns="91425" bIns="91425" anchor="t" anchorCtr="0"/>
          <a:lstStyle/>
          <a:p>
            <a:pPr marL="0" lvl="0" indent="0" algn="l">
              <a:spcBef>
                <a:spcPts val="0"/>
              </a:spcBef>
              <a:spcAft>
                <a:spcPts val="0"/>
              </a:spcAft>
              <a:buNone/>
            </a:pPr>
            <a:r>
              <a:rPr lang="zh-CN" altLang="zh-CN" b="1">
                <a:latin typeface="Microsoft YaHei"/>
                <a:ea typeface="Microsoft YaHei"/>
              </a:rPr>
              <a:t>学员提升目标</a:t>
            </a:r>
            <a:endParaRPr b="1">
              <a:latin typeface="Microsoft YaHei"/>
              <a:ea typeface="Microsoft YaHe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164CA0BD-DCC4-86CA-2AA0-90B85268DED2}"/>
            </a:ext>
          </a:extLst>
        </p:cNvPr>
        <p:cNvGrpSpPr/>
        <p:nvPr/>
      </p:nvGrpSpPr>
      <p:grpSpPr>
        <a:xfrm>
          <a:off x="0" y="0"/>
          <a:ext cx="0" cy="0"/>
          <a:chOff x="0" y="0"/>
          <a:chExt cx="0" cy="0"/>
        </a:xfrm>
      </p:grpSpPr>
      <p:sp>
        <p:nvSpPr>
          <p:cNvPr id="194" name="Google Shape;194;p23">
            <a:extLst>
              <a:ext uri="{FF2B5EF4-FFF2-40B4-BE49-F238E27FC236}">
                <a16:creationId xmlns:a16="http://schemas.microsoft.com/office/drawing/2014/main" id="{C7512FE1-98FA-EF9B-21AD-FFFC0F4B02AA}"/>
              </a:ext>
            </a:extLst>
          </p:cNvPr>
          <p:cNvSpPr txBox="1">
            <a:spLocks noGrp="1"/>
          </p:cNvSpPr>
          <p:nvPr>
            <p:ph type="title"/>
          </p:nvPr>
        </p:nvSpPr>
        <p:spPr>
          <a:xfrm>
            <a:off x="253306" y="570650"/>
            <a:ext cx="6916104" cy="424155"/>
          </a:xfrm>
          <a:prstGeom prst="rect">
            <a:avLst/>
          </a:prstGeom>
        </p:spPr>
        <p:txBody>
          <a:bodyPr wrap="square" lIns="91425" tIns="91425" rIns="91425" bIns="91425" anchor="t" anchorCtr="0"/>
          <a:lstStyle/>
          <a:p>
            <a:pPr marL="0" lvl="0" indent="0" algn="l">
              <a:spcBef>
                <a:spcPts val="0"/>
              </a:spcBef>
              <a:spcAft>
                <a:spcPts val="0"/>
              </a:spcAft>
              <a:buNone/>
            </a:pPr>
            <a:r>
              <a:rPr lang="zh-CN" altLang="zh-CN" sz="1400" b="1">
                <a:solidFill>
                  <a:srgbClr val="125284"/>
                </a:solidFill>
                <a:latin typeface="Microsoft YaHei"/>
                <a:ea typeface="Microsoft YaHei"/>
              </a:rPr>
              <a:t>北京大学</a:t>
            </a:r>
            <a:r>
              <a:rPr lang="en-US" altLang="en-US" sz="1400" b="1">
                <a:solidFill>
                  <a:srgbClr val="125284"/>
                </a:solidFill>
                <a:latin typeface="Microsoft YaHei"/>
                <a:ea typeface="Microsoft YaHei"/>
              </a:rPr>
              <a:t>·</a:t>
            </a:r>
            <a:r>
              <a:rPr lang="zh-CN" altLang="zh-CN" sz="1400" b="1">
                <a:solidFill>
                  <a:srgbClr val="125284"/>
                </a:solidFill>
                <a:latin typeface="Microsoft YaHei"/>
                <a:ea typeface="Microsoft YaHei"/>
              </a:rPr>
              <a:t>心理健康双因素模型（</a:t>
            </a:r>
            <a:r>
              <a:rPr lang="en-US" altLang="en-US" sz="1400" b="1">
                <a:solidFill>
                  <a:srgbClr val="125284"/>
                </a:solidFill>
                <a:latin typeface="Microsoft YaHei"/>
                <a:ea typeface="Microsoft YaHei"/>
              </a:rPr>
              <a:t>Dual-Factor Model, DFM</a:t>
            </a:r>
            <a:r>
              <a:rPr lang="zh-CN" altLang="zh-CN" sz="1400" b="1">
                <a:solidFill>
                  <a:srgbClr val="125284"/>
                </a:solidFill>
                <a:latin typeface="Microsoft YaHei"/>
                <a:ea typeface="Microsoft YaHei"/>
              </a:rPr>
              <a:t>）</a:t>
            </a:r>
            <a:r>
              <a:rPr lang="en-US" altLang="en-US" sz="1400">
                <a:latin typeface="Microsoft YaHei"/>
                <a:ea typeface="Microsoft YaHei"/>
              </a:rPr>
              <a:t> </a:t>
            </a:r>
            <a:endParaRPr sz="1400">
              <a:latin typeface="Microsoft YaHei"/>
              <a:ea typeface="Microsoft YaHei"/>
            </a:endParaRPr>
          </a:p>
        </p:txBody>
      </p:sp>
      <p:graphicFrame>
        <p:nvGraphicFramePr>
          <p:cNvPr id="195" name="Google Shape;242;p25">
            <a:extLst>
              <a:ext uri="{FF2B5EF4-FFF2-40B4-BE49-F238E27FC236}">
                <a16:creationId xmlns:a16="http://schemas.microsoft.com/office/drawing/2014/main" id="{85D16DFB-9067-09CE-5514-78EDB2FBF656}"/>
              </a:ext>
            </a:extLst>
          </p:cNvPr>
          <p:cNvGraphicFramePr/>
          <p:nvPr>
            <p:extLst>
              <p:ext uri="{D42A27DB-BD31-4B8C-83A1-F6EECF244321}">
                <p14:modId xmlns:p14="http://schemas.microsoft.com/office/powerpoint/2010/main" val="1162141655"/>
              </p:ext>
            </p:extLst>
          </p:nvPr>
        </p:nvGraphicFramePr>
        <p:xfrm>
          <a:off x="253306" y="1108747"/>
          <a:ext cx="8377800" cy="1508700"/>
        </p:xfrm>
        <a:graphic>
          <a:graphicData uri="http://schemas.openxmlformats.org/drawingml/2006/table">
            <a:tbl>
              <a:tblPr/>
              <a:tblGrid>
                <a:gridCol w="1271800">
                  <a:extLst>
                    <a:ext uri="{9D8B030D-6E8A-4147-A177-3AD203B41FA5}">
                      <a16:colId xmlns:a16="http://schemas.microsoft.com/office/drawing/2014/main" val="20000"/>
                    </a:ext>
                  </a:extLst>
                </a:gridCol>
                <a:gridCol w="1776500">
                  <a:extLst>
                    <a:ext uri="{9D8B030D-6E8A-4147-A177-3AD203B41FA5}">
                      <a16:colId xmlns:a16="http://schemas.microsoft.com/office/drawing/2014/main" val="20001"/>
                    </a:ext>
                  </a:extLst>
                </a:gridCol>
                <a:gridCol w="1776500">
                  <a:extLst>
                    <a:ext uri="{9D8B030D-6E8A-4147-A177-3AD203B41FA5}">
                      <a16:colId xmlns:a16="http://schemas.microsoft.com/office/drawing/2014/main" val="20002"/>
                    </a:ext>
                  </a:extLst>
                </a:gridCol>
                <a:gridCol w="1776500">
                  <a:extLst>
                    <a:ext uri="{9D8B030D-6E8A-4147-A177-3AD203B41FA5}">
                      <a16:colId xmlns:a16="http://schemas.microsoft.com/office/drawing/2014/main" val="20003"/>
                    </a:ext>
                  </a:extLst>
                </a:gridCol>
                <a:gridCol w="1776500">
                  <a:extLst>
                    <a:ext uri="{9D8B030D-6E8A-4147-A177-3AD203B41FA5}">
                      <a16:colId xmlns:a16="http://schemas.microsoft.com/office/drawing/2014/main" val="20004"/>
                    </a:ext>
                  </a:extLst>
                </a:gridCol>
              </a:tblGrid>
              <a:tr h="381000">
                <a:tc>
                  <a:txBody>
                    <a:bodyPr/>
                    <a:lstStyle/>
                    <a:p>
                      <a:pPr marL="0" lvl="0" indent="0" algn="l">
                        <a:spcBef>
                          <a:spcPts val="0"/>
                        </a:spcBef>
                        <a:spcAft>
                          <a:spcPts val="0"/>
                        </a:spcAft>
                        <a:buNone/>
                      </a:pPr>
                      <a:endParaRPr sz="1000" b="1">
                        <a:solidFill>
                          <a:schemeClr val="accent6"/>
                        </a:solidFill>
                        <a:latin typeface="Poppins"/>
                        <a:ea typeface="Poppi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dk1"/>
                    </a:solidFill>
                  </a:tcPr>
                </a:tc>
                <a:tc>
                  <a:txBody>
                    <a:bodyPr/>
                    <a:lstStyle/>
                    <a:p>
                      <a:pPr marL="0" lvl="0" indent="0" algn="l">
                        <a:spcBef>
                          <a:spcPts val="0"/>
                        </a:spcBef>
                        <a:spcAft>
                          <a:spcPts val="0"/>
                        </a:spcAft>
                        <a:buNone/>
                      </a:pPr>
                      <a:r>
                        <a:rPr lang="en-US" altLang="en-US" sz="1000" b="1">
                          <a:solidFill>
                            <a:srgbClr val="FAFAFA"/>
                          </a:solidFill>
                          <a:latin typeface="Poppins"/>
                          <a:ea typeface="Poppins"/>
                        </a:rPr>
                        <a:t>1</a:t>
                      </a:r>
                      <a:r>
                        <a:rPr lang="zh-CN" altLang="zh-CN" sz="1000" b="1">
                          <a:solidFill>
                            <a:srgbClr val="FAFAFA"/>
                          </a:solidFill>
                          <a:latin typeface="Poppins"/>
                          <a:ea typeface="Poppins"/>
                        </a:rPr>
                        <a:t>类：完全心理健康者</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dk1"/>
                    </a:solidFill>
                  </a:tcPr>
                </a:tc>
                <a:tc>
                  <a:txBody>
                    <a:bodyPr/>
                    <a:lstStyle/>
                    <a:p>
                      <a:pPr marL="0" lvl="0" indent="0" algn="l">
                        <a:spcBef>
                          <a:spcPts val="0"/>
                        </a:spcBef>
                        <a:spcAft>
                          <a:spcPts val="0"/>
                        </a:spcAft>
                        <a:buNone/>
                      </a:pPr>
                      <a:r>
                        <a:rPr lang="en-US" altLang="en-US" sz="1000" b="1">
                          <a:solidFill>
                            <a:srgbClr val="FAFAFA"/>
                          </a:solidFill>
                          <a:latin typeface="Poppins"/>
                          <a:ea typeface="Poppins"/>
                        </a:rPr>
                        <a:t>2</a:t>
                      </a:r>
                      <a:r>
                        <a:rPr lang="zh-CN" altLang="zh-CN" sz="1000" b="1">
                          <a:solidFill>
                            <a:srgbClr val="FAFAFA"/>
                          </a:solidFill>
                          <a:latin typeface="Poppins"/>
                          <a:ea typeface="Poppins"/>
                        </a:rPr>
                        <a:t>类：部分心理健康者</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dk1"/>
                    </a:solidFill>
                  </a:tcPr>
                </a:tc>
                <a:tc>
                  <a:txBody>
                    <a:bodyPr/>
                    <a:lstStyle/>
                    <a:p>
                      <a:pPr marL="0" lvl="0" indent="0" algn="l">
                        <a:spcBef>
                          <a:spcPts val="0"/>
                        </a:spcBef>
                        <a:spcAft>
                          <a:spcPts val="0"/>
                        </a:spcAft>
                        <a:buNone/>
                      </a:pPr>
                      <a:r>
                        <a:rPr lang="en-US" altLang="en-US" sz="1000" b="1">
                          <a:solidFill>
                            <a:srgbClr val="FAFAFA"/>
                          </a:solidFill>
                          <a:latin typeface="Poppins"/>
                          <a:ea typeface="Poppins"/>
                        </a:rPr>
                        <a:t>3</a:t>
                      </a:r>
                      <a:r>
                        <a:rPr lang="zh-CN" altLang="zh-CN" sz="1000" b="1">
                          <a:solidFill>
                            <a:srgbClr val="FAFAFA"/>
                          </a:solidFill>
                          <a:latin typeface="Poppins"/>
                          <a:ea typeface="Poppins"/>
                        </a:rPr>
                        <a:t>类；部分病态者</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dk1"/>
                    </a:solidFill>
                  </a:tcPr>
                </a:tc>
                <a:tc>
                  <a:txBody>
                    <a:bodyPr/>
                    <a:lstStyle/>
                    <a:p>
                      <a:pPr marL="0" lvl="0" indent="0" algn="l">
                        <a:spcBef>
                          <a:spcPts val="0"/>
                        </a:spcBef>
                        <a:spcAft>
                          <a:spcPts val="0"/>
                        </a:spcAft>
                        <a:buNone/>
                      </a:pPr>
                      <a:r>
                        <a:rPr lang="en-US" altLang="en-US" sz="1000" b="1">
                          <a:solidFill>
                            <a:srgbClr val="FAFAFA"/>
                          </a:solidFill>
                          <a:latin typeface="Poppins"/>
                          <a:ea typeface="Poppins"/>
                        </a:rPr>
                        <a:t>4</a:t>
                      </a:r>
                      <a:r>
                        <a:rPr lang="zh-CN" altLang="zh-CN" sz="1000" b="1">
                          <a:solidFill>
                            <a:srgbClr val="FAFAFA"/>
                          </a:solidFill>
                          <a:latin typeface="Poppins"/>
                          <a:ea typeface="Poppins"/>
                        </a:rPr>
                        <a:t>类：完全病态者</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381000">
                <a:tc>
                  <a:txBody>
                    <a:bodyPr/>
                    <a:lstStyle/>
                    <a:p>
                      <a:pPr marL="0" lvl="0" indent="0" algn="l">
                        <a:spcBef>
                          <a:spcPts val="0"/>
                        </a:spcBef>
                        <a:spcAft>
                          <a:spcPts val="0"/>
                        </a:spcAft>
                        <a:buNone/>
                      </a:pPr>
                      <a:r>
                        <a:rPr lang="zh-CN" altLang="zh-CN" sz="1000" b="1">
                          <a:solidFill>
                            <a:srgbClr val="FAFAFA"/>
                          </a:solidFill>
                          <a:latin typeface="Poppins"/>
                          <a:ea typeface="Poppins"/>
                        </a:rPr>
                        <a:t>主要特点</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dk1"/>
                    </a:solidFill>
                  </a:tcPr>
                </a:tc>
                <a:tc>
                  <a:txBody>
                    <a:bodyPr/>
                    <a:lstStyle/>
                    <a:p>
                      <a:pPr marL="0" lvl="0" indent="0" algn="l">
                        <a:spcBef>
                          <a:spcPts val="0"/>
                        </a:spcBef>
                        <a:spcAft>
                          <a:spcPts val="0"/>
                        </a:spcAft>
                        <a:buNone/>
                      </a:pPr>
                      <a:r>
                        <a:rPr lang="zh-CN" altLang="zh-CN" sz="1000">
                          <a:solidFill>
                            <a:srgbClr val="FAFAFA"/>
                          </a:solidFill>
                          <a:latin typeface="Poppins"/>
                          <a:ea typeface="Poppins"/>
                        </a:rPr>
                        <a:t>高主观幸福感，低心理疾病症状</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2"/>
                    </a:solidFill>
                  </a:tcPr>
                </a:tc>
                <a:tc>
                  <a:txBody>
                    <a:bodyPr/>
                    <a:lstStyle/>
                    <a:p>
                      <a:pPr marL="0" lvl="0" indent="0" algn="l">
                        <a:spcBef>
                          <a:spcPts val="0"/>
                        </a:spcBef>
                        <a:spcAft>
                          <a:spcPts val="0"/>
                        </a:spcAft>
                        <a:buNone/>
                      </a:pPr>
                      <a:r>
                        <a:rPr lang="zh-CN" altLang="zh-CN" sz="1000">
                          <a:solidFill>
                            <a:srgbClr val="FAFAFA"/>
                          </a:solidFill>
                          <a:latin typeface="Poppins"/>
                          <a:ea typeface="Poppins"/>
                        </a:rPr>
                        <a:t>低主观幸福感，低心理疾病症状</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3"/>
                    </a:solidFill>
                  </a:tcPr>
                </a:tc>
                <a:tc>
                  <a:txBody>
                    <a:bodyPr/>
                    <a:lstStyle/>
                    <a:p>
                      <a:pPr marL="0" lvl="0" indent="0" algn="l">
                        <a:spcBef>
                          <a:spcPts val="0"/>
                        </a:spcBef>
                        <a:spcAft>
                          <a:spcPts val="0"/>
                        </a:spcAft>
                        <a:buNone/>
                      </a:pPr>
                      <a:r>
                        <a:rPr lang="zh-CN" altLang="zh-CN" sz="1000">
                          <a:solidFill>
                            <a:srgbClr val="FAFAFA"/>
                          </a:solidFill>
                          <a:latin typeface="Poppins"/>
                          <a:ea typeface="Poppins"/>
                        </a:rPr>
                        <a:t>高主观幸福感，高心理疾病症状</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a:lstStyle/>
                    <a:p>
                      <a:pPr marL="0" lvl="0" indent="0" algn="l">
                        <a:spcBef>
                          <a:spcPts val="0"/>
                        </a:spcBef>
                        <a:spcAft>
                          <a:spcPts val="0"/>
                        </a:spcAft>
                        <a:buNone/>
                      </a:pPr>
                      <a:r>
                        <a:rPr lang="zh-CN" altLang="zh-CN" sz="1000">
                          <a:solidFill>
                            <a:srgbClr val="FAFAFA"/>
                          </a:solidFill>
                          <a:latin typeface="Poppins"/>
                          <a:ea typeface="Poppins"/>
                        </a:rPr>
                        <a:t>低主观幸福感，高尽力疾病症状</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1"/>
                    </a:solidFill>
                  </a:tcPr>
                </a:tc>
                <a:extLst>
                  <a:ext uri="{0D108BD9-81ED-4DB2-BD59-A6C34878D82A}">
                    <a16:rowId xmlns:a16="http://schemas.microsoft.com/office/drawing/2014/main" val="10001"/>
                  </a:ext>
                </a:extLst>
              </a:tr>
              <a:tr h="381000">
                <a:tc>
                  <a:txBody>
                    <a:bodyPr/>
                    <a:lstStyle/>
                    <a:p>
                      <a:pPr marL="0" lvl="0" indent="0" algn="l">
                        <a:spcBef>
                          <a:spcPts val="0"/>
                        </a:spcBef>
                        <a:spcAft>
                          <a:spcPts val="0"/>
                        </a:spcAft>
                        <a:buNone/>
                      </a:pPr>
                      <a:r>
                        <a:rPr lang="zh-CN" altLang="zh-CN" sz="1000" b="1">
                          <a:solidFill>
                            <a:srgbClr val="FAFAFA"/>
                          </a:solidFill>
                          <a:latin typeface="Poppins"/>
                          <a:ea typeface="Poppins"/>
                        </a:rPr>
                        <a:t>提升心理健康</a:t>
                      </a:r>
                    </a:p>
                    <a:p>
                      <a:pPr marL="0" lvl="0" indent="0" algn="l">
                        <a:spcBef>
                          <a:spcPts val="0"/>
                        </a:spcBef>
                        <a:spcAft>
                          <a:spcPts val="0"/>
                        </a:spcAft>
                        <a:buNone/>
                      </a:pPr>
                      <a:r>
                        <a:rPr lang="zh-CN" altLang="zh-CN" sz="1000" b="1">
                          <a:solidFill>
                            <a:srgbClr val="FAFAFA"/>
                          </a:solidFill>
                          <a:latin typeface="Poppins"/>
                          <a:ea typeface="Poppins"/>
                        </a:rPr>
                        <a:t>方法举例</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dk1"/>
                    </a:solidFill>
                  </a:tcPr>
                </a:tc>
                <a:tc>
                  <a:txBody>
                    <a:bodyPr/>
                    <a:lstStyle/>
                    <a:p>
                      <a:pPr marL="0" lvl="0" indent="0" algn="l">
                        <a:spcBef>
                          <a:spcPts val="0"/>
                        </a:spcBef>
                        <a:spcAft>
                          <a:spcPts val="0"/>
                        </a:spcAft>
                        <a:buNone/>
                      </a:pPr>
                      <a:r>
                        <a:rPr lang="zh-CN" altLang="zh-CN" sz="1000">
                          <a:solidFill>
                            <a:srgbClr val="FAFAFA"/>
                          </a:solidFill>
                          <a:latin typeface="Poppins"/>
                          <a:ea typeface="Poppins"/>
                        </a:rPr>
                        <a:t>培养积极的逆境观</a:t>
                      </a:r>
                    </a:p>
                    <a:p>
                      <a:pPr marL="0" lvl="0" indent="0" algn="l">
                        <a:spcBef>
                          <a:spcPts val="0"/>
                        </a:spcBef>
                        <a:spcAft>
                          <a:spcPts val="0"/>
                        </a:spcAft>
                        <a:buNone/>
                      </a:pPr>
                      <a:r>
                        <a:rPr lang="zh-CN" altLang="zh-CN" sz="1000">
                          <a:solidFill>
                            <a:srgbClr val="FAFAFA"/>
                          </a:solidFill>
                          <a:latin typeface="Poppins"/>
                          <a:ea typeface="Poppins"/>
                        </a:rPr>
                        <a:t>提高情绪韧性</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2"/>
                    </a:solidFill>
                  </a:tcPr>
                </a:tc>
                <a:tc>
                  <a:txBody>
                    <a:bodyPr/>
                    <a:lstStyle/>
                    <a:p>
                      <a:pPr marL="0" lvl="0" indent="0" algn="l">
                        <a:spcBef>
                          <a:spcPts val="0"/>
                        </a:spcBef>
                        <a:spcAft>
                          <a:spcPts val="0"/>
                        </a:spcAft>
                        <a:buNone/>
                      </a:pPr>
                      <a:r>
                        <a:rPr lang="zh-CN" altLang="zh-CN" sz="1000">
                          <a:solidFill>
                            <a:srgbClr val="FAFAFA"/>
                          </a:solidFill>
                          <a:latin typeface="Poppins"/>
                          <a:ea typeface="Poppins"/>
                        </a:rPr>
                        <a:t>提升幸福感</a:t>
                      </a:r>
                    </a:p>
                    <a:p>
                      <a:pPr marL="0" lvl="0" indent="0" algn="l">
                        <a:spcBef>
                          <a:spcPts val="0"/>
                        </a:spcBef>
                        <a:spcAft>
                          <a:spcPts val="0"/>
                        </a:spcAft>
                        <a:buNone/>
                      </a:pPr>
                      <a:r>
                        <a:rPr lang="zh-CN" altLang="zh-CN" sz="1000">
                          <a:solidFill>
                            <a:srgbClr val="FAFAFA"/>
                          </a:solidFill>
                          <a:latin typeface="Poppins"/>
                          <a:ea typeface="Poppins"/>
                        </a:rPr>
                        <a:t>培养积极的逆境观</a:t>
                      </a:r>
                    </a:p>
                    <a:p>
                      <a:pPr marL="0" lvl="0" indent="0" algn="l">
                        <a:spcBef>
                          <a:spcPts val="0"/>
                        </a:spcBef>
                        <a:spcAft>
                          <a:spcPts val="0"/>
                        </a:spcAft>
                        <a:buNone/>
                      </a:pPr>
                      <a:r>
                        <a:rPr lang="zh-CN" altLang="zh-CN" sz="1000">
                          <a:solidFill>
                            <a:srgbClr val="FAFAFA"/>
                          </a:solidFill>
                          <a:latin typeface="Poppins"/>
                          <a:ea typeface="Poppins"/>
                        </a:rPr>
                        <a:t>提高情绪韧性</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3"/>
                    </a:solidFill>
                  </a:tcPr>
                </a:tc>
                <a:tc>
                  <a:txBody>
                    <a:bodyPr/>
                    <a:lstStyle/>
                    <a:p>
                      <a:pPr marL="0" lvl="0" indent="0" algn="l">
                        <a:spcBef>
                          <a:spcPts val="0"/>
                        </a:spcBef>
                        <a:spcAft>
                          <a:spcPts val="0"/>
                        </a:spcAft>
                        <a:buNone/>
                      </a:pPr>
                      <a:r>
                        <a:rPr lang="zh-CN" altLang="zh-CN" sz="1000">
                          <a:solidFill>
                            <a:srgbClr val="FAFAFA"/>
                          </a:solidFill>
                          <a:latin typeface="Poppins"/>
                          <a:ea typeface="Poppins"/>
                        </a:rPr>
                        <a:t>心理治疗，医学治疗</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4"/>
                    </a:solidFill>
                  </a:tcPr>
                </a:tc>
                <a:tc>
                  <a:txBody>
                    <a:bodyPr/>
                    <a:lstStyle/>
                    <a:p>
                      <a:pPr marL="0" lvl="0" indent="0" algn="l">
                        <a:spcBef>
                          <a:spcPts val="0"/>
                        </a:spcBef>
                        <a:spcAft>
                          <a:spcPts val="0"/>
                        </a:spcAft>
                        <a:buNone/>
                      </a:pPr>
                      <a:r>
                        <a:rPr lang="zh-CN" altLang="zh-CN" sz="1000">
                          <a:solidFill>
                            <a:srgbClr val="FAFAFA"/>
                          </a:solidFill>
                          <a:latin typeface="Poppins"/>
                          <a:ea typeface="Poppins"/>
                        </a:rPr>
                        <a:t>精神疾病评估</a:t>
                      </a:r>
                    </a:p>
                    <a:p>
                      <a:pPr marL="0" lvl="0" indent="0" algn="l">
                        <a:spcBef>
                          <a:spcPts val="0"/>
                        </a:spcBef>
                        <a:spcAft>
                          <a:spcPts val="0"/>
                        </a:spcAft>
                        <a:buNone/>
                      </a:pPr>
                      <a:r>
                        <a:rPr lang="zh-CN" altLang="zh-CN" sz="1000">
                          <a:solidFill>
                            <a:srgbClr val="FAFAFA"/>
                          </a:solidFill>
                          <a:latin typeface="Poppins"/>
                          <a:ea typeface="Poppins"/>
                        </a:rPr>
                        <a:t>医学治疗</a:t>
                      </a:r>
                    </a:p>
                    <a:p>
                      <a:pPr marL="0" lvl="0" indent="0" algn="l">
                        <a:spcBef>
                          <a:spcPts val="0"/>
                        </a:spcBef>
                        <a:spcAft>
                          <a:spcPts val="0"/>
                        </a:spcAft>
                        <a:buNone/>
                      </a:pPr>
                      <a:r>
                        <a:rPr lang="zh-CN" altLang="zh-CN" sz="1000">
                          <a:solidFill>
                            <a:srgbClr val="FAFAFA"/>
                          </a:solidFill>
                          <a:latin typeface="Poppins"/>
                          <a:ea typeface="Poppins"/>
                        </a:rPr>
                        <a:t>危机干预</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accent1"/>
                    </a:solidFill>
                  </a:tcPr>
                </a:tc>
                <a:extLst>
                  <a:ext uri="{0D108BD9-81ED-4DB2-BD59-A6C34878D82A}">
                    <a16:rowId xmlns:a16="http://schemas.microsoft.com/office/drawing/2014/main" val="10002"/>
                  </a:ext>
                </a:extLst>
              </a:tr>
            </a:tbl>
          </a:graphicData>
        </a:graphic>
      </p:graphicFrame>
      <p:sp>
        <p:nvSpPr>
          <p:cNvPr id="196" name="文本框 195">
            <a:extLst>
              <a:ext uri="{FF2B5EF4-FFF2-40B4-BE49-F238E27FC236}">
                <a16:creationId xmlns:a16="http://schemas.microsoft.com/office/drawing/2014/main" id="{7ACC33D6-22E8-FCC4-AB22-369B9EFE5140}"/>
              </a:ext>
            </a:extLst>
          </p:cNvPr>
          <p:cNvSpPr txBox="1"/>
          <p:nvPr/>
        </p:nvSpPr>
        <p:spPr>
          <a:xfrm>
            <a:off x="188489" y="2994003"/>
            <a:ext cx="5048250" cy="1435100"/>
          </a:xfrm>
          <a:prstGeom prst="rect">
            <a:avLst/>
          </a:prstGeom>
          <a:ln w="12700">
            <a:prstDash val="solid"/>
            <a:miter/>
          </a:ln>
        </p:spPr>
        <p:txBody>
          <a:bodyPr>
            <a:spAutoFit/>
          </a:bodyPr>
          <a:lstStyle/>
          <a:p>
            <a:pPr marL="0" lvl="0" indent="0" algn="l" defTabSz="914400">
              <a:lnSpc>
                <a:spcPct val="100000"/>
              </a:lnSpc>
              <a:spcBef>
                <a:spcPts val="0"/>
              </a:spcBef>
              <a:spcAft>
                <a:spcPts val="0"/>
              </a:spcAft>
              <a:buClr>
                <a:srgbClr val="000000"/>
              </a:buClr>
              <a:buSzTx/>
              <a:buFont typeface="Arial"/>
              <a:buNone/>
              <a:defRPr/>
            </a:pPr>
            <a:r>
              <a:rPr lang="zh-CN" altLang="en-US" sz="1400" b="1" i="0" u="none" strike="noStrike" kern="0" spc="0" baseline="0" dirty="0">
                <a:ln>
                  <a:noFill/>
                </a:ln>
                <a:solidFill>
                  <a:srgbClr val="125284"/>
                </a:solidFill>
                <a:effectLst/>
                <a:latin typeface="Microsoft YaHei"/>
                <a:ea typeface="Microsoft YaHei"/>
              </a:rPr>
              <a:t>积极心理学</a:t>
            </a:r>
            <a:r>
              <a:rPr lang="en-US" altLang="en-US" sz="1400" b="1" i="0" u="none" strike="noStrike" kern="0" spc="0" baseline="0" dirty="0">
                <a:ln>
                  <a:noFill/>
                </a:ln>
                <a:solidFill>
                  <a:srgbClr val="125284"/>
                </a:solidFill>
                <a:effectLst/>
                <a:latin typeface="Microsoft YaHei"/>
                <a:ea typeface="Microsoft YaHei"/>
              </a:rPr>
              <a:t>PERMA</a:t>
            </a:r>
            <a:r>
              <a:rPr lang="zh-CN" altLang="zh-CN" sz="1400" b="1" i="0" u="none" strike="noStrike" kern="0" spc="0" baseline="0" dirty="0">
                <a:ln>
                  <a:noFill/>
                </a:ln>
                <a:solidFill>
                  <a:srgbClr val="125284"/>
                </a:solidFill>
                <a:effectLst/>
                <a:latin typeface="Microsoft YaHei"/>
                <a:ea typeface="Microsoft YaHei"/>
              </a:rPr>
              <a:t>模型</a:t>
            </a:r>
          </a:p>
          <a:p>
            <a:pPr marL="0" lvl="0" indent="0" algn="l" defTabSz="914400">
              <a:lnSpc>
                <a:spcPct val="100000"/>
              </a:lnSpc>
              <a:spcBef>
                <a:spcPts val="0"/>
              </a:spcBef>
              <a:spcAft>
                <a:spcPts val="0"/>
              </a:spcAft>
              <a:buClr>
                <a:srgbClr val="000000"/>
              </a:buClr>
              <a:buSzTx/>
              <a:buFont typeface="Arial"/>
              <a:buNone/>
              <a:defRPr/>
            </a:pPr>
            <a:endParaRPr lang="en-US" altLang="en-US" sz="1400" b="0" i="0" u="none" strike="noStrike" kern="0" spc="0" baseline="0" dirty="0">
              <a:ln>
                <a:noFill/>
              </a:ln>
              <a:solidFill>
                <a:srgbClr val="125284"/>
              </a:solidFill>
              <a:effectLst/>
              <a:latin typeface="Microsoft YaHei"/>
              <a:ea typeface="Microsoft YaHei"/>
            </a:endParaRPr>
          </a:p>
          <a:p>
            <a:pPr marL="0" lvl="0" indent="0" algn="l" defTabSz="914400">
              <a:lnSpc>
                <a:spcPct val="100000"/>
              </a:lnSpc>
              <a:spcBef>
                <a:spcPts val="0"/>
              </a:spcBef>
              <a:spcAft>
                <a:spcPts val="0"/>
              </a:spcAft>
              <a:buClr>
                <a:srgbClr val="000000"/>
              </a:buClr>
              <a:buSzTx/>
              <a:buFont typeface="Arial"/>
              <a:buNone/>
              <a:defRPr/>
            </a:pPr>
            <a:r>
              <a:rPr lang="en-US" altLang="en-US" sz="1200" b="1" i="0" u="none" strike="noStrike" kern="0" spc="0" baseline="0" dirty="0">
                <a:ln>
                  <a:noFill/>
                </a:ln>
                <a:solidFill>
                  <a:srgbClr val="125284"/>
                </a:solidFill>
                <a:effectLst/>
                <a:latin typeface="Microsoft YaHei"/>
                <a:ea typeface="Microsoft YaHei"/>
              </a:rPr>
              <a:t>P.</a:t>
            </a:r>
            <a:r>
              <a:rPr lang="en-US" altLang="en-US" sz="1200" b="0" i="0" u="none" strike="noStrike" kern="0" spc="0" baseline="0" dirty="0">
                <a:ln>
                  <a:noFill/>
                </a:ln>
                <a:solidFill>
                  <a:srgbClr val="125284"/>
                </a:solidFill>
                <a:effectLst/>
                <a:latin typeface="Microsoft YaHei"/>
                <a:ea typeface="Microsoft YaHei"/>
              </a:rPr>
              <a:t>   </a:t>
            </a:r>
            <a:r>
              <a:rPr lang="zh-CN" altLang="zh-CN" sz="1100" b="0" i="0" u="none" strike="noStrike" kern="0" spc="0" baseline="0" dirty="0">
                <a:ln>
                  <a:noFill/>
                </a:ln>
                <a:solidFill>
                  <a:srgbClr val="125284"/>
                </a:solidFill>
                <a:effectLst/>
                <a:latin typeface="Microsoft YaHei"/>
                <a:ea typeface="Microsoft YaHei"/>
              </a:rPr>
              <a:t>积极情绪（</a:t>
            </a:r>
            <a:r>
              <a:rPr lang="en-US" altLang="en-US" sz="1100" b="0" i="0" u="none" strike="noStrike" kern="0" spc="0" baseline="0" dirty="0">
                <a:ln>
                  <a:noFill/>
                </a:ln>
                <a:solidFill>
                  <a:srgbClr val="125284"/>
                </a:solidFill>
                <a:effectLst/>
                <a:latin typeface="Microsoft YaHei"/>
                <a:ea typeface="Microsoft YaHei"/>
              </a:rPr>
              <a:t>Positive Emotion)</a:t>
            </a:r>
          </a:p>
          <a:p>
            <a:pPr marL="0" lvl="0" indent="0" algn="l" defTabSz="914400">
              <a:lnSpc>
                <a:spcPct val="100000"/>
              </a:lnSpc>
              <a:spcBef>
                <a:spcPts val="0"/>
              </a:spcBef>
              <a:spcAft>
                <a:spcPts val="0"/>
              </a:spcAft>
              <a:buClr>
                <a:srgbClr val="000000"/>
              </a:buClr>
              <a:buSzTx/>
              <a:buFont typeface="Arial"/>
              <a:buNone/>
              <a:defRPr/>
            </a:pPr>
            <a:r>
              <a:rPr lang="en-US" altLang="en-US" sz="1200" b="1" i="0" u="none" strike="noStrike" kern="0" spc="0" baseline="0" dirty="0">
                <a:ln>
                  <a:noFill/>
                </a:ln>
                <a:solidFill>
                  <a:srgbClr val="125284"/>
                </a:solidFill>
                <a:effectLst/>
                <a:latin typeface="Microsoft YaHei"/>
                <a:ea typeface="Microsoft YaHei"/>
              </a:rPr>
              <a:t>E.</a:t>
            </a:r>
            <a:r>
              <a:rPr lang="en-US" altLang="en-US" sz="1200" b="0" i="0" u="none" strike="noStrike" kern="0" spc="0" baseline="0" dirty="0">
                <a:ln>
                  <a:noFill/>
                </a:ln>
                <a:solidFill>
                  <a:srgbClr val="125284"/>
                </a:solidFill>
                <a:effectLst/>
                <a:latin typeface="Microsoft YaHei"/>
                <a:ea typeface="Microsoft YaHei"/>
              </a:rPr>
              <a:t>   </a:t>
            </a:r>
            <a:r>
              <a:rPr lang="zh-CN" altLang="zh-CN" sz="1100" b="0" i="0" u="none" strike="noStrike" kern="0" spc="0" baseline="0" dirty="0">
                <a:ln>
                  <a:noFill/>
                </a:ln>
                <a:solidFill>
                  <a:srgbClr val="125284"/>
                </a:solidFill>
                <a:effectLst/>
                <a:latin typeface="Microsoft YaHei"/>
                <a:ea typeface="Microsoft YaHei"/>
              </a:rPr>
              <a:t>投入（</a:t>
            </a:r>
            <a:r>
              <a:rPr lang="en-US" altLang="en-US" sz="1100" b="0" i="0" u="none" strike="noStrike" kern="0" spc="0" baseline="0" dirty="0">
                <a:ln>
                  <a:noFill/>
                </a:ln>
                <a:solidFill>
                  <a:srgbClr val="125284"/>
                </a:solidFill>
                <a:effectLst/>
                <a:latin typeface="Microsoft YaHei"/>
                <a:ea typeface="Microsoft YaHei"/>
              </a:rPr>
              <a:t>Engagement)</a:t>
            </a:r>
          </a:p>
          <a:p>
            <a:pPr marL="0" lvl="0" indent="0" algn="l" defTabSz="914400">
              <a:lnSpc>
                <a:spcPct val="100000"/>
              </a:lnSpc>
              <a:spcBef>
                <a:spcPts val="0"/>
              </a:spcBef>
              <a:spcAft>
                <a:spcPts val="0"/>
              </a:spcAft>
              <a:buClr>
                <a:srgbClr val="000000"/>
              </a:buClr>
              <a:buSzTx/>
              <a:buFont typeface="Arial"/>
              <a:buNone/>
              <a:defRPr/>
            </a:pPr>
            <a:r>
              <a:rPr lang="en-US" altLang="en-US" sz="1200" b="1" i="0" u="none" strike="noStrike" kern="0" spc="0" baseline="0" dirty="0">
                <a:ln>
                  <a:noFill/>
                </a:ln>
                <a:solidFill>
                  <a:srgbClr val="125284"/>
                </a:solidFill>
                <a:effectLst/>
                <a:latin typeface="Microsoft YaHei"/>
                <a:ea typeface="Microsoft YaHei"/>
              </a:rPr>
              <a:t>R.</a:t>
            </a:r>
            <a:r>
              <a:rPr lang="en-US" altLang="en-US" sz="1200" b="0" i="0" u="none" strike="noStrike" kern="0" spc="0" baseline="0" dirty="0">
                <a:ln>
                  <a:noFill/>
                </a:ln>
                <a:solidFill>
                  <a:srgbClr val="125284"/>
                </a:solidFill>
                <a:effectLst/>
                <a:latin typeface="Microsoft YaHei"/>
                <a:ea typeface="Microsoft YaHei"/>
              </a:rPr>
              <a:t>   </a:t>
            </a:r>
            <a:r>
              <a:rPr lang="zh-CN" altLang="zh-CN" sz="1100" b="0" i="0" u="none" strike="noStrike" kern="0" spc="0" baseline="0" dirty="0">
                <a:ln>
                  <a:noFill/>
                </a:ln>
                <a:solidFill>
                  <a:srgbClr val="125284"/>
                </a:solidFill>
                <a:effectLst/>
                <a:latin typeface="Microsoft YaHei"/>
                <a:ea typeface="Microsoft YaHei"/>
              </a:rPr>
              <a:t>积极关系（</a:t>
            </a:r>
            <a:r>
              <a:rPr lang="en-US" altLang="en-US" sz="1100" b="0" i="0" u="none" strike="noStrike" kern="0" spc="0" baseline="0" dirty="0">
                <a:ln>
                  <a:noFill/>
                </a:ln>
                <a:solidFill>
                  <a:srgbClr val="125284"/>
                </a:solidFill>
                <a:effectLst/>
                <a:latin typeface="Microsoft YaHei"/>
                <a:ea typeface="Microsoft YaHei"/>
              </a:rPr>
              <a:t>Positive Relationships)</a:t>
            </a:r>
          </a:p>
          <a:p>
            <a:pPr marL="0" lvl="0" indent="0" algn="l" defTabSz="914400">
              <a:lnSpc>
                <a:spcPct val="100000"/>
              </a:lnSpc>
              <a:spcBef>
                <a:spcPts val="0"/>
              </a:spcBef>
              <a:spcAft>
                <a:spcPts val="0"/>
              </a:spcAft>
              <a:buClr>
                <a:srgbClr val="000000"/>
              </a:buClr>
              <a:buSzTx/>
              <a:buFont typeface="Arial"/>
              <a:buNone/>
              <a:defRPr/>
            </a:pPr>
            <a:r>
              <a:rPr lang="en-US" altLang="en-US" sz="1200" b="1" i="0" u="none" strike="noStrike" kern="0" spc="0" baseline="0" dirty="0">
                <a:ln>
                  <a:noFill/>
                </a:ln>
                <a:solidFill>
                  <a:srgbClr val="125284"/>
                </a:solidFill>
                <a:effectLst/>
                <a:latin typeface="Microsoft YaHei"/>
                <a:ea typeface="Microsoft YaHei"/>
              </a:rPr>
              <a:t>M.</a:t>
            </a:r>
            <a:r>
              <a:rPr lang="en-US" altLang="en-US" sz="1200" b="0" i="0" u="none" strike="noStrike" kern="0" spc="0" baseline="0" dirty="0">
                <a:ln>
                  <a:noFill/>
                </a:ln>
                <a:solidFill>
                  <a:srgbClr val="125284"/>
                </a:solidFill>
                <a:effectLst/>
                <a:latin typeface="Microsoft YaHei"/>
                <a:ea typeface="Microsoft YaHei"/>
              </a:rPr>
              <a:t>  </a:t>
            </a:r>
            <a:r>
              <a:rPr lang="zh-CN" altLang="zh-CN" sz="1100" b="0" i="0" u="none" strike="noStrike" kern="0" spc="0" baseline="0" dirty="0">
                <a:ln>
                  <a:noFill/>
                </a:ln>
                <a:solidFill>
                  <a:srgbClr val="125284"/>
                </a:solidFill>
                <a:effectLst/>
                <a:latin typeface="Microsoft YaHei"/>
                <a:ea typeface="Microsoft YaHei"/>
              </a:rPr>
              <a:t>意义（</a:t>
            </a:r>
            <a:r>
              <a:rPr lang="en-US" altLang="en-US" sz="1100" b="0" i="0" u="none" strike="noStrike" kern="0" spc="0" baseline="0" dirty="0">
                <a:ln>
                  <a:noFill/>
                </a:ln>
                <a:solidFill>
                  <a:srgbClr val="125284"/>
                </a:solidFill>
                <a:effectLst/>
                <a:latin typeface="Microsoft YaHei"/>
                <a:ea typeface="Microsoft YaHei"/>
              </a:rPr>
              <a:t>Meaning</a:t>
            </a:r>
            <a:r>
              <a:rPr lang="zh-CN" altLang="zh-CN" sz="1100" b="0" i="0" u="none" strike="noStrike" kern="0" spc="0" baseline="0" dirty="0">
                <a:ln>
                  <a:noFill/>
                </a:ln>
                <a:solidFill>
                  <a:srgbClr val="125284"/>
                </a:solidFill>
                <a:effectLst/>
                <a:latin typeface="Microsoft YaHei"/>
                <a:ea typeface="Microsoft YaHei"/>
              </a:rPr>
              <a:t>）</a:t>
            </a:r>
          </a:p>
          <a:p>
            <a:pPr marL="0" lvl="0" indent="0" algn="l" defTabSz="914400">
              <a:lnSpc>
                <a:spcPct val="100000"/>
              </a:lnSpc>
              <a:spcBef>
                <a:spcPts val="0"/>
              </a:spcBef>
              <a:spcAft>
                <a:spcPts val="0"/>
              </a:spcAft>
              <a:buClr>
                <a:srgbClr val="000000"/>
              </a:buClr>
              <a:buSzTx/>
              <a:buFont typeface="Arial"/>
              <a:buNone/>
              <a:defRPr/>
            </a:pPr>
            <a:r>
              <a:rPr lang="en-US" altLang="en-US" sz="1200" b="1" i="0" u="none" strike="noStrike" kern="0" spc="0" baseline="0" dirty="0">
                <a:ln>
                  <a:noFill/>
                </a:ln>
                <a:solidFill>
                  <a:srgbClr val="125284"/>
                </a:solidFill>
                <a:effectLst/>
                <a:latin typeface="Microsoft YaHei"/>
                <a:ea typeface="Microsoft YaHei"/>
              </a:rPr>
              <a:t>A. </a:t>
            </a:r>
            <a:r>
              <a:rPr lang="en-US" altLang="en-US" sz="1200" b="0" i="0" u="none" strike="noStrike" kern="0" spc="0" baseline="0" dirty="0">
                <a:ln>
                  <a:noFill/>
                </a:ln>
                <a:solidFill>
                  <a:srgbClr val="125284"/>
                </a:solidFill>
                <a:effectLst/>
                <a:latin typeface="Microsoft YaHei"/>
                <a:ea typeface="Microsoft YaHei"/>
              </a:rPr>
              <a:t>  </a:t>
            </a:r>
            <a:r>
              <a:rPr lang="zh-CN" altLang="zh-CN" sz="1100" b="0" i="0" u="none" strike="noStrike" kern="0" spc="0" baseline="0" dirty="0">
                <a:ln>
                  <a:noFill/>
                </a:ln>
                <a:solidFill>
                  <a:srgbClr val="125284"/>
                </a:solidFill>
                <a:effectLst/>
                <a:latin typeface="Microsoft YaHei"/>
                <a:ea typeface="Microsoft YaHei"/>
              </a:rPr>
              <a:t>成就（</a:t>
            </a:r>
            <a:r>
              <a:rPr lang="en-US" altLang="en-US" sz="1100" b="0" i="0" u="none" strike="noStrike" kern="0" spc="0" baseline="0" dirty="0" err="1">
                <a:ln>
                  <a:noFill/>
                </a:ln>
                <a:solidFill>
                  <a:srgbClr val="125284"/>
                </a:solidFill>
                <a:effectLst/>
                <a:latin typeface="Microsoft YaHei"/>
                <a:ea typeface="Microsoft YaHei"/>
              </a:rPr>
              <a:t>Accompishment</a:t>
            </a:r>
            <a:r>
              <a:rPr lang="zh-CN" altLang="zh-CN" sz="1100" b="0" i="0" u="none" strike="noStrike" kern="0" spc="0" baseline="0" dirty="0">
                <a:ln>
                  <a:noFill/>
                </a:ln>
                <a:solidFill>
                  <a:srgbClr val="125284"/>
                </a:solidFill>
                <a:effectLst/>
                <a:latin typeface="Microsoft YaHei"/>
                <a:ea typeface="Microsoft YaHei"/>
              </a:rPr>
              <a:t>）</a:t>
            </a:r>
            <a:r>
              <a:rPr lang="en-US" altLang="en-US" sz="1100" b="0" i="0" u="none" strike="noStrike" kern="0" spc="0" baseline="0" dirty="0">
                <a:ln>
                  <a:noFill/>
                </a:ln>
                <a:solidFill>
                  <a:srgbClr val="125284"/>
                </a:solidFill>
                <a:effectLst/>
                <a:latin typeface="Microsoft YaHei"/>
                <a:ea typeface="Microsoft YaHei"/>
              </a:rPr>
              <a:t> </a:t>
            </a:r>
          </a:p>
        </p:txBody>
      </p:sp>
      <p:pic>
        <p:nvPicPr>
          <p:cNvPr id="197" name="图片 196">
            <a:extLst>
              <a:ext uri="{FF2B5EF4-FFF2-40B4-BE49-F238E27FC236}">
                <a16:creationId xmlns:a16="http://schemas.microsoft.com/office/drawing/2014/main" id="{FD1D50D1-D65C-94EF-521C-EC8663D1D4DD}"/>
              </a:ext>
            </a:extLst>
          </p:cNvPr>
          <p:cNvPicPr>
            <a:picLocks noChangeAspect="1"/>
          </p:cNvPicPr>
          <p:nvPr/>
        </p:nvPicPr>
        <p:blipFill>
          <a:blip r:embed="rId3"/>
          <a:stretch/>
        </p:blipFill>
        <p:spPr>
          <a:xfrm>
            <a:off x="5236739" y="3251670"/>
            <a:ext cx="3510383" cy="1291987"/>
          </a:xfrm>
          <a:prstGeom prst="rect">
            <a:avLst/>
          </a:prstGeom>
        </p:spPr>
      </p:pic>
      <p:sp>
        <p:nvSpPr>
          <p:cNvPr id="2" name="Google Shape;304;p42">
            <a:extLst>
              <a:ext uri="{FF2B5EF4-FFF2-40B4-BE49-F238E27FC236}">
                <a16:creationId xmlns:a16="http://schemas.microsoft.com/office/drawing/2014/main" id="{7F25179E-BC70-6001-55C0-334F46A3C846}"/>
              </a:ext>
            </a:extLst>
          </p:cNvPr>
          <p:cNvSpPr txBox="1">
            <a:spLocks/>
          </p:cNvSpPr>
          <p:nvPr/>
        </p:nvSpPr>
        <p:spPr>
          <a:xfrm>
            <a:off x="93825" y="107233"/>
            <a:ext cx="7888800" cy="309600"/>
          </a:xfrm>
          <a:prstGeom prst="rect">
            <a:avLst/>
          </a:prstGeom>
          <a:noFill/>
          <a:ln>
            <a:noFill/>
          </a:ln>
        </p:spPr>
        <p:txBody>
          <a:bodyPr wrap="square" lIns="91425" tIns="91425" rIns="91425" bIns="91425" anchor="t" anchorCtr="0"/>
          <a:lstStyle>
            <a:lvl1pPr lvl="0"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1pPr>
            <a:lvl2pPr lvl="1"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2pPr>
            <a:lvl3pPr lvl="2"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3pPr>
            <a:lvl4pPr lvl="3"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4pPr>
            <a:lvl5pPr lvl="4"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5pPr>
            <a:lvl6pPr lvl="5"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6pPr>
            <a:lvl7pPr lvl="6"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7pPr>
            <a:lvl8pPr lvl="7"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8pPr>
            <a:lvl9pPr lvl="8" algn="l">
              <a:lnSpc>
                <a:spcPct val="100000"/>
              </a:lnSpc>
              <a:spcBef>
                <a:spcPts val="0"/>
              </a:spcBef>
              <a:spcAft>
                <a:spcPts val="0"/>
              </a:spcAft>
              <a:buClr>
                <a:srgbClr val="125284"/>
              </a:buClr>
              <a:buSzPts val="1800"/>
              <a:buFont typeface="Poppins"/>
              <a:buNone/>
              <a:defRPr sz="1800" b="0" i="0" u="none" strike="noStrike">
                <a:solidFill>
                  <a:srgbClr val="125284"/>
                </a:solidFill>
                <a:latin typeface="Poppins"/>
                <a:ea typeface="Poppins"/>
              </a:defRPr>
            </a:lvl9pPr>
          </a:lstStyle>
          <a:p>
            <a:r>
              <a:rPr lang="zh-CN" altLang="en-US" b="1">
                <a:latin typeface="Microsoft YaHei"/>
                <a:ea typeface="Microsoft YaHei"/>
              </a:rPr>
              <a:t>基于权威理论设计</a:t>
            </a:r>
          </a:p>
        </p:txBody>
      </p:sp>
      <p:sp>
        <p:nvSpPr>
          <p:cNvPr id="3" name="三角形 2">
            <a:extLst>
              <a:ext uri="{FF2B5EF4-FFF2-40B4-BE49-F238E27FC236}">
                <a16:creationId xmlns:a16="http://schemas.microsoft.com/office/drawing/2014/main" id="{F7EBB192-81FE-27E8-F878-72D54CA44CB8}"/>
              </a:ext>
            </a:extLst>
          </p:cNvPr>
          <p:cNvSpPr/>
          <p:nvPr/>
        </p:nvSpPr>
        <p:spPr>
          <a:xfrm>
            <a:off x="7348314" y="4349590"/>
            <a:ext cx="513538" cy="530523"/>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35932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CF975C-BD9B-665A-B1F6-8703B3DD0EEB}"/>
              </a:ext>
            </a:extLst>
          </p:cNvPr>
          <p:cNvSpPr>
            <a:spLocks noGrp="1"/>
          </p:cNvSpPr>
          <p:nvPr>
            <p:ph type="title"/>
          </p:nvPr>
        </p:nvSpPr>
        <p:spPr/>
        <p:txBody>
          <a:bodyPr/>
          <a:lstStyle/>
          <a:p>
            <a:endParaRPr kumimoji="1" lang="zh-CN" altLang="en-US"/>
          </a:p>
        </p:txBody>
      </p:sp>
      <p:pic>
        <p:nvPicPr>
          <p:cNvPr id="3073" name="Picture 1">
            <a:extLst>
              <a:ext uri="{FF2B5EF4-FFF2-40B4-BE49-F238E27FC236}">
                <a16:creationId xmlns:a16="http://schemas.microsoft.com/office/drawing/2014/main" id="{EADF8ED9-A176-51EA-2F61-6F5868F615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63725"/>
            <a:ext cx="7460207" cy="4176939"/>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2DA4C0A6-F90E-3571-BFE4-C7401CECF6D6}"/>
              </a:ext>
            </a:extLst>
          </p:cNvPr>
          <p:cNvSpPr txBox="1"/>
          <p:nvPr/>
        </p:nvSpPr>
        <p:spPr>
          <a:xfrm>
            <a:off x="7460207" y="2763077"/>
            <a:ext cx="1261884" cy="1169551"/>
          </a:xfrm>
          <a:prstGeom prst="rect">
            <a:avLst/>
          </a:prstGeom>
          <a:noFill/>
        </p:spPr>
        <p:txBody>
          <a:bodyPr wrap="none" rtlCol="0">
            <a:spAutoFit/>
          </a:bodyPr>
          <a:lstStyle/>
          <a:p>
            <a:r>
              <a:rPr kumimoji="1" lang="zh-CN" altLang="en-US" dirty="0"/>
              <a:t>行动的跟踪？</a:t>
            </a:r>
            <a:endParaRPr kumimoji="1" lang="en-US" altLang="zh-CN" dirty="0"/>
          </a:p>
          <a:p>
            <a:endParaRPr kumimoji="1" lang="en-US" altLang="zh-CN" dirty="0"/>
          </a:p>
          <a:p>
            <a:endParaRPr kumimoji="1" lang="en-US" altLang="zh-CN" dirty="0"/>
          </a:p>
          <a:p>
            <a:endParaRPr kumimoji="1" lang="en-US" altLang="zh-CN" dirty="0"/>
          </a:p>
          <a:p>
            <a:endParaRPr kumimoji="1" lang="zh-CN" altLang="en-US" dirty="0"/>
          </a:p>
        </p:txBody>
      </p:sp>
    </p:spTree>
    <p:extLst>
      <p:ext uri="{BB962C8B-B14F-4D97-AF65-F5344CB8AC3E}">
        <p14:creationId xmlns:p14="http://schemas.microsoft.com/office/powerpoint/2010/main" val="1365389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3">
          <a:extLst>
            <a:ext uri="{FF2B5EF4-FFF2-40B4-BE49-F238E27FC236}">
              <a16:creationId xmlns:a16="http://schemas.microsoft.com/office/drawing/2014/main" id="{744416B8-23EC-B70C-3A50-152A2E4569F3}"/>
            </a:ext>
          </a:extLst>
        </p:cNvPr>
        <p:cNvGrpSpPr/>
        <p:nvPr/>
      </p:nvGrpSpPr>
      <p:grpSpPr>
        <a:xfrm>
          <a:off x="0" y="0"/>
          <a:ext cx="0" cy="0"/>
          <a:chOff x="0" y="0"/>
          <a:chExt cx="0" cy="0"/>
        </a:xfrm>
      </p:grpSpPr>
      <p:sp>
        <p:nvSpPr>
          <p:cNvPr id="304" name="Google Shape;304;p42">
            <a:extLst>
              <a:ext uri="{FF2B5EF4-FFF2-40B4-BE49-F238E27FC236}">
                <a16:creationId xmlns:a16="http://schemas.microsoft.com/office/drawing/2014/main" id="{1366FBAD-652F-EE5C-E748-163C7A0B2AFC}"/>
              </a:ext>
            </a:extLst>
          </p:cNvPr>
          <p:cNvSpPr txBox="1">
            <a:spLocks noGrp="1"/>
          </p:cNvSpPr>
          <p:nvPr>
            <p:ph type="title"/>
          </p:nvPr>
        </p:nvSpPr>
        <p:spPr>
          <a:xfrm>
            <a:off x="93825" y="107233"/>
            <a:ext cx="7888800" cy="309600"/>
          </a:xfrm>
          <a:prstGeom prst="rect">
            <a:avLst/>
          </a:prstGeom>
        </p:spPr>
        <p:txBody>
          <a:bodyPr wrap="square" lIns="91425" tIns="91425" rIns="91425" bIns="91425" anchor="t" anchorCtr="0"/>
          <a:lstStyle/>
          <a:p>
            <a:pPr marL="0" lvl="0" indent="0" algn="l">
              <a:spcBef>
                <a:spcPts val="0"/>
              </a:spcBef>
              <a:spcAft>
                <a:spcPts val="0"/>
              </a:spcAft>
              <a:buNone/>
            </a:pPr>
            <a:r>
              <a:rPr lang="zh-CN" altLang="en-US" b="1">
                <a:latin typeface="Microsoft YaHei"/>
                <a:ea typeface="Microsoft YaHei"/>
              </a:rPr>
              <a:t>融合不同的学习方法</a:t>
            </a:r>
            <a:endParaRPr b="1">
              <a:latin typeface="Microsoft YaHei"/>
              <a:ea typeface="Microsoft YaHei"/>
            </a:endParaRPr>
          </a:p>
        </p:txBody>
      </p:sp>
      <p:grpSp>
        <p:nvGrpSpPr>
          <p:cNvPr id="305" name="Google Shape;305;p42">
            <a:extLst>
              <a:ext uri="{FF2B5EF4-FFF2-40B4-BE49-F238E27FC236}">
                <a16:creationId xmlns:a16="http://schemas.microsoft.com/office/drawing/2014/main" id="{93FA1C49-07C4-1FEA-5884-DA78F7B481EB}"/>
              </a:ext>
            </a:extLst>
          </p:cNvPr>
          <p:cNvGrpSpPr/>
          <p:nvPr/>
        </p:nvGrpSpPr>
        <p:grpSpPr>
          <a:xfrm>
            <a:off x="592826" y="1386157"/>
            <a:ext cx="2280847" cy="3201042"/>
            <a:chOff x="1660800" y="1171213"/>
            <a:chExt cx="1942800" cy="1569600"/>
          </a:xfrm>
        </p:grpSpPr>
        <p:sp>
          <p:nvSpPr>
            <p:cNvPr id="306" name="Google Shape;306;p42">
              <a:extLst>
                <a:ext uri="{FF2B5EF4-FFF2-40B4-BE49-F238E27FC236}">
                  <a16:creationId xmlns:a16="http://schemas.microsoft.com/office/drawing/2014/main" id="{164F2375-7D46-A66A-5E6F-F8DEF0D18C0A}"/>
                </a:ext>
              </a:extLst>
            </p:cNvPr>
            <p:cNvSpPr/>
            <p:nvPr/>
          </p:nvSpPr>
          <p:spPr>
            <a:xfrm>
              <a:off x="1660800" y="1171213"/>
              <a:ext cx="1942800" cy="1569600"/>
            </a:xfrm>
            <a:prstGeom prst="round1Rect">
              <a:avLst>
                <a:gd name="adj" fmla="val 17446"/>
              </a:avLst>
            </a:prstGeom>
            <a:solidFill>
              <a:schemeClr val="accent4"/>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2400" b="0" i="0" u="none" strike="noStrike" kern="0" spc="0" baseline="0">
                <a:ln>
                  <a:noFill/>
                </a:ln>
                <a:solidFill>
                  <a:srgbClr val="000000"/>
                </a:solidFill>
                <a:effectLst/>
                <a:latin typeface="Microsoft YaHei"/>
                <a:ea typeface="Microsoft YaHei"/>
              </a:endParaRPr>
            </a:p>
          </p:txBody>
        </p:sp>
        <p:sp>
          <p:nvSpPr>
            <p:cNvPr id="307" name="Google Shape;307;p42">
              <a:extLst>
                <a:ext uri="{FF2B5EF4-FFF2-40B4-BE49-F238E27FC236}">
                  <a16:creationId xmlns:a16="http://schemas.microsoft.com/office/drawing/2014/main" id="{B6638833-8565-5C4C-3D84-83E784EF6D14}"/>
                </a:ext>
              </a:extLst>
            </p:cNvPr>
            <p:cNvSpPr txBox="1"/>
            <p:nvPr/>
          </p:nvSpPr>
          <p:spPr>
            <a:xfrm>
              <a:off x="1858840" y="1218429"/>
              <a:ext cx="1540200" cy="173700"/>
            </a:xfrm>
            <a:prstGeom prst="rect">
              <a:avLst/>
            </a:prstGeom>
            <a:solidFill>
              <a:schemeClr val="accent4"/>
            </a:solidFill>
            <a:ln>
              <a:noFill/>
            </a:ln>
          </p:spPr>
          <p:txBody>
            <a:bodyPr wrap="square" lIns="91425" tIns="91425" rIns="91425" bIns="91425" anchor="t" anchorCtr="0"/>
            <a:lstStyle/>
            <a:p>
              <a:pPr marL="0" lvl="0" indent="0" algn="ctr" defTabSz="914400">
                <a:lnSpc>
                  <a:spcPct val="100000"/>
                </a:lnSpc>
                <a:spcBef>
                  <a:spcPts val="0"/>
                </a:spcBef>
                <a:spcAft>
                  <a:spcPts val="0"/>
                </a:spcAft>
                <a:buClr>
                  <a:srgbClr val="000000"/>
                </a:buClr>
                <a:buSzTx/>
                <a:buFont typeface="Arial"/>
                <a:buNone/>
                <a:defRPr/>
              </a:pPr>
              <a:r>
                <a:rPr lang="zh-CN" altLang="en-US" sz="1300" b="1" i="0" u="none" strike="noStrike" kern="0" spc="0" baseline="0">
                  <a:ln>
                    <a:noFill/>
                  </a:ln>
                  <a:solidFill>
                    <a:srgbClr val="FFFFFF"/>
                  </a:solidFill>
                  <a:effectLst/>
                  <a:latin typeface="Microsoft YaHei"/>
                  <a:ea typeface="Microsoft YaHei"/>
                </a:rPr>
                <a:t>学习旅程</a:t>
              </a:r>
              <a:endParaRPr sz="1300" b="0" i="0" u="none" strike="noStrike" kern="0" spc="0" baseline="0">
                <a:ln>
                  <a:noFill/>
                </a:ln>
                <a:solidFill>
                  <a:srgbClr val="FFFFFF"/>
                </a:solidFill>
                <a:effectLst/>
                <a:latin typeface="Microsoft YaHei"/>
                <a:ea typeface="Microsoft YaHei"/>
              </a:endParaRPr>
            </a:p>
          </p:txBody>
        </p:sp>
        <p:sp>
          <p:nvSpPr>
            <p:cNvPr id="308" name="Google Shape;308;p42">
              <a:extLst>
                <a:ext uri="{FF2B5EF4-FFF2-40B4-BE49-F238E27FC236}">
                  <a16:creationId xmlns:a16="http://schemas.microsoft.com/office/drawing/2014/main" id="{30EE887B-165F-AB95-E8CF-5AC2223ED4F9}"/>
                </a:ext>
              </a:extLst>
            </p:cNvPr>
            <p:cNvSpPr txBox="1"/>
            <p:nvPr/>
          </p:nvSpPr>
          <p:spPr>
            <a:xfrm>
              <a:off x="1817848" y="1392132"/>
              <a:ext cx="1651800" cy="1284600"/>
            </a:xfrm>
            <a:prstGeom prst="rect">
              <a:avLst/>
            </a:prstGeom>
            <a:solidFill>
              <a:schemeClr val="accent4"/>
            </a:solidFill>
            <a:ln>
              <a:noFill/>
            </a:ln>
          </p:spPr>
          <p:txBody>
            <a:bodyPr wrap="square" lIns="91425" tIns="91425" rIns="91425" bIns="91425" anchor="t" anchorCtr="0"/>
            <a:lstStyle/>
            <a:p>
              <a:pPr marL="0" lvl="0" indent="0" algn="l" defTabSz="914400">
                <a:lnSpc>
                  <a:spcPct val="115000"/>
                </a:lnSpc>
                <a:spcBef>
                  <a:spcPts val="0"/>
                </a:spcBef>
                <a:spcAft>
                  <a:spcPts val="0"/>
                </a:spcAft>
                <a:buClr>
                  <a:srgbClr val="000000"/>
                </a:buClr>
                <a:buSzTx/>
                <a:buFont typeface="Arial"/>
                <a:buNone/>
                <a:defRPr/>
              </a:pPr>
              <a:r>
                <a:rPr lang="zh-CN" altLang="zh-CN" sz="1200" b="1" i="0" u="none" strike="noStrike" kern="0" spc="0" baseline="0">
                  <a:ln>
                    <a:noFill/>
                  </a:ln>
                  <a:solidFill>
                    <a:srgbClr val="FFFFFF"/>
                  </a:solidFill>
                  <a:effectLst/>
                  <a:latin typeface="Microsoft YaHei"/>
                  <a:ea typeface="Microsoft YaHei"/>
                </a:rPr>
                <a:t>沉浸式学习体验为参与者提供了真实的学习机会，使他们能够亲身体验不同行业中职场工作与学习的情况。</a:t>
              </a:r>
            </a:p>
            <a:p>
              <a:pPr marL="0" lvl="0" indent="0" algn="l" defTabSz="914400">
                <a:lnSpc>
                  <a:spcPct val="115000"/>
                </a:lnSpc>
                <a:spcBef>
                  <a:spcPts val="0"/>
                </a:spcBef>
                <a:spcAft>
                  <a:spcPts val="0"/>
                </a:spcAft>
                <a:buClr>
                  <a:srgbClr val="000000"/>
                </a:buClr>
                <a:buSzTx/>
                <a:buFont typeface="Arial"/>
                <a:buNone/>
                <a:defRPr/>
              </a:pPr>
              <a:endParaRPr lang="en-US" altLang="en-US" sz="1200" b="1" i="0" u="none" strike="noStrike" kern="0" spc="0" baseline="0">
                <a:ln>
                  <a:noFill/>
                </a:ln>
                <a:solidFill>
                  <a:srgbClr val="FFFFFF"/>
                </a:solidFill>
                <a:effectLst/>
                <a:latin typeface="Microsoft YaHei"/>
                <a:ea typeface="Microsoft YaHei"/>
              </a:endParaRPr>
            </a:p>
            <a:p>
              <a:pPr marL="0" lvl="0" indent="0" algn="l" defTabSz="914400">
                <a:lnSpc>
                  <a:spcPct val="115000"/>
                </a:lnSpc>
                <a:spcBef>
                  <a:spcPts val="0"/>
                </a:spcBef>
                <a:spcAft>
                  <a:spcPts val="0"/>
                </a:spcAft>
                <a:buClr>
                  <a:srgbClr val="000000"/>
                </a:buClr>
                <a:buSzTx/>
                <a:buFont typeface="Arial"/>
                <a:buNone/>
                <a:defRPr/>
              </a:pPr>
              <a:r>
                <a:rPr lang="zh-CN" altLang="zh-CN" sz="1200" b="1" i="0" u="none" strike="noStrike" kern="0" spc="0" baseline="0">
                  <a:ln>
                    <a:noFill/>
                  </a:ln>
                  <a:solidFill>
                    <a:srgbClr val="FFFF00"/>
                  </a:solidFill>
                  <a:effectLst/>
                  <a:latin typeface="Microsoft YaHei"/>
                  <a:ea typeface="Microsoft YaHei"/>
                </a:rPr>
                <a:t>企业内提供交流的人员和参与者的参与，将丰富学习成果。</a:t>
              </a:r>
            </a:p>
            <a:p>
              <a:pPr marL="0" lvl="0" indent="0" algn="l" defTabSz="914400">
                <a:lnSpc>
                  <a:spcPct val="115000"/>
                </a:lnSpc>
                <a:spcBef>
                  <a:spcPts val="0"/>
                </a:spcBef>
                <a:spcAft>
                  <a:spcPts val="0"/>
                </a:spcAft>
                <a:buClr>
                  <a:srgbClr val="000000"/>
                </a:buClr>
                <a:buSzTx/>
                <a:buFont typeface="Arial"/>
                <a:buNone/>
                <a:defRPr/>
              </a:pPr>
              <a:endParaRPr lang="zh-CN" altLang="zh-CN" sz="1200" b="1" i="0" u="none" strike="noStrike" kern="0" spc="0" baseline="0">
                <a:ln>
                  <a:noFill/>
                </a:ln>
                <a:solidFill>
                  <a:srgbClr val="FFFFFF"/>
                </a:solidFill>
                <a:effectLst/>
                <a:latin typeface="Microsoft YaHei"/>
                <a:ea typeface="Microsoft YaHei"/>
              </a:endParaRPr>
            </a:p>
          </p:txBody>
        </p:sp>
      </p:grpSp>
      <p:grpSp>
        <p:nvGrpSpPr>
          <p:cNvPr id="309" name="Google Shape;309;p42">
            <a:extLst>
              <a:ext uri="{FF2B5EF4-FFF2-40B4-BE49-F238E27FC236}">
                <a16:creationId xmlns:a16="http://schemas.microsoft.com/office/drawing/2014/main" id="{C15A05F3-F6A5-C591-B4D5-FBDF9951AECD}"/>
              </a:ext>
            </a:extLst>
          </p:cNvPr>
          <p:cNvGrpSpPr/>
          <p:nvPr/>
        </p:nvGrpSpPr>
        <p:grpSpPr>
          <a:xfrm>
            <a:off x="3431575" y="1386250"/>
            <a:ext cx="2280847" cy="3200944"/>
            <a:chOff x="3600604" y="1170962"/>
            <a:chExt cx="1942800" cy="1552500"/>
          </a:xfrm>
        </p:grpSpPr>
        <p:sp>
          <p:nvSpPr>
            <p:cNvPr id="310" name="Google Shape;310;p42">
              <a:extLst>
                <a:ext uri="{FF2B5EF4-FFF2-40B4-BE49-F238E27FC236}">
                  <a16:creationId xmlns:a16="http://schemas.microsoft.com/office/drawing/2014/main" id="{B9B85DDE-743A-3E22-4EC6-FE1F6840B16D}"/>
                </a:ext>
              </a:extLst>
            </p:cNvPr>
            <p:cNvSpPr/>
            <p:nvPr/>
          </p:nvSpPr>
          <p:spPr>
            <a:xfrm>
              <a:off x="3600604" y="1170962"/>
              <a:ext cx="1942800" cy="1552500"/>
            </a:xfrm>
            <a:prstGeom prst="round2SameRect">
              <a:avLst>
                <a:gd name="adj1" fmla="val 18098"/>
                <a:gd name="adj2" fmla="val 0"/>
              </a:avLst>
            </a:prstGeom>
            <a:solidFill>
              <a:schemeClr val="accent2"/>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600" b="0" i="0" u="none" strike="noStrike" kern="0" spc="0" baseline="0">
                <a:ln>
                  <a:noFill/>
                </a:ln>
                <a:solidFill>
                  <a:srgbClr val="000000"/>
                </a:solidFill>
                <a:effectLst/>
                <a:latin typeface="Microsoft YaHei"/>
                <a:ea typeface="Microsoft YaHei"/>
              </a:endParaRPr>
            </a:p>
          </p:txBody>
        </p:sp>
        <p:sp>
          <p:nvSpPr>
            <p:cNvPr id="311" name="Google Shape;311;p42">
              <a:extLst>
                <a:ext uri="{FF2B5EF4-FFF2-40B4-BE49-F238E27FC236}">
                  <a16:creationId xmlns:a16="http://schemas.microsoft.com/office/drawing/2014/main" id="{864329F6-4CBC-7A40-4BD6-217A9563824B}"/>
                </a:ext>
              </a:extLst>
            </p:cNvPr>
            <p:cNvSpPr txBox="1"/>
            <p:nvPr/>
          </p:nvSpPr>
          <p:spPr>
            <a:xfrm>
              <a:off x="3853500" y="1210054"/>
              <a:ext cx="1429200" cy="171600"/>
            </a:xfrm>
            <a:prstGeom prst="rect">
              <a:avLst/>
            </a:prstGeom>
            <a:solidFill>
              <a:schemeClr val="accent2"/>
            </a:solidFill>
            <a:ln>
              <a:noFill/>
            </a:ln>
          </p:spPr>
          <p:txBody>
            <a:bodyPr wrap="square" lIns="91425" tIns="91425" rIns="91425" bIns="91425" anchor="ctr" anchorCtr="0"/>
            <a:lstStyle/>
            <a:p>
              <a:pPr marL="0" lvl="0" indent="0" algn="ctr" defTabSz="914400">
                <a:lnSpc>
                  <a:spcPct val="100000"/>
                </a:lnSpc>
                <a:spcBef>
                  <a:spcPts val="0"/>
                </a:spcBef>
                <a:spcAft>
                  <a:spcPts val="0"/>
                </a:spcAft>
                <a:buClr>
                  <a:srgbClr val="000000"/>
                </a:buClr>
                <a:buSzTx/>
                <a:buFont typeface="Arial"/>
                <a:buNone/>
                <a:defRPr/>
              </a:pPr>
              <a:r>
                <a:rPr lang="zh-CN" altLang="zh-CN" sz="1300" b="1" i="0" strike="noStrike" spc="0" baseline="0">
                  <a:ln>
                    <a:noFill/>
                  </a:ln>
                  <a:solidFill>
                    <a:srgbClr val="FFFFFF"/>
                  </a:solidFill>
                  <a:effectLst/>
                  <a:latin typeface="Microsoft YaHei"/>
                  <a:ea typeface="Microsoft YaHei"/>
                </a:rPr>
                <a:t>对话交流</a:t>
              </a:r>
            </a:p>
          </p:txBody>
        </p:sp>
        <p:sp>
          <p:nvSpPr>
            <p:cNvPr id="312" name="Google Shape;312;p42">
              <a:extLst>
                <a:ext uri="{FF2B5EF4-FFF2-40B4-BE49-F238E27FC236}">
                  <a16:creationId xmlns:a16="http://schemas.microsoft.com/office/drawing/2014/main" id="{1B220367-B0EF-B97C-FEBD-66E52445F7EB}"/>
                </a:ext>
              </a:extLst>
            </p:cNvPr>
            <p:cNvSpPr txBox="1"/>
            <p:nvPr/>
          </p:nvSpPr>
          <p:spPr>
            <a:xfrm>
              <a:off x="3767117" y="1376679"/>
              <a:ext cx="1609800" cy="1283400"/>
            </a:xfrm>
            <a:prstGeom prst="rect">
              <a:avLst/>
            </a:prstGeom>
            <a:solidFill>
              <a:schemeClr val="accent2"/>
            </a:solidFill>
            <a:ln>
              <a:noFill/>
            </a:ln>
          </p:spPr>
          <p:txBody>
            <a:bodyPr wrap="square" lIns="91425" tIns="91425" rIns="91425" bIns="91425" anchor="t" anchorCtr="0"/>
            <a:lstStyle/>
            <a:p>
              <a:pPr marL="0" lvl="0" indent="0" algn="l" defTabSz="914400">
                <a:lnSpc>
                  <a:spcPct val="115000"/>
                </a:lnSpc>
                <a:spcBef>
                  <a:spcPts val="0"/>
                </a:spcBef>
                <a:spcAft>
                  <a:spcPts val="0"/>
                </a:spcAft>
                <a:buClr>
                  <a:srgbClr val="000000"/>
                </a:buClr>
                <a:buSzTx/>
                <a:buFont typeface="Arial"/>
                <a:buNone/>
                <a:defRPr/>
              </a:pPr>
              <a:r>
                <a:rPr lang="zh-CN" altLang="zh-CN" sz="1200" b="1" i="0" u="none" strike="noStrike" kern="0" spc="0" baseline="0">
                  <a:ln>
                    <a:noFill/>
                  </a:ln>
                  <a:solidFill>
                    <a:srgbClr val="FFFFFF"/>
                  </a:solidFill>
                  <a:effectLst/>
                  <a:latin typeface="Microsoft YaHei"/>
                  <a:ea typeface="Microsoft YaHei"/>
                </a:rPr>
                <a:t>通过对话深入了解相似背景的职业成功者的经历，将激励并激发参与者效仿这些成功案例。</a:t>
              </a:r>
            </a:p>
            <a:p>
              <a:pPr marL="0" lvl="0" indent="0" algn="l" defTabSz="914400">
                <a:lnSpc>
                  <a:spcPct val="115000"/>
                </a:lnSpc>
                <a:spcBef>
                  <a:spcPts val="0"/>
                </a:spcBef>
                <a:spcAft>
                  <a:spcPts val="0"/>
                </a:spcAft>
                <a:buClr>
                  <a:srgbClr val="000000"/>
                </a:buClr>
                <a:buSzTx/>
                <a:buFont typeface="Arial"/>
                <a:buNone/>
                <a:defRPr/>
              </a:pPr>
              <a:endParaRPr lang="en-US" altLang="en-US" sz="1200" b="1" i="0" u="none" strike="noStrike" kern="0" spc="0" baseline="0">
                <a:ln>
                  <a:noFill/>
                </a:ln>
                <a:solidFill>
                  <a:srgbClr val="FFFFFF"/>
                </a:solidFill>
                <a:effectLst/>
                <a:latin typeface="Microsoft YaHei"/>
                <a:ea typeface="Microsoft YaHei"/>
              </a:endParaRPr>
            </a:p>
            <a:p>
              <a:pPr marL="0" lvl="0" indent="0" algn="l" defTabSz="914400">
                <a:lnSpc>
                  <a:spcPct val="115000"/>
                </a:lnSpc>
                <a:spcBef>
                  <a:spcPts val="0"/>
                </a:spcBef>
                <a:spcAft>
                  <a:spcPts val="0"/>
                </a:spcAft>
                <a:buClr>
                  <a:srgbClr val="000000"/>
                </a:buClr>
                <a:buSzTx/>
                <a:buFont typeface="Arial"/>
                <a:buNone/>
                <a:defRPr/>
              </a:pPr>
              <a:endParaRPr lang="zh-CN" altLang="zh-CN" sz="1200" b="1" i="0" u="none" strike="noStrike" kern="0" spc="0" baseline="0">
                <a:ln>
                  <a:noFill/>
                </a:ln>
                <a:solidFill>
                  <a:srgbClr val="FFFFFF"/>
                </a:solidFill>
                <a:effectLst/>
                <a:latin typeface="Microsoft YaHei"/>
                <a:ea typeface="Microsoft YaHei"/>
              </a:endParaRPr>
            </a:p>
            <a:p>
              <a:pPr marL="0" lvl="0" indent="0" algn="l" defTabSz="914400">
                <a:lnSpc>
                  <a:spcPct val="115000"/>
                </a:lnSpc>
                <a:spcBef>
                  <a:spcPts val="0"/>
                </a:spcBef>
                <a:spcAft>
                  <a:spcPts val="0"/>
                </a:spcAft>
                <a:buClr>
                  <a:srgbClr val="000000"/>
                </a:buClr>
                <a:buSzTx/>
                <a:buFont typeface="Arial"/>
                <a:buNone/>
                <a:defRPr/>
              </a:pPr>
              <a:r>
                <a:rPr lang="zh-CN" altLang="zh-CN" sz="1200" b="1" i="0" u="none" strike="noStrike" kern="0" spc="0" baseline="0">
                  <a:ln>
                    <a:noFill/>
                  </a:ln>
                  <a:solidFill>
                    <a:srgbClr val="FFFF00"/>
                  </a:solidFill>
                  <a:effectLst/>
                  <a:latin typeface="Microsoft YaHei"/>
                  <a:ea typeface="Microsoft YaHei"/>
                </a:rPr>
                <a:t>促进职业成功者和参与者之间的交流，将为参与者在互动过程中增添人脉价值。</a:t>
              </a:r>
            </a:p>
            <a:p>
              <a:pPr marL="0" lvl="0" indent="0" algn="l" defTabSz="914400">
                <a:lnSpc>
                  <a:spcPct val="115000"/>
                </a:lnSpc>
                <a:spcBef>
                  <a:spcPts val="0"/>
                </a:spcBef>
                <a:spcAft>
                  <a:spcPts val="0"/>
                </a:spcAft>
                <a:buClr>
                  <a:srgbClr val="000000"/>
                </a:buClr>
                <a:buSzTx/>
                <a:buFont typeface="Arial"/>
                <a:buNone/>
                <a:defRPr/>
              </a:pPr>
              <a:r>
                <a:rPr lang="en-US" altLang="en-US" sz="1200" b="1" i="0" u="none" strike="noStrike" kern="0" spc="0" baseline="0">
                  <a:ln>
                    <a:noFill/>
                  </a:ln>
                  <a:solidFill>
                    <a:srgbClr val="FFFFFF"/>
                  </a:solidFill>
                  <a:effectLst/>
                  <a:latin typeface="Microsoft YaHei"/>
                  <a:ea typeface="Microsoft YaHei"/>
                </a:rPr>
                <a:t> </a:t>
              </a:r>
              <a:endParaRPr sz="1200" b="1" i="0" u="none" strike="noStrike" kern="0" spc="0" baseline="0">
                <a:ln>
                  <a:noFill/>
                </a:ln>
                <a:solidFill>
                  <a:srgbClr val="FFFFFF"/>
                </a:solidFill>
                <a:effectLst/>
                <a:latin typeface="Microsoft YaHei"/>
                <a:ea typeface="Microsoft YaHei"/>
              </a:endParaRPr>
            </a:p>
          </p:txBody>
        </p:sp>
      </p:grpSp>
      <p:grpSp>
        <p:nvGrpSpPr>
          <p:cNvPr id="313" name="Google Shape;313;p42">
            <a:extLst>
              <a:ext uri="{FF2B5EF4-FFF2-40B4-BE49-F238E27FC236}">
                <a16:creationId xmlns:a16="http://schemas.microsoft.com/office/drawing/2014/main" id="{9008A4DA-C6D5-A24C-F61F-B2071F13DFD1}"/>
              </a:ext>
            </a:extLst>
          </p:cNvPr>
          <p:cNvGrpSpPr/>
          <p:nvPr/>
        </p:nvGrpSpPr>
        <p:grpSpPr>
          <a:xfrm>
            <a:off x="3016070" y="2274131"/>
            <a:ext cx="305666" cy="305666"/>
            <a:chOff x="3157188" y="909150"/>
            <a:chExt cx="470400" cy="470400"/>
          </a:xfrm>
        </p:grpSpPr>
        <p:sp>
          <p:nvSpPr>
            <p:cNvPr id="314" name="Google Shape;314;p42">
              <a:extLst>
                <a:ext uri="{FF2B5EF4-FFF2-40B4-BE49-F238E27FC236}">
                  <a16:creationId xmlns:a16="http://schemas.microsoft.com/office/drawing/2014/main" id="{87AF0B0A-6BA3-DB38-D91D-0948D49E2E35}"/>
                </a:ext>
              </a:extLst>
            </p:cNvPr>
            <p:cNvSpPr/>
            <p:nvPr/>
          </p:nvSpPr>
          <p:spPr>
            <a:xfrm>
              <a:off x="3157188" y="909150"/>
              <a:ext cx="470400" cy="470400"/>
            </a:xfrm>
            <a:prstGeom prst="ellipse">
              <a:avLst/>
            </a:prstGeom>
            <a:solidFill>
              <a:srgbClr val="FFFFFF"/>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600" b="0" i="0" u="none" strike="noStrike" kern="0" spc="0" baseline="0">
                <a:ln>
                  <a:noFill/>
                </a:ln>
                <a:solidFill>
                  <a:srgbClr val="000000"/>
                </a:solidFill>
                <a:effectLst/>
                <a:latin typeface="Microsoft YaHei"/>
                <a:ea typeface="Microsoft YaHei"/>
              </a:endParaRPr>
            </a:p>
          </p:txBody>
        </p:sp>
        <p:sp>
          <p:nvSpPr>
            <p:cNvPr id="315" name="Google Shape;315;p42">
              <a:extLst>
                <a:ext uri="{FF2B5EF4-FFF2-40B4-BE49-F238E27FC236}">
                  <a16:creationId xmlns:a16="http://schemas.microsoft.com/office/drawing/2014/main" id="{FD6E3C38-3FAD-EDAA-9251-467618E273A3}"/>
                </a:ext>
              </a:extLst>
            </p:cNvPr>
            <p:cNvSpPr/>
            <p:nvPr/>
          </p:nvSpPr>
          <p:spPr>
            <a:xfrm>
              <a:off x="3243138" y="995100"/>
              <a:ext cx="298500" cy="298500"/>
            </a:xfrm>
            <a:prstGeom prst="mathPlus">
              <a:avLst>
                <a:gd name="adj1" fmla="val 9900"/>
              </a:avLst>
            </a:prstGeom>
            <a:solidFill>
              <a:srgbClr val="125284"/>
            </a:solidFill>
            <a:ln w="28575" cap="flat" cmpd="sng">
              <a:solidFill>
                <a:schemeClr val="lt2"/>
              </a:solidFill>
              <a:prstDash val="solid"/>
              <a:round/>
              <a:headEnd type="none" w="sm" len="sm"/>
              <a:tailEnd type="none" w="sm" len="sm"/>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600" b="0" i="0" u="none" strike="noStrike" kern="0" spc="0" baseline="0">
                <a:ln>
                  <a:noFill/>
                </a:ln>
                <a:solidFill>
                  <a:srgbClr val="000000"/>
                </a:solidFill>
                <a:effectLst/>
                <a:latin typeface="Microsoft YaHei"/>
                <a:ea typeface="Microsoft YaHei"/>
              </a:endParaRPr>
            </a:p>
          </p:txBody>
        </p:sp>
      </p:grpSp>
      <p:sp>
        <p:nvSpPr>
          <p:cNvPr id="316" name="Google Shape;316;p42">
            <a:extLst>
              <a:ext uri="{FF2B5EF4-FFF2-40B4-BE49-F238E27FC236}">
                <a16:creationId xmlns:a16="http://schemas.microsoft.com/office/drawing/2014/main" id="{9A08CED4-5922-950B-4E32-C24910075489}"/>
              </a:ext>
            </a:extLst>
          </p:cNvPr>
          <p:cNvSpPr txBox="1"/>
          <p:nvPr/>
        </p:nvSpPr>
        <p:spPr>
          <a:xfrm>
            <a:off x="538938" y="838825"/>
            <a:ext cx="8066100" cy="400079"/>
          </a:xfrm>
          <a:prstGeom prst="rect">
            <a:avLst/>
          </a:prstGeom>
          <a:noFill/>
          <a:ln>
            <a:noFill/>
          </a:ln>
        </p:spPr>
        <p:txBody>
          <a:bodyPr wrap="square" lIns="91425" tIns="91425" rIns="91425" bIns="91425" anchor="t" anchorCtr="0">
            <a:spAutoFit/>
          </a:bodyPr>
          <a:lstStyle/>
          <a:p>
            <a:pPr marL="0" lvl="0" indent="0" algn="l" defTabSz="914400">
              <a:lnSpc>
                <a:spcPct val="100000"/>
              </a:lnSpc>
              <a:spcBef>
                <a:spcPts val="0"/>
              </a:spcBef>
              <a:spcAft>
                <a:spcPts val="0"/>
              </a:spcAft>
              <a:buClr>
                <a:srgbClr val="000000"/>
              </a:buClr>
              <a:buSzTx/>
              <a:buFont typeface="Arial"/>
              <a:buNone/>
              <a:defRPr/>
            </a:pPr>
            <a:r>
              <a:rPr lang="zh-CN" altLang="en-US" sz="1400" b="1" i="0" u="none" strike="noStrike" kern="0" spc="0" baseline="0">
                <a:ln>
                  <a:noFill/>
                </a:ln>
                <a:solidFill>
                  <a:srgbClr val="125284"/>
                </a:solidFill>
                <a:effectLst/>
                <a:latin typeface="Microsoft YaHei"/>
                <a:ea typeface="Microsoft YaHei"/>
              </a:rPr>
              <a:t>关键方法：采用混合式成人学习方法，以平衡不同的需求和学习风格。</a:t>
            </a:r>
            <a:endParaRPr sz="1400" b="1" i="0" u="none" strike="noStrike" kern="0" spc="0" baseline="0">
              <a:ln>
                <a:noFill/>
              </a:ln>
              <a:solidFill>
                <a:srgbClr val="125284"/>
              </a:solidFill>
              <a:effectLst/>
              <a:latin typeface="Microsoft YaHei"/>
              <a:ea typeface="Microsoft YaHei"/>
            </a:endParaRPr>
          </a:p>
        </p:txBody>
      </p:sp>
      <p:grpSp>
        <p:nvGrpSpPr>
          <p:cNvPr id="317" name="Google Shape;317;p42">
            <a:extLst>
              <a:ext uri="{FF2B5EF4-FFF2-40B4-BE49-F238E27FC236}">
                <a16:creationId xmlns:a16="http://schemas.microsoft.com/office/drawing/2014/main" id="{95B9E549-5A34-9225-7321-DC7D3FF3BFE8}"/>
              </a:ext>
            </a:extLst>
          </p:cNvPr>
          <p:cNvGrpSpPr/>
          <p:nvPr/>
        </p:nvGrpSpPr>
        <p:grpSpPr>
          <a:xfrm>
            <a:off x="5838545" y="2274131"/>
            <a:ext cx="305666" cy="305666"/>
            <a:chOff x="3157188" y="909150"/>
            <a:chExt cx="470400" cy="470400"/>
          </a:xfrm>
        </p:grpSpPr>
        <p:sp>
          <p:nvSpPr>
            <p:cNvPr id="318" name="Google Shape;318;p42">
              <a:extLst>
                <a:ext uri="{FF2B5EF4-FFF2-40B4-BE49-F238E27FC236}">
                  <a16:creationId xmlns:a16="http://schemas.microsoft.com/office/drawing/2014/main" id="{AE896ED9-867A-E668-E1FA-AE4E1AD4DB81}"/>
                </a:ext>
              </a:extLst>
            </p:cNvPr>
            <p:cNvSpPr/>
            <p:nvPr/>
          </p:nvSpPr>
          <p:spPr>
            <a:xfrm>
              <a:off x="3157188" y="909150"/>
              <a:ext cx="470400" cy="470400"/>
            </a:xfrm>
            <a:prstGeom prst="ellipse">
              <a:avLst/>
            </a:prstGeom>
            <a:solidFill>
              <a:srgbClr val="FFFFFF"/>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600" b="0" i="0" u="none" strike="noStrike" kern="0" spc="0" baseline="0">
                <a:ln>
                  <a:noFill/>
                </a:ln>
                <a:solidFill>
                  <a:srgbClr val="000000"/>
                </a:solidFill>
                <a:effectLst/>
                <a:latin typeface="Microsoft YaHei"/>
                <a:ea typeface="Microsoft YaHei"/>
              </a:endParaRPr>
            </a:p>
          </p:txBody>
        </p:sp>
        <p:sp>
          <p:nvSpPr>
            <p:cNvPr id="319" name="Google Shape;319;p42">
              <a:extLst>
                <a:ext uri="{FF2B5EF4-FFF2-40B4-BE49-F238E27FC236}">
                  <a16:creationId xmlns:a16="http://schemas.microsoft.com/office/drawing/2014/main" id="{5AECC087-BD15-F15D-8755-BD28AABE706D}"/>
                </a:ext>
              </a:extLst>
            </p:cNvPr>
            <p:cNvSpPr/>
            <p:nvPr/>
          </p:nvSpPr>
          <p:spPr>
            <a:xfrm>
              <a:off x="3243138" y="995100"/>
              <a:ext cx="298500" cy="298500"/>
            </a:xfrm>
            <a:prstGeom prst="mathPlus">
              <a:avLst>
                <a:gd name="adj1" fmla="val 9900"/>
              </a:avLst>
            </a:prstGeom>
            <a:solidFill>
              <a:srgbClr val="125284"/>
            </a:solidFill>
            <a:ln w="28575" cap="flat" cmpd="sng">
              <a:solidFill>
                <a:schemeClr val="lt2"/>
              </a:solidFill>
              <a:prstDash val="solid"/>
              <a:round/>
              <a:headEnd type="none" w="sm" len="sm"/>
              <a:tailEnd type="none" w="sm" len="sm"/>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600" b="0" i="0" u="none" strike="noStrike" kern="0" spc="0" baseline="0">
                <a:ln>
                  <a:noFill/>
                </a:ln>
                <a:solidFill>
                  <a:srgbClr val="000000"/>
                </a:solidFill>
                <a:effectLst/>
                <a:latin typeface="Microsoft YaHei"/>
                <a:ea typeface="Microsoft YaHei"/>
              </a:endParaRPr>
            </a:p>
          </p:txBody>
        </p:sp>
      </p:grpSp>
      <p:grpSp>
        <p:nvGrpSpPr>
          <p:cNvPr id="320" name="Google Shape;320;p42">
            <a:extLst>
              <a:ext uri="{FF2B5EF4-FFF2-40B4-BE49-F238E27FC236}">
                <a16:creationId xmlns:a16="http://schemas.microsoft.com/office/drawing/2014/main" id="{14D08A18-E29C-09DB-0E84-76FB57D42DE4}"/>
              </a:ext>
            </a:extLst>
          </p:cNvPr>
          <p:cNvGrpSpPr/>
          <p:nvPr/>
        </p:nvGrpSpPr>
        <p:grpSpPr>
          <a:xfrm>
            <a:off x="6270355" y="1403659"/>
            <a:ext cx="2280847" cy="3201042"/>
            <a:chOff x="5539816" y="1171213"/>
            <a:chExt cx="1942800" cy="1569600"/>
          </a:xfrm>
        </p:grpSpPr>
        <p:sp>
          <p:nvSpPr>
            <p:cNvPr id="321" name="Google Shape;321;p42">
              <a:extLst>
                <a:ext uri="{FF2B5EF4-FFF2-40B4-BE49-F238E27FC236}">
                  <a16:creationId xmlns:a16="http://schemas.microsoft.com/office/drawing/2014/main" id="{EF1C7B49-8BCA-9153-C376-F1865038E883}"/>
                </a:ext>
              </a:extLst>
            </p:cNvPr>
            <p:cNvSpPr/>
            <p:nvPr/>
          </p:nvSpPr>
          <p:spPr>
            <a:xfrm flipH="1">
              <a:off x="5539816" y="1171213"/>
              <a:ext cx="1942800" cy="1569600"/>
            </a:xfrm>
            <a:prstGeom prst="round1Rect">
              <a:avLst>
                <a:gd name="adj" fmla="val 17446"/>
              </a:avLst>
            </a:prstGeom>
            <a:solidFill>
              <a:schemeClr val="accent3"/>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600" b="0" i="0" u="none" strike="noStrike" kern="0" spc="0" baseline="0">
                <a:ln>
                  <a:noFill/>
                </a:ln>
                <a:solidFill>
                  <a:srgbClr val="000000"/>
                </a:solidFill>
                <a:effectLst/>
                <a:latin typeface="Microsoft YaHei"/>
                <a:ea typeface="Microsoft YaHei"/>
              </a:endParaRPr>
            </a:p>
          </p:txBody>
        </p:sp>
        <p:sp>
          <p:nvSpPr>
            <p:cNvPr id="322" name="Google Shape;322;p42">
              <a:extLst>
                <a:ext uri="{FF2B5EF4-FFF2-40B4-BE49-F238E27FC236}">
                  <a16:creationId xmlns:a16="http://schemas.microsoft.com/office/drawing/2014/main" id="{6C4ADD47-93E5-904E-B93D-52782D05F2B1}"/>
                </a:ext>
              </a:extLst>
            </p:cNvPr>
            <p:cNvSpPr txBox="1"/>
            <p:nvPr/>
          </p:nvSpPr>
          <p:spPr>
            <a:xfrm>
              <a:off x="5762405" y="1216724"/>
              <a:ext cx="1503300" cy="186600"/>
            </a:xfrm>
            <a:prstGeom prst="rect">
              <a:avLst/>
            </a:prstGeom>
            <a:solidFill>
              <a:schemeClr val="accent3"/>
            </a:solidFill>
            <a:ln>
              <a:noFill/>
            </a:ln>
          </p:spPr>
          <p:txBody>
            <a:bodyPr wrap="square" lIns="91425" tIns="91425" rIns="91425" bIns="91425" anchor="ctr" anchorCtr="0"/>
            <a:lstStyle/>
            <a:p>
              <a:pPr marL="0" lvl="0" indent="0" algn="ctr" defTabSz="914400">
                <a:lnSpc>
                  <a:spcPct val="100000"/>
                </a:lnSpc>
                <a:spcBef>
                  <a:spcPts val="0"/>
                </a:spcBef>
                <a:spcAft>
                  <a:spcPts val="0"/>
                </a:spcAft>
                <a:buClr>
                  <a:srgbClr val="000000"/>
                </a:buClr>
                <a:buSzTx/>
                <a:buFont typeface="Arial"/>
                <a:buNone/>
                <a:defRPr/>
              </a:pPr>
              <a:r>
                <a:rPr lang="zh-CN" altLang="en-US" sz="1300" b="1" i="0" u="none" strike="noStrike" kern="0" spc="0" baseline="0">
                  <a:ln>
                    <a:noFill/>
                  </a:ln>
                  <a:solidFill>
                    <a:srgbClr val="FFFFFF"/>
                  </a:solidFill>
                  <a:effectLst/>
                  <a:latin typeface="Microsoft YaHei"/>
                  <a:ea typeface="Microsoft YaHei"/>
                </a:rPr>
                <a:t>培训课程</a:t>
              </a:r>
              <a:endParaRPr sz="1300" b="0" i="0" u="none" strike="noStrike" kern="0" spc="0" baseline="0">
                <a:ln>
                  <a:noFill/>
                </a:ln>
                <a:solidFill>
                  <a:srgbClr val="FFFFFF"/>
                </a:solidFill>
                <a:effectLst/>
                <a:latin typeface="Microsoft YaHei"/>
                <a:ea typeface="Microsoft YaHei"/>
              </a:endParaRPr>
            </a:p>
          </p:txBody>
        </p:sp>
        <p:sp>
          <p:nvSpPr>
            <p:cNvPr id="323" name="Google Shape;323;p42">
              <a:extLst>
                <a:ext uri="{FF2B5EF4-FFF2-40B4-BE49-F238E27FC236}">
                  <a16:creationId xmlns:a16="http://schemas.microsoft.com/office/drawing/2014/main" id="{F29024B6-065F-F927-43B4-2DD5D37CC2CA}"/>
                </a:ext>
              </a:extLst>
            </p:cNvPr>
            <p:cNvSpPr txBox="1"/>
            <p:nvPr/>
          </p:nvSpPr>
          <p:spPr>
            <a:xfrm>
              <a:off x="5736403" y="1375683"/>
              <a:ext cx="1610748" cy="1280100"/>
            </a:xfrm>
            <a:prstGeom prst="rect">
              <a:avLst/>
            </a:prstGeom>
            <a:solidFill>
              <a:schemeClr val="accent3"/>
            </a:solidFill>
            <a:ln>
              <a:noFill/>
            </a:ln>
          </p:spPr>
          <p:txBody>
            <a:bodyPr wrap="square" lIns="91425" tIns="91425" rIns="91425" bIns="91425" anchor="t" anchorCtr="0"/>
            <a:lstStyle/>
            <a:p>
              <a:pPr marL="0" lvl="0" indent="0" algn="l" defTabSz="914400">
                <a:lnSpc>
                  <a:spcPct val="115000"/>
                </a:lnSpc>
                <a:spcBef>
                  <a:spcPts val="0"/>
                </a:spcBef>
                <a:spcAft>
                  <a:spcPts val="0"/>
                </a:spcAft>
                <a:buClr>
                  <a:srgbClr val="000000"/>
                </a:buClr>
                <a:buSzTx/>
                <a:buFont typeface="Arial"/>
                <a:buNone/>
                <a:defRPr/>
              </a:pPr>
              <a:r>
                <a:rPr lang="zh-CN" altLang="en-US" sz="1200" b="1" i="0" u="none" strike="noStrike" kern="0" spc="0" baseline="0">
                  <a:ln>
                    <a:noFill/>
                  </a:ln>
                  <a:solidFill>
                    <a:srgbClr val="FFFFFF"/>
                  </a:solidFill>
                  <a:effectLst/>
                  <a:latin typeface="Microsoft YaHei"/>
                  <a:ea typeface="Microsoft YaHei"/>
                </a:rPr>
                <a:t>根据参与者确定的学习需求定制的培训课程，将支持他们学习易于应用的框架和工具，以设计和实施其职业生涯项目。</a:t>
              </a:r>
            </a:p>
            <a:p>
              <a:pPr marL="0" lvl="0" indent="0" algn="l" defTabSz="914400">
                <a:lnSpc>
                  <a:spcPct val="115000"/>
                </a:lnSpc>
                <a:spcBef>
                  <a:spcPts val="0"/>
                </a:spcBef>
                <a:spcAft>
                  <a:spcPts val="0"/>
                </a:spcAft>
                <a:buClr>
                  <a:srgbClr val="000000"/>
                </a:buClr>
                <a:buSzTx/>
                <a:buFont typeface="Arial"/>
                <a:buNone/>
                <a:defRPr/>
              </a:pPr>
              <a:endParaRPr lang="en-US" altLang="zh-CN" sz="1200" b="1" i="0" u="none" strike="noStrike" kern="0" spc="0" baseline="0">
                <a:ln>
                  <a:noFill/>
                </a:ln>
                <a:solidFill>
                  <a:srgbClr val="FFFFFF"/>
                </a:solidFill>
                <a:effectLst/>
                <a:latin typeface="Microsoft YaHei"/>
                <a:ea typeface="Microsoft YaHei"/>
              </a:endParaRPr>
            </a:p>
            <a:p>
              <a:pPr marL="0" lvl="0" indent="0" algn="l" defTabSz="914400">
                <a:lnSpc>
                  <a:spcPct val="115000"/>
                </a:lnSpc>
                <a:spcBef>
                  <a:spcPts val="0"/>
                </a:spcBef>
                <a:spcAft>
                  <a:spcPts val="0"/>
                </a:spcAft>
                <a:buClr>
                  <a:srgbClr val="000000"/>
                </a:buClr>
                <a:buSzTx/>
                <a:buFont typeface="Arial"/>
                <a:buNone/>
                <a:defRPr/>
              </a:pPr>
              <a:r>
                <a:rPr lang="zh-CN" altLang="en-US" sz="1200" b="1" i="0" u="none" strike="noStrike" kern="0" spc="0" baseline="0">
                  <a:ln>
                    <a:noFill/>
                  </a:ln>
                  <a:solidFill>
                    <a:srgbClr val="FFFFFF"/>
                  </a:solidFill>
                  <a:effectLst/>
                  <a:latin typeface="Microsoft YaHei"/>
                  <a:ea typeface="Microsoft YaHei"/>
                </a:rPr>
                <a:t>此外，还将开展每日反思会议，以支持参与者的整个学习过程。</a:t>
              </a:r>
              <a:endParaRPr sz="1200" b="1" i="0" u="none" strike="noStrike" kern="0" spc="0" baseline="0">
                <a:ln>
                  <a:noFill/>
                </a:ln>
                <a:solidFill>
                  <a:srgbClr val="FFFFFF"/>
                </a:solidFill>
                <a:effectLst/>
                <a:latin typeface="Microsoft YaHei"/>
                <a:ea typeface="Microsoft YaHei"/>
              </a:endParaRPr>
            </a:p>
          </p:txBody>
        </p:sp>
      </p:grpSp>
    </p:spTree>
    <p:extLst>
      <p:ext uri="{BB962C8B-B14F-4D97-AF65-F5344CB8AC3E}">
        <p14:creationId xmlns:p14="http://schemas.microsoft.com/office/powerpoint/2010/main" val="3880250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64"/>
        <p:cNvGrpSpPr/>
        <p:nvPr/>
      </p:nvGrpSpPr>
      <p:grpSpPr>
        <a:xfrm>
          <a:off x="0" y="0"/>
          <a:ext cx="0" cy="0"/>
          <a:chOff x="0" y="0"/>
          <a:chExt cx="0" cy="0"/>
        </a:xfrm>
      </p:grpSpPr>
      <p:grpSp>
        <p:nvGrpSpPr>
          <p:cNvPr id="1966" name="Google Shape;1966;p115"/>
          <p:cNvGrpSpPr/>
          <p:nvPr/>
        </p:nvGrpSpPr>
        <p:grpSpPr>
          <a:xfrm>
            <a:off x="93825" y="3529087"/>
            <a:ext cx="3086610" cy="700634"/>
            <a:chOff x="1593000" y="2322568"/>
            <a:chExt cx="2690325" cy="642607"/>
          </a:xfrm>
          <a:noFill/>
        </p:grpSpPr>
        <p:sp>
          <p:nvSpPr>
            <p:cNvPr id="1968" name="Google Shape;1968;p115"/>
            <p:cNvSpPr/>
            <p:nvPr/>
          </p:nvSpPr>
          <p:spPr>
            <a:xfrm flipH="1">
              <a:off x="2283025" y="2322575"/>
              <a:ext cx="1844400" cy="642600"/>
            </a:xfrm>
            <a:prstGeom prst="rect">
              <a:avLst/>
            </a:prstGeom>
            <a:solidFill>
              <a:srgbClr val="7197B5"/>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300" b="1" i="0" u="none" strike="noStrike" kern="0" spc="0" baseline="0">
                <a:ln>
                  <a:noFill/>
                </a:ln>
                <a:solidFill>
                  <a:srgbClr val="000000"/>
                </a:solidFill>
                <a:effectLst/>
                <a:latin typeface="Microsoft YaHei"/>
                <a:ea typeface="Microsoft YaHei"/>
              </a:endParaRPr>
            </a:p>
          </p:txBody>
        </p:sp>
        <p:sp>
          <p:nvSpPr>
            <p:cNvPr id="1970" name="Google Shape;1970;p115"/>
            <p:cNvSpPr/>
            <p:nvPr/>
          </p:nvSpPr>
          <p:spPr>
            <a:xfrm>
              <a:off x="2342625" y="2399951"/>
              <a:ext cx="1940700" cy="495900"/>
            </a:xfrm>
            <a:prstGeom prst="rect">
              <a:avLst/>
            </a:prstGeom>
            <a:noFill/>
            <a:ln>
              <a:noFill/>
            </a:ln>
          </p:spPr>
          <p:txBody>
            <a:bodyPr wrap="square" lIns="91425" tIns="91425" rIns="91425" bIns="91425" anchor="ctr" anchorCtr="0"/>
            <a:lstStyle/>
            <a:p>
              <a:pPr marL="0" lvl="0" indent="0" algn="l" defTabSz="914400">
                <a:lnSpc>
                  <a:spcPct val="115000"/>
                </a:lnSpc>
                <a:spcBef>
                  <a:spcPts val="0"/>
                </a:spcBef>
                <a:spcAft>
                  <a:spcPts val="0"/>
                </a:spcAft>
                <a:buClr>
                  <a:srgbClr val="000000"/>
                </a:buClr>
                <a:buSzTx/>
                <a:buFont typeface="Arial"/>
                <a:buNone/>
                <a:defRPr/>
              </a:pPr>
              <a:r>
                <a:rPr lang="zh-CN" altLang="en-US" sz="1300" b="1" i="0" u="none" strike="noStrike" kern="0" spc="0" baseline="0">
                  <a:ln>
                    <a:noFill/>
                  </a:ln>
                  <a:solidFill>
                    <a:srgbClr val="FFFFFF"/>
                  </a:solidFill>
                  <a:effectLst/>
                  <a:latin typeface="Microsoft YaHei"/>
                  <a:ea typeface="Microsoft YaHei"/>
                </a:rPr>
                <a:t>心理健康与职场教练 </a:t>
              </a:r>
            </a:p>
          </p:txBody>
        </p:sp>
        <p:sp>
          <p:nvSpPr>
            <p:cNvPr id="1971" name="Google Shape;1971;p115"/>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300" b="1" i="0" u="none" strike="noStrike" kern="0" spc="0" baseline="0">
                <a:ln>
                  <a:noFill/>
                </a:ln>
                <a:solidFill>
                  <a:srgbClr val="000000"/>
                </a:solidFill>
                <a:effectLst/>
                <a:latin typeface="Microsoft YaHei"/>
                <a:ea typeface="Microsoft YaHei"/>
              </a:endParaRPr>
            </a:p>
          </p:txBody>
        </p:sp>
        <p:sp>
          <p:nvSpPr>
            <p:cNvPr id="1972" name="Google Shape;1972;p115"/>
            <p:cNvSpPr/>
            <p:nvPr/>
          </p:nvSpPr>
          <p:spPr>
            <a:xfrm>
              <a:off x="1593000" y="2322575"/>
              <a:ext cx="690000" cy="642600"/>
            </a:xfrm>
            <a:prstGeom prst="rect">
              <a:avLst/>
            </a:prstGeom>
            <a:solidFill>
              <a:srgbClr val="7197B5"/>
            </a:solidFill>
            <a:ln>
              <a:noFill/>
            </a:ln>
          </p:spPr>
          <p:txBody>
            <a:bodyPr wrap="square" lIns="91425" tIns="91425" rIns="91425" bIns="91425" anchor="ctr" anchorCtr="0"/>
            <a:lstStyle/>
            <a:p>
              <a:pPr marL="0" lvl="0" indent="0" algn="ctr" defTabSz="914400">
                <a:lnSpc>
                  <a:spcPct val="100000"/>
                </a:lnSpc>
                <a:spcBef>
                  <a:spcPts val="0"/>
                </a:spcBef>
                <a:spcAft>
                  <a:spcPts val="0"/>
                </a:spcAft>
                <a:buClr>
                  <a:srgbClr val="000000"/>
                </a:buClr>
                <a:buSzTx/>
                <a:buFont typeface="Arial"/>
                <a:buNone/>
                <a:defRPr/>
              </a:pPr>
              <a:r>
                <a:rPr lang="en" altLang="en" sz="1300" b="1" i="0" u="none" strike="noStrike" kern="0" spc="0" baseline="0">
                  <a:ln>
                    <a:noFill/>
                  </a:ln>
                  <a:solidFill>
                    <a:srgbClr val="FFFFFF"/>
                  </a:solidFill>
                  <a:effectLst/>
                  <a:latin typeface="Microsoft YaHei"/>
                  <a:ea typeface="Microsoft YaHei"/>
                </a:rPr>
                <a:t>05</a:t>
              </a:r>
              <a:endParaRPr sz="1300" b="1" i="0" u="none" strike="noStrike" kern="0" spc="0" baseline="0">
                <a:ln>
                  <a:noFill/>
                </a:ln>
                <a:solidFill>
                  <a:srgbClr val="FFFFFF"/>
                </a:solidFill>
                <a:effectLst/>
                <a:latin typeface="Microsoft YaHei"/>
                <a:ea typeface="Microsoft YaHei"/>
              </a:endParaRPr>
            </a:p>
          </p:txBody>
        </p:sp>
      </p:grpSp>
      <p:grpSp>
        <p:nvGrpSpPr>
          <p:cNvPr id="1974" name="Google Shape;1974;p115"/>
          <p:cNvGrpSpPr/>
          <p:nvPr/>
        </p:nvGrpSpPr>
        <p:grpSpPr>
          <a:xfrm>
            <a:off x="93825" y="2815059"/>
            <a:ext cx="3086610" cy="700634"/>
            <a:chOff x="1593000" y="2322568"/>
            <a:chExt cx="2690325" cy="642607"/>
          </a:xfrm>
          <a:noFill/>
        </p:grpSpPr>
        <p:sp>
          <p:nvSpPr>
            <p:cNvPr id="1976" name="Google Shape;1976;p115"/>
            <p:cNvSpPr/>
            <p:nvPr/>
          </p:nvSpPr>
          <p:spPr>
            <a:xfrm flipH="1">
              <a:off x="2283025" y="2322575"/>
              <a:ext cx="1844400" cy="642600"/>
            </a:xfrm>
            <a:prstGeom prst="rect">
              <a:avLst/>
            </a:prstGeom>
            <a:solidFill>
              <a:srgbClr val="FB6171"/>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300" b="1" i="0" u="none" strike="noStrike" kern="0" spc="0" baseline="0">
                <a:ln>
                  <a:noFill/>
                </a:ln>
                <a:solidFill>
                  <a:srgbClr val="000000"/>
                </a:solidFill>
                <a:effectLst/>
                <a:latin typeface="Microsoft YaHei"/>
                <a:ea typeface="Microsoft YaHei"/>
              </a:endParaRPr>
            </a:p>
          </p:txBody>
        </p:sp>
        <p:sp>
          <p:nvSpPr>
            <p:cNvPr id="1978" name="Google Shape;1978;p115"/>
            <p:cNvSpPr/>
            <p:nvPr/>
          </p:nvSpPr>
          <p:spPr>
            <a:xfrm>
              <a:off x="2342625" y="2399951"/>
              <a:ext cx="1940700" cy="495900"/>
            </a:xfrm>
            <a:prstGeom prst="rect">
              <a:avLst/>
            </a:prstGeom>
            <a:noFill/>
            <a:ln>
              <a:noFill/>
            </a:ln>
          </p:spPr>
          <p:txBody>
            <a:bodyPr wrap="square" lIns="91425" tIns="91425" rIns="91425" bIns="91425" anchor="ctr" anchorCtr="0"/>
            <a:lstStyle/>
            <a:p>
              <a:pPr marL="0" lvl="0" indent="0" algn="l" defTabSz="914400">
                <a:lnSpc>
                  <a:spcPct val="115000"/>
                </a:lnSpc>
                <a:spcBef>
                  <a:spcPts val="0"/>
                </a:spcBef>
                <a:spcAft>
                  <a:spcPts val="0"/>
                </a:spcAft>
                <a:buClr>
                  <a:srgbClr val="000000"/>
                </a:buClr>
                <a:buSzTx/>
                <a:buFont typeface="Arial"/>
                <a:buNone/>
                <a:defRPr/>
              </a:pPr>
              <a:r>
                <a:rPr lang="zh-CN" altLang="en-US" sz="1300" b="1" i="0" u="none" strike="noStrike" kern="0" spc="0" baseline="0">
                  <a:ln>
                    <a:noFill/>
                  </a:ln>
                  <a:solidFill>
                    <a:srgbClr val="FFFFFF"/>
                  </a:solidFill>
                  <a:effectLst/>
                  <a:latin typeface="Microsoft YaHei"/>
                  <a:ea typeface="Microsoft YaHei"/>
                </a:rPr>
                <a:t>社会企业</a:t>
              </a:r>
              <a:r>
                <a:rPr lang="en-US" altLang="zh-CN" sz="1300" b="1" i="0" u="none" strike="noStrike" kern="0" spc="0" baseline="0">
                  <a:ln>
                    <a:noFill/>
                  </a:ln>
                  <a:solidFill>
                    <a:srgbClr val="FFFFFF"/>
                  </a:solidFill>
                  <a:effectLst/>
                  <a:latin typeface="Microsoft YaHei"/>
                  <a:ea typeface="Microsoft YaHei"/>
                </a:rPr>
                <a:t>&amp;</a:t>
              </a:r>
              <a:r>
                <a:rPr lang="en" altLang="en" sz="1300" b="1" i="0" u="none" strike="noStrike" kern="0" spc="0" baseline="0">
                  <a:ln>
                    <a:noFill/>
                  </a:ln>
                  <a:solidFill>
                    <a:srgbClr val="FFFFFF"/>
                  </a:solidFill>
                  <a:effectLst/>
                  <a:latin typeface="Microsoft YaHei"/>
                  <a:ea typeface="Microsoft YaHei"/>
                </a:rPr>
                <a:t>NGO </a:t>
              </a:r>
              <a:r>
                <a:rPr lang="zh-CN" altLang="en-US" sz="1300" b="1" i="0" u="none" strike="noStrike" kern="0" spc="0" baseline="0">
                  <a:ln>
                    <a:noFill/>
                  </a:ln>
                  <a:solidFill>
                    <a:srgbClr val="FFFFFF"/>
                  </a:solidFill>
                  <a:effectLst/>
                  <a:latin typeface="Microsoft YaHei"/>
                  <a:ea typeface="Microsoft YaHei"/>
                </a:rPr>
                <a:t>探访 </a:t>
              </a:r>
            </a:p>
          </p:txBody>
        </p:sp>
        <p:sp>
          <p:nvSpPr>
            <p:cNvPr id="1979" name="Google Shape;1979;p115"/>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300" b="1" i="0" u="none" strike="noStrike" kern="0" spc="0" baseline="0">
                <a:ln>
                  <a:noFill/>
                </a:ln>
                <a:solidFill>
                  <a:srgbClr val="000000"/>
                </a:solidFill>
                <a:effectLst/>
                <a:latin typeface="Microsoft YaHei"/>
                <a:ea typeface="Microsoft YaHei"/>
              </a:endParaRPr>
            </a:p>
          </p:txBody>
        </p:sp>
        <p:sp>
          <p:nvSpPr>
            <p:cNvPr id="1980" name="Google Shape;1980;p115"/>
            <p:cNvSpPr/>
            <p:nvPr/>
          </p:nvSpPr>
          <p:spPr>
            <a:xfrm>
              <a:off x="1593000" y="2322575"/>
              <a:ext cx="690000" cy="642600"/>
            </a:xfrm>
            <a:prstGeom prst="rect">
              <a:avLst/>
            </a:prstGeom>
            <a:solidFill>
              <a:srgbClr val="FB6171"/>
            </a:solidFill>
            <a:ln>
              <a:noFill/>
            </a:ln>
          </p:spPr>
          <p:txBody>
            <a:bodyPr wrap="square" lIns="91425" tIns="91425" rIns="91425" bIns="91425" anchor="ctr" anchorCtr="0"/>
            <a:lstStyle/>
            <a:p>
              <a:pPr marL="0" lvl="0" indent="0" algn="ctr" defTabSz="914400">
                <a:lnSpc>
                  <a:spcPct val="100000"/>
                </a:lnSpc>
                <a:spcBef>
                  <a:spcPts val="0"/>
                </a:spcBef>
                <a:spcAft>
                  <a:spcPts val="0"/>
                </a:spcAft>
                <a:buClr>
                  <a:srgbClr val="000000"/>
                </a:buClr>
                <a:buSzTx/>
                <a:buFont typeface="Arial"/>
                <a:buNone/>
                <a:defRPr/>
              </a:pPr>
              <a:r>
                <a:rPr lang="en" altLang="en" sz="1300" b="1" i="0" u="none" strike="noStrike" kern="0" spc="0" baseline="0">
                  <a:ln>
                    <a:noFill/>
                  </a:ln>
                  <a:solidFill>
                    <a:srgbClr val="FFFFFF"/>
                  </a:solidFill>
                  <a:effectLst/>
                  <a:latin typeface="Microsoft YaHei"/>
                  <a:ea typeface="Microsoft YaHei"/>
                </a:rPr>
                <a:t>04</a:t>
              </a:r>
              <a:endParaRPr sz="1300" b="1" i="0" u="none" strike="noStrike" kern="0" spc="0" baseline="0">
                <a:ln>
                  <a:noFill/>
                </a:ln>
                <a:solidFill>
                  <a:srgbClr val="FFFFFF"/>
                </a:solidFill>
                <a:effectLst/>
                <a:latin typeface="Microsoft YaHei"/>
                <a:ea typeface="Microsoft YaHei"/>
              </a:endParaRPr>
            </a:p>
          </p:txBody>
        </p:sp>
      </p:grpSp>
      <p:grpSp>
        <p:nvGrpSpPr>
          <p:cNvPr id="1982" name="Google Shape;1982;p115"/>
          <p:cNvGrpSpPr/>
          <p:nvPr/>
        </p:nvGrpSpPr>
        <p:grpSpPr>
          <a:xfrm>
            <a:off x="93825" y="2101002"/>
            <a:ext cx="3086610" cy="700634"/>
            <a:chOff x="1593000" y="2322568"/>
            <a:chExt cx="2690325" cy="642607"/>
          </a:xfrm>
        </p:grpSpPr>
        <p:sp>
          <p:nvSpPr>
            <p:cNvPr id="1984" name="Google Shape;1984;p115"/>
            <p:cNvSpPr/>
            <p:nvPr/>
          </p:nvSpPr>
          <p:spPr>
            <a:xfrm flipH="1">
              <a:off x="2283025" y="2322575"/>
              <a:ext cx="1844400" cy="642600"/>
            </a:xfrm>
            <a:prstGeom prst="rect">
              <a:avLst/>
            </a:prstGeom>
            <a:solidFill>
              <a:schemeClr val="accent3"/>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300" b="1" i="0" u="none" strike="noStrike" kern="0" spc="0" baseline="0">
                <a:ln>
                  <a:noFill/>
                </a:ln>
                <a:solidFill>
                  <a:srgbClr val="000000"/>
                </a:solidFill>
                <a:effectLst/>
                <a:latin typeface="Microsoft YaHei"/>
                <a:ea typeface="Microsoft YaHei"/>
              </a:endParaRPr>
            </a:p>
          </p:txBody>
        </p:sp>
        <p:sp>
          <p:nvSpPr>
            <p:cNvPr id="1986" name="Google Shape;1986;p115"/>
            <p:cNvSpPr/>
            <p:nvPr/>
          </p:nvSpPr>
          <p:spPr>
            <a:xfrm>
              <a:off x="2342625" y="2399951"/>
              <a:ext cx="1940700" cy="495900"/>
            </a:xfrm>
            <a:prstGeom prst="rect">
              <a:avLst/>
            </a:prstGeom>
            <a:noFill/>
            <a:ln>
              <a:noFill/>
            </a:ln>
          </p:spPr>
          <p:txBody>
            <a:bodyPr wrap="square" lIns="91425" tIns="91425" rIns="91425" bIns="91425" anchor="ctr" anchorCtr="0"/>
            <a:lstStyle/>
            <a:p>
              <a:pPr marL="0" lvl="0" indent="0" algn="l" defTabSz="914400">
                <a:lnSpc>
                  <a:spcPct val="115000"/>
                </a:lnSpc>
                <a:spcBef>
                  <a:spcPts val="0"/>
                </a:spcBef>
                <a:spcAft>
                  <a:spcPts val="0"/>
                </a:spcAft>
                <a:buClr>
                  <a:srgbClr val="000000"/>
                </a:buClr>
                <a:buSzTx/>
                <a:buFont typeface="Arial"/>
                <a:buNone/>
                <a:defRPr/>
              </a:pPr>
              <a:r>
                <a:rPr lang="zh-CN" altLang="en-US" sz="1300" b="1" i="0" u="none" strike="noStrike" kern="0" spc="0" baseline="0">
                  <a:ln>
                    <a:noFill/>
                  </a:ln>
                  <a:solidFill>
                    <a:srgbClr val="FFFFFF"/>
                  </a:solidFill>
                  <a:effectLst/>
                  <a:latin typeface="Microsoft YaHei"/>
                  <a:ea typeface="Microsoft YaHei"/>
                </a:rPr>
                <a:t>企业探访 </a:t>
              </a:r>
            </a:p>
          </p:txBody>
        </p:sp>
        <p:sp>
          <p:nvSpPr>
            <p:cNvPr id="1987" name="Google Shape;1987;p115"/>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300" b="1" i="0" u="none" strike="noStrike" kern="0" spc="0" baseline="0">
                <a:ln>
                  <a:noFill/>
                </a:ln>
                <a:solidFill>
                  <a:srgbClr val="000000"/>
                </a:solidFill>
                <a:effectLst/>
                <a:latin typeface="Microsoft YaHei"/>
                <a:ea typeface="Microsoft YaHei"/>
              </a:endParaRPr>
            </a:p>
          </p:txBody>
        </p:sp>
        <p:sp>
          <p:nvSpPr>
            <p:cNvPr id="1988" name="Google Shape;1988;p115"/>
            <p:cNvSpPr/>
            <p:nvPr/>
          </p:nvSpPr>
          <p:spPr>
            <a:xfrm>
              <a:off x="1593000" y="2322575"/>
              <a:ext cx="690000" cy="642600"/>
            </a:xfrm>
            <a:prstGeom prst="rect">
              <a:avLst/>
            </a:prstGeom>
            <a:solidFill>
              <a:schemeClr val="accent3"/>
            </a:solidFill>
            <a:ln>
              <a:noFill/>
            </a:ln>
          </p:spPr>
          <p:txBody>
            <a:bodyPr wrap="square" lIns="91425" tIns="91425" rIns="91425" bIns="91425" anchor="ctr" anchorCtr="0"/>
            <a:lstStyle/>
            <a:p>
              <a:pPr marL="0" lvl="0" indent="0" algn="ctr" defTabSz="914400">
                <a:lnSpc>
                  <a:spcPct val="100000"/>
                </a:lnSpc>
                <a:spcBef>
                  <a:spcPts val="0"/>
                </a:spcBef>
                <a:spcAft>
                  <a:spcPts val="0"/>
                </a:spcAft>
                <a:buClr>
                  <a:srgbClr val="000000"/>
                </a:buClr>
                <a:buSzTx/>
                <a:buFont typeface="Arial"/>
                <a:buNone/>
                <a:defRPr/>
              </a:pPr>
              <a:r>
                <a:rPr lang="en" altLang="en" sz="1300" b="1" i="0" u="none" strike="noStrike" kern="0" spc="0" baseline="0">
                  <a:ln>
                    <a:noFill/>
                  </a:ln>
                  <a:solidFill>
                    <a:srgbClr val="FFFFFF"/>
                  </a:solidFill>
                  <a:effectLst/>
                  <a:latin typeface="Microsoft YaHei"/>
                  <a:ea typeface="Microsoft YaHei"/>
                </a:rPr>
                <a:t>03</a:t>
              </a:r>
              <a:endParaRPr sz="1300" b="1" i="0" u="none" strike="noStrike" kern="0" spc="0" baseline="0">
                <a:ln>
                  <a:noFill/>
                </a:ln>
                <a:solidFill>
                  <a:srgbClr val="FFFFFF"/>
                </a:solidFill>
                <a:effectLst/>
                <a:latin typeface="Microsoft YaHei"/>
                <a:ea typeface="Microsoft YaHei"/>
              </a:endParaRPr>
            </a:p>
          </p:txBody>
        </p:sp>
      </p:grpSp>
      <p:grpSp>
        <p:nvGrpSpPr>
          <p:cNvPr id="1990" name="Google Shape;1990;p115"/>
          <p:cNvGrpSpPr/>
          <p:nvPr/>
        </p:nvGrpSpPr>
        <p:grpSpPr>
          <a:xfrm>
            <a:off x="93825" y="1386982"/>
            <a:ext cx="3086610" cy="700634"/>
            <a:chOff x="1593000" y="2322568"/>
            <a:chExt cx="2690325" cy="642607"/>
          </a:xfrm>
        </p:grpSpPr>
        <p:sp>
          <p:nvSpPr>
            <p:cNvPr id="1992" name="Google Shape;1992;p115"/>
            <p:cNvSpPr/>
            <p:nvPr/>
          </p:nvSpPr>
          <p:spPr>
            <a:xfrm flipH="1">
              <a:off x="2283025" y="2322575"/>
              <a:ext cx="1844400" cy="642600"/>
            </a:xfrm>
            <a:prstGeom prst="rect">
              <a:avLst/>
            </a:prstGeom>
            <a:solidFill>
              <a:schemeClr val="accent2"/>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300" b="1" i="0" u="none" strike="noStrike" kern="0" spc="0" baseline="0">
                <a:ln>
                  <a:noFill/>
                </a:ln>
                <a:solidFill>
                  <a:srgbClr val="000000"/>
                </a:solidFill>
                <a:effectLst/>
                <a:latin typeface="Microsoft YaHei"/>
                <a:ea typeface="Microsoft YaHei"/>
              </a:endParaRPr>
            </a:p>
          </p:txBody>
        </p:sp>
        <p:sp>
          <p:nvSpPr>
            <p:cNvPr id="1994" name="Google Shape;1994;p115"/>
            <p:cNvSpPr/>
            <p:nvPr/>
          </p:nvSpPr>
          <p:spPr>
            <a:xfrm>
              <a:off x="2342625" y="2399951"/>
              <a:ext cx="1940700" cy="495900"/>
            </a:xfrm>
            <a:prstGeom prst="rect">
              <a:avLst/>
            </a:prstGeom>
            <a:noFill/>
            <a:ln>
              <a:noFill/>
            </a:ln>
          </p:spPr>
          <p:txBody>
            <a:bodyPr wrap="square" lIns="91425" tIns="91425" rIns="91425" bIns="91425" anchor="ctr" anchorCtr="0"/>
            <a:lstStyle/>
            <a:p>
              <a:pPr marL="0" lvl="0" indent="0" algn="l" defTabSz="914400">
                <a:lnSpc>
                  <a:spcPct val="115000"/>
                </a:lnSpc>
                <a:spcBef>
                  <a:spcPts val="0"/>
                </a:spcBef>
                <a:spcAft>
                  <a:spcPts val="0"/>
                </a:spcAft>
                <a:buClr>
                  <a:srgbClr val="000000"/>
                </a:buClr>
                <a:buSzTx/>
                <a:buFont typeface="Arial"/>
                <a:buNone/>
                <a:defRPr/>
              </a:pPr>
              <a:r>
                <a:rPr lang="zh-CN" altLang="en-US" sz="1300" b="1" i="0" u="none" strike="noStrike" kern="0" spc="0" baseline="0">
                  <a:ln>
                    <a:noFill/>
                  </a:ln>
                  <a:solidFill>
                    <a:srgbClr val="FFFFFF"/>
                  </a:solidFill>
                  <a:effectLst/>
                  <a:latin typeface="Microsoft YaHei"/>
                  <a:ea typeface="Microsoft YaHei"/>
                </a:rPr>
                <a:t>团队项目工作坊 </a:t>
              </a:r>
            </a:p>
          </p:txBody>
        </p:sp>
        <p:sp>
          <p:nvSpPr>
            <p:cNvPr id="1995" name="Google Shape;1995;p115"/>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300" b="1" i="0" u="none" strike="noStrike" kern="0" spc="0" baseline="0">
                <a:ln>
                  <a:noFill/>
                </a:ln>
                <a:solidFill>
                  <a:srgbClr val="000000"/>
                </a:solidFill>
                <a:effectLst/>
                <a:latin typeface="Microsoft YaHei"/>
                <a:ea typeface="Microsoft YaHei"/>
              </a:endParaRPr>
            </a:p>
          </p:txBody>
        </p:sp>
        <p:sp>
          <p:nvSpPr>
            <p:cNvPr id="1996" name="Google Shape;1996;p115"/>
            <p:cNvSpPr/>
            <p:nvPr/>
          </p:nvSpPr>
          <p:spPr>
            <a:xfrm>
              <a:off x="1593000" y="2322575"/>
              <a:ext cx="690000" cy="642600"/>
            </a:xfrm>
            <a:prstGeom prst="rect">
              <a:avLst/>
            </a:prstGeom>
            <a:solidFill>
              <a:schemeClr val="accent2"/>
            </a:solidFill>
            <a:ln>
              <a:noFill/>
            </a:ln>
          </p:spPr>
          <p:txBody>
            <a:bodyPr wrap="square" lIns="91425" tIns="91425" rIns="91425" bIns="91425" anchor="ctr" anchorCtr="0"/>
            <a:lstStyle/>
            <a:p>
              <a:pPr marL="0" lvl="0" indent="0" algn="ctr" defTabSz="914400">
                <a:lnSpc>
                  <a:spcPct val="100000"/>
                </a:lnSpc>
                <a:spcBef>
                  <a:spcPts val="0"/>
                </a:spcBef>
                <a:spcAft>
                  <a:spcPts val="0"/>
                </a:spcAft>
                <a:buClr>
                  <a:srgbClr val="000000"/>
                </a:buClr>
                <a:buSzTx/>
                <a:buFont typeface="Arial"/>
                <a:buNone/>
                <a:defRPr/>
              </a:pPr>
              <a:r>
                <a:rPr lang="en" altLang="en" sz="1300" b="1" i="0" u="none" strike="noStrike" kern="0" spc="0" baseline="0">
                  <a:ln>
                    <a:noFill/>
                  </a:ln>
                  <a:solidFill>
                    <a:srgbClr val="FFFFFF"/>
                  </a:solidFill>
                  <a:effectLst/>
                  <a:latin typeface="Microsoft YaHei"/>
                  <a:ea typeface="Microsoft YaHei"/>
                </a:rPr>
                <a:t>02</a:t>
              </a:r>
              <a:endParaRPr sz="1300" b="1" i="0" u="none" strike="noStrike" kern="0" spc="0" baseline="0">
                <a:ln>
                  <a:noFill/>
                </a:ln>
                <a:solidFill>
                  <a:srgbClr val="FFFFFF"/>
                </a:solidFill>
                <a:effectLst/>
                <a:latin typeface="Microsoft YaHei"/>
                <a:ea typeface="Microsoft YaHei"/>
              </a:endParaRPr>
            </a:p>
          </p:txBody>
        </p:sp>
      </p:grpSp>
      <p:grpSp>
        <p:nvGrpSpPr>
          <p:cNvPr id="1998" name="Google Shape;1998;p115"/>
          <p:cNvGrpSpPr/>
          <p:nvPr/>
        </p:nvGrpSpPr>
        <p:grpSpPr>
          <a:xfrm>
            <a:off x="93825" y="672945"/>
            <a:ext cx="3086610" cy="700634"/>
            <a:chOff x="1593000" y="2322568"/>
            <a:chExt cx="2690325" cy="642607"/>
          </a:xfrm>
        </p:grpSpPr>
        <p:sp>
          <p:nvSpPr>
            <p:cNvPr id="2000" name="Google Shape;2000;p115"/>
            <p:cNvSpPr/>
            <p:nvPr/>
          </p:nvSpPr>
          <p:spPr>
            <a:xfrm flipH="1">
              <a:off x="2283025" y="2322575"/>
              <a:ext cx="1844400" cy="642600"/>
            </a:xfrm>
            <a:prstGeom prst="rect">
              <a:avLst/>
            </a:prstGeom>
            <a:solidFill>
              <a:schemeClr val="dk1"/>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300" b="1" i="0" u="none" strike="noStrike" kern="0" spc="0" baseline="0">
                <a:ln>
                  <a:noFill/>
                </a:ln>
                <a:solidFill>
                  <a:srgbClr val="000000"/>
                </a:solidFill>
                <a:effectLst/>
                <a:latin typeface="Microsoft YaHei"/>
                <a:ea typeface="Microsoft YaHei"/>
              </a:endParaRPr>
            </a:p>
          </p:txBody>
        </p:sp>
        <p:sp>
          <p:nvSpPr>
            <p:cNvPr id="2002" name="Google Shape;2002;p115"/>
            <p:cNvSpPr/>
            <p:nvPr/>
          </p:nvSpPr>
          <p:spPr>
            <a:xfrm>
              <a:off x="2342625" y="2399951"/>
              <a:ext cx="1940700" cy="495900"/>
            </a:xfrm>
            <a:prstGeom prst="rect">
              <a:avLst/>
            </a:prstGeom>
            <a:noFill/>
            <a:ln>
              <a:noFill/>
            </a:ln>
          </p:spPr>
          <p:txBody>
            <a:bodyPr wrap="square" lIns="91425" tIns="91425" rIns="91425" bIns="91425" anchor="ctr" anchorCtr="0"/>
            <a:lstStyle/>
            <a:p>
              <a:pPr marL="0" lvl="0" indent="0" algn="l" defTabSz="914400">
                <a:lnSpc>
                  <a:spcPct val="115000"/>
                </a:lnSpc>
                <a:spcBef>
                  <a:spcPts val="0"/>
                </a:spcBef>
                <a:spcAft>
                  <a:spcPts val="0"/>
                </a:spcAft>
                <a:buClr>
                  <a:srgbClr val="000000"/>
                </a:buClr>
                <a:buSzTx/>
                <a:buFont typeface="Arial"/>
                <a:buNone/>
                <a:defRPr/>
              </a:pPr>
              <a:r>
                <a:rPr lang="zh-CN" altLang="en-US" sz="1300" b="1" i="0" u="none" strike="noStrike" kern="0" spc="0" baseline="0">
                  <a:ln>
                    <a:noFill/>
                  </a:ln>
                  <a:solidFill>
                    <a:srgbClr val="FFFFFF"/>
                  </a:solidFill>
                  <a:effectLst/>
                  <a:latin typeface="Microsoft YaHei"/>
                  <a:ea typeface="Microsoft YaHei"/>
                </a:rPr>
                <a:t>城市初体验 </a:t>
              </a:r>
              <a:r>
                <a:rPr lang="en-US" altLang="zh-CN" sz="1300" b="1" i="0" u="none" strike="noStrike" kern="0" spc="0" baseline="0">
                  <a:ln>
                    <a:noFill/>
                  </a:ln>
                  <a:solidFill>
                    <a:srgbClr val="FFFFFF"/>
                  </a:solidFill>
                  <a:effectLst/>
                  <a:latin typeface="Microsoft YaHei"/>
                  <a:ea typeface="Microsoft YaHei"/>
                </a:rPr>
                <a:t>&amp; </a:t>
              </a:r>
              <a:r>
                <a:rPr lang="zh-CN" altLang="en-US" sz="1300" b="1" i="0" u="none" strike="noStrike" kern="0" spc="0" baseline="0">
                  <a:ln>
                    <a:noFill/>
                  </a:ln>
                  <a:solidFill>
                    <a:srgbClr val="FFFFFF"/>
                  </a:solidFill>
                  <a:effectLst/>
                  <a:latin typeface="Microsoft YaHei"/>
                  <a:ea typeface="Microsoft YaHei"/>
                </a:rPr>
                <a:t>自我觉察 </a:t>
              </a:r>
            </a:p>
          </p:txBody>
        </p:sp>
        <p:sp>
          <p:nvSpPr>
            <p:cNvPr id="2003" name="Google Shape;2003;p115"/>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300" b="1" i="0" u="none" strike="noStrike" kern="0" spc="0" baseline="0">
                <a:ln>
                  <a:noFill/>
                </a:ln>
                <a:solidFill>
                  <a:srgbClr val="000000"/>
                </a:solidFill>
                <a:effectLst/>
                <a:latin typeface="Microsoft YaHei"/>
                <a:ea typeface="Microsoft YaHei"/>
              </a:endParaRPr>
            </a:p>
          </p:txBody>
        </p:sp>
        <p:sp>
          <p:nvSpPr>
            <p:cNvPr id="2004" name="Google Shape;2004;p115"/>
            <p:cNvSpPr/>
            <p:nvPr/>
          </p:nvSpPr>
          <p:spPr>
            <a:xfrm>
              <a:off x="1593000" y="2322575"/>
              <a:ext cx="690000" cy="642600"/>
            </a:xfrm>
            <a:prstGeom prst="rect">
              <a:avLst/>
            </a:prstGeom>
            <a:solidFill>
              <a:schemeClr val="dk1"/>
            </a:solidFill>
            <a:ln>
              <a:noFill/>
            </a:ln>
          </p:spPr>
          <p:txBody>
            <a:bodyPr wrap="square" lIns="91425" tIns="91425" rIns="91425" bIns="91425" anchor="ctr" anchorCtr="0"/>
            <a:lstStyle/>
            <a:p>
              <a:pPr marL="0" lvl="0" indent="0" algn="ctr" defTabSz="914400">
                <a:lnSpc>
                  <a:spcPct val="100000"/>
                </a:lnSpc>
                <a:spcBef>
                  <a:spcPts val="0"/>
                </a:spcBef>
                <a:spcAft>
                  <a:spcPts val="0"/>
                </a:spcAft>
                <a:buClr>
                  <a:srgbClr val="000000"/>
                </a:buClr>
                <a:buSzTx/>
                <a:buFont typeface="Arial"/>
                <a:buNone/>
                <a:defRPr/>
              </a:pPr>
              <a:r>
                <a:rPr lang="en" altLang="en" sz="1300" b="1" i="0" u="none" strike="noStrike" kern="0" spc="0" baseline="0">
                  <a:ln>
                    <a:noFill/>
                  </a:ln>
                  <a:solidFill>
                    <a:srgbClr val="FFFFFF"/>
                  </a:solidFill>
                  <a:effectLst/>
                  <a:latin typeface="Microsoft YaHei"/>
                  <a:ea typeface="Microsoft YaHei"/>
                </a:rPr>
                <a:t>01</a:t>
              </a:r>
              <a:endParaRPr sz="1300" b="1" i="0" u="none" strike="noStrike" kern="0" spc="0" baseline="0">
                <a:ln>
                  <a:noFill/>
                </a:ln>
                <a:solidFill>
                  <a:srgbClr val="FFFFFF"/>
                </a:solidFill>
                <a:effectLst/>
                <a:latin typeface="Microsoft YaHei"/>
                <a:ea typeface="Microsoft YaHei"/>
              </a:endParaRPr>
            </a:p>
          </p:txBody>
        </p:sp>
      </p:grpSp>
      <p:grpSp>
        <p:nvGrpSpPr>
          <p:cNvPr id="2" name="Google Shape;1966;p115"/>
          <p:cNvGrpSpPr/>
          <p:nvPr/>
        </p:nvGrpSpPr>
        <p:grpSpPr>
          <a:xfrm>
            <a:off x="93825" y="4229367"/>
            <a:ext cx="3086610" cy="700634"/>
            <a:chOff x="1593000" y="2322568"/>
            <a:chExt cx="2690325" cy="642607"/>
          </a:xfrm>
          <a:noFill/>
        </p:grpSpPr>
        <p:sp>
          <p:nvSpPr>
            <p:cNvPr id="4" name="Google Shape;1968;p115"/>
            <p:cNvSpPr/>
            <p:nvPr/>
          </p:nvSpPr>
          <p:spPr>
            <a:xfrm flipH="1">
              <a:off x="2283025" y="2322575"/>
              <a:ext cx="1844400" cy="642600"/>
            </a:xfrm>
            <a:prstGeom prst="rect">
              <a:avLst/>
            </a:prstGeom>
            <a:solidFill>
              <a:srgbClr val="A0BACE"/>
            </a:solidFill>
            <a:ln>
              <a:noFill/>
            </a:ln>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300" b="1" i="0" u="none" strike="noStrike" kern="0" spc="0" baseline="0">
                <a:ln>
                  <a:noFill/>
                </a:ln>
                <a:solidFill>
                  <a:srgbClr val="000000"/>
                </a:solidFill>
                <a:effectLst/>
                <a:latin typeface="Microsoft YaHei"/>
                <a:ea typeface="Microsoft YaHei"/>
              </a:endParaRPr>
            </a:p>
          </p:txBody>
        </p:sp>
        <p:sp>
          <p:nvSpPr>
            <p:cNvPr id="6" name="Google Shape;1970;p115"/>
            <p:cNvSpPr/>
            <p:nvPr/>
          </p:nvSpPr>
          <p:spPr>
            <a:xfrm>
              <a:off x="2342625" y="2399951"/>
              <a:ext cx="1940700" cy="495900"/>
            </a:xfrm>
            <a:prstGeom prst="rect">
              <a:avLst/>
            </a:prstGeom>
            <a:noFill/>
            <a:ln>
              <a:noFill/>
            </a:ln>
          </p:spPr>
          <p:txBody>
            <a:bodyPr wrap="square" lIns="91425" tIns="91425" rIns="91425" bIns="91425" anchor="ctr" anchorCtr="0"/>
            <a:lstStyle/>
            <a:p>
              <a:pPr marL="0" lvl="0" indent="0" algn="l" defTabSz="914400">
                <a:lnSpc>
                  <a:spcPct val="115000"/>
                </a:lnSpc>
                <a:spcBef>
                  <a:spcPts val="0"/>
                </a:spcBef>
                <a:spcAft>
                  <a:spcPts val="0"/>
                </a:spcAft>
                <a:buClr>
                  <a:srgbClr val="000000"/>
                </a:buClr>
                <a:buSzTx/>
                <a:buFont typeface="Arial"/>
                <a:buNone/>
                <a:defRPr/>
              </a:pPr>
              <a:r>
                <a:rPr lang="zh-CN" altLang="en-US" sz="1300" b="1" i="0" u="none" strike="noStrike" kern="0" spc="0" baseline="0">
                  <a:ln>
                    <a:noFill/>
                  </a:ln>
                  <a:solidFill>
                    <a:srgbClr val="FFFFFF"/>
                  </a:solidFill>
                  <a:effectLst/>
                  <a:latin typeface="Microsoft YaHei"/>
                  <a:ea typeface="Microsoft YaHei"/>
                </a:rPr>
                <a:t>未来持续性活动 </a:t>
              </a:r>
            </a:p>
          </p:txBody>
        </p:sp>
        <p:sp>
          <p:nvSpPr>
            <p:cNvPr id="7" name="Google Shape;1971;p115"/>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wrap="square" lIns="91425" tIns="91425" rIns="91425" bIns="91425" anchor="ctr" anchorCtr="0"/>
            <a:lstStyle/>
            <a:p>
              <a:pPr marL="0" lvl="0" indent="0" algn="l" defTabSz="914400">
                <a:lnSpc>
                  <a:spcPct val="100000"/>
                </a:lnSpc>
                <a:spcBef>
                  <a:spcPts val="0"/>
                </a:spcBef>
                <a:spcAft>
                  <a:spcPts val="0"/>
                </a:spcAft>
                <a:buClr>
                  <a:srgbClr val="000000"/>
                </a:buClr>
                <a:buSzTx/>
                <a:buFont typeface="Arial"/>
                <a:buNone/>
                <a:defRPr/>
              </a:pPr>
              <a:endParaRPr sz="1300" b="1" i="0" u="none" strike="noStrike" kern="0" spc="0" baseline="0">
                <a:ln>
                  <a:noFill/>
                </a:ln>
                <a:solidFill>
                  <a:srgbClr val="000000"/>
                </a:solidFill>
                <a:effectLst/>
                <a:latin typeface="Microsoft YaHei"/>
                <a:ea typeface="Microsoft YaHei"/>
              </a:endParaRPr>
            </a:p>
          </p:txBody>
        </p:sp>
        <p:sp>
          <p:nvSpPr>
            <p:cNvPr id="8" name="Google Shape;1972;p115"/>
            <p:cNvSpPr/>
            <p:nvPr/>
          </p:nvSpPr>
          <p:spPr>
            <a:xfrm>
              <a:off x="1593000" y="2322575"/>
              <a:ext cx="690000" cy="642600"/>
            </a:xfrm>
            <a:prstGeom prst="rect">
              <a:avLst/>
            </a:prstGeom>
            <a:solidFill>
              <a:srgbClr val="A0BACE"/>
            </a:solidFill>
            <a:ln>
              <a:noFill/>
            </a:ln>
          </p:spPr>
          <p:txBody>
            <a:bodyPr wrap="square" lIns="91425" tIns="91425" rIns="91425" bIns="91425" anchor="ctr" anchorCtr="0"/>
            <a:lstStyle/>
            <a:p>
              <a:pPr marL="0" lvl="0" indent="0" algn="ctr" defTabSz="914400">
                <a:lnSpc>
                  <a:spcPct val="100000"/>
                </a:lnSpc>
                <a:spcBef>
                  <a:spcPts val="0"/>
                </a:spcBef>
                <a:spcAft>
                  <a:spcPts val="0"/>
                </a:spcAft>
                <a:buClr>
                  <a:srgbClr val="000000"/>
                </a:buClr>
                <a:buSzTx/>
                <a:buFont typeface="Arial"/>
                <a:buNone/>
                <a:defRPr/>
              </a:pPr>
              <a:r>
                <a:rPr lang="en" altLang="en" sz="1300" b="1" i="0" u="none" strike="noStrike" kern="0" spc="0" baseline="0">
                  <a:ln>
                    <a:noFill/>
                  </a:ln>
                  <a:solidFill>
                    <a:srgbClr val="FFFFFF"/>
                  </a:solidFill>
                  <a:effectLst/>
                  <a:latin typeface="Microsoft YaHei"/>
                  <a:ea typeface="Microsoft YaHei"/>
                </a:rPr>
                <a:t>0</a:t>
              </a:r>
              <a:r>
                <a:rPr lang="en-US" altLang="zh-CN" sz="1300" b="1" i="0" u="none" strike="noStrike" kern="0" spc="0" baseline="0">
                  <a:ln>
                    <a:noFill/>
                  </a:ln>
                  <a:solidFill>
                    <a:srgbClr val="FFFFFF"/>
                  </a:solidFill>
                  <a:effectLst/>
                  <a:latin typeface="Microsoft YaHei"/>
                  <a:ea typeface="Microsoft YaHei"/>
                </a:rPr>
                <a:t>6</a:t>
              </a:r>
              <a:endParaRPr sz="1300" b="1" i="0" u="none" strike="noStrike" kern="0" spc="0" baseline="0">
                <a:ln>
                  <a:noFill/>
                </a:ln>
                <a:solidFill>
                  <a:srgbClr val="FFFFFF"/>
                </a:solidFill>
                <a:effectLst/>
                <a:latin typeface="Microsoft YaHei"/>
                <a:ea typeface="Microsoft YaHei"/>
              </a:endParaRPr>
            </a:p>
          </p:txBody>
        </p:sp>
      </p:grpSp>
      <p:sp>
        <p:nvSpPr>
          <p:cNvPr id="10" name="矩形 9"/>
          <p:cNvSpPr/>
          <p:nvPr/>
        </p:nvSpPr>
        <p:spPr>
          <a:xfrm>
            <a:off x="3854239" y="663996"/>
            <a:ext cx="5201062" cy="764914"/>
          </a:xfrm>
          <a:prstGeom prst="rect">
            <a:avLst/>
          </a:prstGeom>
          <a:solidFill>
            <a:schemeClr val="accent1"/>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a:pPr>
            <a:r>
              <a:rPr lang="en" altLang="zh-CN" sz="1200" b="1" i="0" u="none" strike="noStrike" kern="0" spc="0" baseline="0">
                <a:ln>
                  <a:noFill/>
                </a:ln>
                <a:solidFill>
                  <a:schemeClr val="tx1"/>
                </a:solidFill>
                <a:effectLst/>
                <a:latin typeface="Microsoft YaHei"/>
                <a:ea typeface="Microsoft YaHei"/>
              </a:rPr>
              <a:t>a.  </a:t>
            </a:r>
            <a:r>
              <a:rPr lang="zh-CN" altLang="en-US" sz="1200" b="1" i="0" u="none" strike="noStrike" kern="0" spc="0" baseline="0">
                <a:ln>
                  <a:noFill/>
                </a:ln>
                <a:solidFill>
                  <a:schemeClr val="tx1"/>
                </a:solidFill>
                <a:effectLst/>
                <a:latin typeface="Microsoft YaHei"/>
                <a:ea typeface="Microsoft YaHei"/>
              </a:rPr>
              <a:t>城市认知</a:t>
            </a:r>
            <a:r>
              <a:rPr lang="zh-CN" altLang="en-US" sz="1200" b="0" i="0" u="none" strike="noStrike" kern="0" spc="0" baseline="0">
                <a:ln>
                  <a:noFill/>
                </a:ln>
                <a:solidFill>
                  <a:schemeClr val="tx1"/>
                </a:solidFill>
                <a:effectLst/>
                <a:latin typeface="Microsoft YaHei"/>
                <a:ea typeface="Microsoft YaHei"/>
              </a:rPr>
              <a:t>：认识上海城市氛围，打破对大都市的陌生感。  </a:t>
            </a:r>
          </a:p>
          <a:p>
            <a:pPr marL="0" lvl="0" indent="0" algn="l" defTabSz="914400">
              <a:lnSpc>
                <a:spcPct val="100000"/>
              </a:lnSpc>
              <a:spcBef>
                <a:spcPts val="0"/>
              </a:spcBef>
              <a:spcAft>
                <a:spcPts val="0"/>
              </a:spcAft>
              <a:buClr>
                <a:srgbClr val="000000"/>
              </a:buClr>
              <a:buSzTx/>
              <a:buFont typeface="Arial"/>
              <a:buNone/>
              <a:defRPr/>
            </a:pPr>
            <a:r>
              <a:rPr lang="en" altLang="zh-CN" sz="1200" b="1" i="0" u="none" strike="noStrike" kern="0" spc="0" baseline="0">
                <a:ln>
                  <a:noFill/>
                </a:ln>
                <a:solidFill>
                  <a:schemeClr val="tx1"/>
                </a:solidFill>
                <a:effectLst/>
                <a:latin typeface="Microsoft YaHei"/>
                <a:ea typeface="Microsoft YaHei"/>
              </a:rPr>
              <a:t>b.  </a:t>
            </a:r>
            <a:r>
              <a:rPr lang="zh-CN" altLang="en-US" sz="1200" b="1" i="0" u="none" strike="noStrike" kern="0" spc="0" baseline="0">
                <a:ln>
                  <a:noFill/>
                </a:ln>
                <a:solidFill>
                  <a:schemeClr val="tx1"/>
                </a:solidFill>
                <a:effectLst/>
                <a:latin typeface="Microsoft YaHei"/>
                <a:ea typeface="Microsoft YaHei"/>
              </a:rPr>
              <a:t>自我认知：</a:t>
            </a:r>
            <a:r>
              <a:rPr lang="zh-CN" altLang="en-US" sz="1200" b="0" i="0" u="none" strike="noStrike" kern="0" spc="0" baseline="0">
                <a:ln>
                  <a:noFill/>
                </a:ln>
                <a:solidFill>
                  <a:schemeClr val="tx1"/>
                </a:solidFill>
                <a:effectLst/>
                <a:latin typeface="Microsoft YaHei"/>
                <a:ea typeface="Microsoft YaHei"/>
              </a:rPr>
              <a:t>打开自我</a:t>
            </a:r>
            <a:r>
              <a:rPr lang="en-US" altLang="zh-CN" sz="1200" b="0" i="0" u="none" strike="noStrike" kern="0" spc="0" baseline="0">
                <a:ln>
                  <a:noFill/>
                </a:ln>
                <a:solidFill>
                  <a:schemeClr val="tx1"/>
                </a:solidFill>
                <a:effectLst/>
                <a:latin typeface="Microsoft YaHei"/>
                <a:ea typeface="Microsoft YaHei"/>
              </a:rPr>
              <a:t>+</a:t>
            </a:r>
            <a:r>
              <a:rPr lang="en" altLang="zh-CN" sz="1200" b="0" i="0" u="none" strike="noStrike" kern="0" spc="0" baseline="0">
                <a:ln>
                  <a:noFill/>
                </a:ln>
                <a:solidFill>
                  <a:schemeClr val="tx1"/>
                </a:solidFill>
                <a:effectLst/>
                <a:latin typeface="Microsoft YaHei"/>
                <a:ea typeface="Microsoft YaHei"/>
              </a:rPr>
              <a:t>MBTI / DISC </a:t>
            </a:r>
            <a:r>
              <a:rPr lang="zh-CN" altLang="en-US" sz="1200" b="0" i="0" u="none" strike="noStrike" kern="0" spc="0" baseline="0">
                <a:ln>
                  <a:noFill/>
                </a:ln>
                <a:solidFill>
                  <a:schemeClr val="tx1"/>
                </a:solidFill>
                <a:effectLst/>
                <a:latin typeface="Microsoft YaHei"/>
                <a:ea typeface="Microsoft YaHei"/>
              </a:rPr>
              <a:t>测试解析，认识到每一个性格都有它的优势领域，找到自己合适的定位发挥强项</a:t>
            </a:r>
            <a:r>
              <a:rPr lang="en-US" altLang="zh-CN" sz="1200" b="0" i="0" u="none" strike="noStrike" kern="0" spc="0" baseline="0">
                <a:ln>
                  <a:noFill/>
                </a:ln>
                <a:solidFill>
                  <a:schemeClr val="tx1"/>
                </a:solidFill>
                <a:effectLst/>
                <a:latin typeface="Microsoft YaHei"/>
                <a:ea typeface="Microsoft YaHei"/>
              </a:rPr>
              <a:t>+</a:t>
            </a:r>
            <a:r>
              <a:rPr lang="zh-CN" altLang="en-US" sz="1200" b="0" i="0" u="none" strike="noStrike" kern="0" spc="0" baseline="0">
                <a:ln>
                  <a:noFill/>
                </a:ln>
                <a:solidFill>
                  <a:schemeClr val="tx1"/>
                </a:solidFill>
                <a:effectLst/>
                <a:latin typeface="Microsoft YaHei"/>
                <a:ea typeface="Microsoft YaHei"/>
              </a:rPr>
              <a:t>职场的心理指导老师讲座</a:t>
            </a:r>
          </a:p>
        </p:txBody>
      </p:sp>
      <p:sp>
        <p:nvSpPr>
          <p:cNvPr id="11" name="矩形 10"/>
          <p:cNvSpPr/>
          <p:nvPr/>
        </p:nvSpPr>
        <p:spPr>
          <a:xfrm>
            <a:off x="3854239" y="3538226"/>
            <a:ext cx="5201062" cy="700299"/>
          </a:xfrm>
          <a:prstGeom prst="rect">
            <a:avLst/>
          </a:prstGeom>
          <a:solidFill>
            <a:schemeClr val="accent1"/>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a:pPr>
            <a:r>
              <a:rPr lang="en" altLang="zh-CN" sz="1200" b="0" i="0" u="none" strike="noStrike" kern="0" spc="0" baseline="0">
                <a:ln>
                  <a:noFill/>
                </a:ln>
                <a:solidFill>
                  <a:schemeClr val="tx1"/>
                </a:solidFill>
                <a:effectLst/>
                <a:latin typeface="Microsoft YaHei"/>
                <a:ea typeface="Microsoft YaHei"/>
              </a:rPr>
              <a:t>a.  </a:t>
            </a:r>
            <a:r>
              <a:rPr lang="zh-CN" altLang="en" sz="1200" b="0" i="0" u="none" strike="noStrike" kern="0" spc="0" baseline="0">
                <a:ln>
                  <a:noFill/>
                </a:ln>
                <a:solidFill>
                  <a:schemeClr val="tx1"/>
                </a:solidFill>
                <a:effectLst/>
                <a:latin typeface="Microsoft YaHei"/>
                <a:ea typeface="Microsoft YaHei"/>
              </a:rPr>
              <a:t>心理</a:t>
            </a:r>
            <a:r>
              <a:rPr lang="zh-CN" altLang="en-US" sz="1200" b="0" i="0" u="none" strike="noStrike" kern="0" spc="0" baseline="0">
                <a:ln>
                  <a:noFill/>
                </a:ln>
                <a:solidFill>
                  <a:schemeClr val="tx1"/>
                </a:solidFill>
                <a:effectLst/>
                <a:latin typeface="Microsoft YaHei"/>
                <a:ea typeface="Microsoft YaHei"/>
              </a:rPr>
              <a:t>邀请心理咨询</a:t>
            </a:r>
            <a:r>
              <a:rPr lang="en-US" altLang="zh-CN" sz="1200" b="0" i="0" u="none" strike="noStrike" kern="0" spc="0" baseline="0">
                <a:ln>
                  <a:noFill/>
                </a:ln>
                <a:solidFill>
                  <a:schemeClr val="tx1"/>
                </a:solidFill>
                <a:effectLst/>
                <a:latin typeface="Microsoft YaHei"/>
                <a:ea typeface="Microsoft YaHei"/>
              </a:rPr>
              <a:t>/</a:t>
            </a:r>
            <a:r>
              <a:rPr lang="zh-CN" altLang="en-US" sz="1200" b="0" i="0" u="none" strike="noStrike" kern="0" spc="0" baseline="0">
                <a:ln>
                  <a:noFill/>
                </a:ln>
                <a:solidFill>
                  <a:schemeClr val="tx1"/>
                </a:solidFill>
                <a:effectLst/>
                <a:latin typeface="Microsoft YaHei"/>
                <a:ea typeface="Microsoft YaHei"/>
              </a:rPr>
              <a:t>职业辅导专家开展情绪管理、职场适应的专题讲座。  </a:t>
            </a:r>
          </a:p>
          <a:p>
            <a:pPr marL="0" lvl="0" indent="0" algn="l" defTabSz="914400">
              <a:lnSpc>
                <a:spcPct val="100000"/>
              </a:lnSpc>
              <a:spcBef>
                <a:spcPts val="0"/>
              </a:spcBef>
              <a:spcAft>
                <a:spcPts val="0"/>
              </a:spcAft>
              <a:buClr>
                <a:srgbClr val="000000"/>
              </a:buClr>
              <a:buSzTx/>
              <a:buFont typeface="Arial"/>
              <a:buNone/>
              <a:defRPr/>
            </a:pPr>
            <a:r>
              <a:rPr lang="en" altLang="zh-CN" sz="1200" b="0" i="0" u="none" strike="noStrike" kern="0" spc="0" baseline="0">
                <a:ln>
                  <a:noFill/>
                </a:ln>
                <a:solidFill>
                  <a:schemeClr val="tx1"/>
                </a:solidFill>
                <a:effectLst/>
                <a:latin typeface="Microsoft YaHei"/>
                <a:ea typeface="Microsoft YaHei"/>
              </a:rPr>
              <a:t>b.  </a:t>
            </a:r>
            <a:r>
              <a:rPr lang="zh-CN" altLang="en-US" sz="1200" b="0" i="0" u="none" strike="noStrike" kern="0" spc="0" baseline="0">
                <a:ln>
                  <a:noFill/>
                </a:ln>
                <a:solidFill>
                  <a:schemeClr val="tx1"/>
                </a:solidFill>
                <a:effectLst/>
                <a:latin typeface="Microsoft YaHei"/>
                <a:ea typeface="Microsoft YaHei"/>
              </a:rPr>
              <a:t>教学学生掌握基本的情绪调节技巧、应对压力的策略。  </a:t>
            </a:r>
          </a:p>
        </p:txBody>
      </p:sp>
      <p:sp>
        <p:nvSpPr>
          <p:cNvPr id="12" name="矩形 11"/>
          <p:cNvSpPr/>
          <p:nvPr/>
        </p:nvSpPr>
        <p:spPr>
          <a:xfrm>
            <a:off x="3854239" y="1386657"/>
            <a:ext cx="5201062" cy="700299"/>
          </a:xfrm>
          <a:prstGeom prst="rect">
            <a:avLst/>
          </a:prstGeom>
          <a:solidFill>
            <a:schemeClr val="accent1"/>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a:pPr>
            <a:r>
              <a:rPr lang="en" altLang="zh-CN" sz="1200" b="1" i="0" u="none" strike="noStrike" kern="0" spc="0" baseline="0">
                <a:ln>
                  <a:noFill/>
                </a:ln>
                <a:solidFill>
                  <a:schemeClr val="tx1"/>
                </a:solidFill>
                <a:effectLst/>
                <a:latin typeface="Microsoft YaHei"/>
                <a:ea typeface="Microsoft YaHei"/>
              </a:rPr>
              <a:t>a.  </a:t>
            </a:r>
            <a:r>
              <a:rPr lang="zh-CN" altLang="en-US" sz="1200" b="1" i="0" u="none" strike="noStrike" kern="0" spc="0" baseline="0">
                <a:ln>
                  <a:noFill/>
                </a:ln>
                <a:solidFill>
                  <a:schemeClr val="tx1"/>
                </a:solidFill>
                <a:effectLst/>
                <a:latin typeface="Microsoft YaHei"/>
                <a:ea typeface="Microsoft YaHei"/>
              </a:rPr>
              <a:t>项目化小试炼：</a:t>
            </a:r>
            <a:r>
              <a:rPr lang="zh-CN" altLang="en-US" sz="1200" b="0" i="0" u="none" strike="noStrike" kern="0" spc="0" baseline="0">
                <a:ln>
                  <a:noFill/>
                </a:ln>
                <a:solidFill>
                  <a:schemeClr val="tx1"/>
                </a:solidFill>
                <a:effectLst/>
                <a:latin typeface="Microsoft YaHei"/>
                <a:ea typeface="Microsoft YaHei"/>
              </a:rPr>
              <a:t>在小组合作中在团队合作中，更进一步找到自己的强项和优势。</a:t>
            </a:r>
          </a:p>
        </p:txBody>
      </p:sp>
      <p:sp>
        <p:nvSpPr>
          <p:cNvPr id="13" name="矩形 12"/>
          <p:cNvSpPr/>
          <p:nvPr/>
        </p:nvSpPr>
        <p:spPr>
          <a:xfrm>
            <a:off x="3854239" y="2801301"/>
            <a:ext cx="5201062" cy="734498"/>
          </a:xfrm>
          <a:prstGeom prst="rect">
            <a:avLst/>
          </a:prstGeom>
          <a:solidFill>
            <a:schemeClr val="accent1"/>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a:pPr>
            <a:r>
              <a:rPr lang="en" altLang="zh-CN" sz="1200" b="0" i="0" u="none" strike="noStrike" kern="0" spc="0" baseline="0">
                <a:ln>
                  <a:noFill/>
                </a:ln>
                <a:solidFill>
                  <a:schemeClr val="tx1"/>
                </a:solidFill>
                <a:effectLst/>
                <a:latin typeface="Microsoft YaHei"/>
                <a:ea typeface="Microsoft YaHei"/>
              </a:rPr>
              <a:t>a. </a:t>
            </a:r>
            <a:r>
              <a:rPr lang="zh-CN" altLang="en-US" sz="1200" b="1" i="0" u="none" strike="noStrike" kern="0" spc="0" baseline="0">
                <a:ln>
                  <a:noFill/>
                </a:ln>
                <a:solidFill>
                  <a:schemeClr val="tx1"/>
                </a:solidFill>
                <a:effectLst/>
                <a:latin typeface="Microsoft YaHei"/>
                <a:ea typeface="Microsoft YaHei"/>
              </a:rPr>
              <a:t>多元组织形态的认知：</a:t>
            </a:r>
            <a:r>
              <a:rPr lang="zh-CN" altLang="en-US" sz="1200" b="0" i="0" u="none" strike="noStrike" kern="0" spc="0" baseline="0">
                <a:ln>
                  <a:noFill/>
                </a:ln>
                <a:solidFill>
                  <a:schemeClr val="tx1"/>
                </a:solidFill>
                <a:effectLst/>
                <a:latin typeface="Microsoft YaHei"/>
                <a:ea typeface="Microsoft YaHei"/>
              </a:rPr>
              <a:t>了解社会创新与公益项目，拓展学生对非营利机构、社会企业等</a:t>
            </a:r>
            <a:endParaRPr lang="zh-CN" altLang="en-US" sz="1200" b="1" i="0" u="none" strike="noStrike" kern="0" spc="0" baseline="0">
              <a:ln>
                <a:noFill/>
              </a:ln>
              <a:solidFill>
                <a:schemeClr val="tx1"/>
              </a:solidFill>
              <a:effectLst/>
              <a:latin typeface="Microsoft YaHei"/>
              <a:ea typeface="Microsoft YaHei"/>
            </a:endParaRPr>
          </a:p>
        </p:txBody>
      </p:sp>
      <p:sp>
        <p:nvSpPr>
          <p:cNvPr id="14" name="矩形 13"/>
          <p:cNvSpPr/>
          <p:nvPr/>
        </p:nvSpPr>
        <p:spPr>
          <a:xfrm>
            <a:off x="3854239" y="4229702"/>
            <a:ext cx="5201062" cy="700299"/>
          </a:xfrm>
          <a:prstGeom prst="rect">
            <a:avLst/>
          </a:prstGeom>
          <a:solidFill>
            <a:schemeClr val="accent1"/>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a:pPr>
            <a:r>
              <a:rPr lang="en" altLang="zh-CN" sz="1200" b="1" i="0" u="none" strike="noStrike" kern="0" spc="0" baseline="0">
                <a:ln>
                  <a:noFill/>
                </a:ln>
                <a:solidFill>
                  <a:schemeClr val="tx1"/>
                </a:solidFill>
                <a:effectLst/>
                <a:latin typeface="Microsoft YaHei"/>
                <a:ea typeface="Microsoft YaHei"/>
              </a:rPr>
              <a:t>a.  </a:t>
            </a:r>
            <a:r>
              <a:rPr lang="zh-CN" altLang="en-US" sz="1200" b="1" i="0" u="none" strike="noStrike" kern="0" spc="0" baseline="0">
                <a:ln>
                  <a:noFill/>
                </a:ln>
                <a:solidFill>
                  <a:schemeClr val="tx1"/>
                </a:solidFill>
                <a:effectLst/>
                <a:latin typeface="Microsoft YaHei"/>
                <a:ea typeface="Microsoft YaHei"/>
              </a:rPr>
              <a:t>职场导师对接：</a:t>
            </a:r>
            <a:r>
              <a:rPr lang="zh-CN" altLang="en-US" sz="1200" i="0" u="none" strike="noStrike" kern="0" spc="0" baseline="0">
                <a:ln>
                  <a:noFill/>
                </a:ln>
                <a:solidFill>
                  <a:schemeClr val="tx1"/>
                </a:solidFill>
                <a:effectLst/>
                <a:latin typeface="Microsoft YaHei"/>
                <a:ea typeface="Microsoft YaHei"/>
              </a:rPr>
              <a:t>凯德内部志愿者或其他行业导师，定期线上沟通，解答职业困惑。  </a:t>
            </a:r>
          </a:p>
          <a:p>
            <a:pPr marL="0" lvl="0" indent="0" algn="l" defTabSz="914400">
              <a:lnSpc>
                <a:spcPct val="100000"/>
              </a:lnSpc>
              <a:spcBef>
                <a:spcPts val="0"/>
              </a:spcBef>
              <a:spcAft>
                <a:spcPts val="0"/>
              </a:spcAft>
              <a:buClr>
                <a:srgbClr val="000000"/>
              </a:buClr>
              <a:buSzTx/>
              <a:buFont typeface="Arial"/>
              <a:buNone/>
              <a:defRPr/>
            </a:pPr>
            <a:r>
              <a:rPr lang="en" altLang="zh-CN" sz="1200" b="1" i="0" u="none" strike="noStrike" kern="0" spc="0" baseline="0">
                <a:ln>
                  <a:noFill/>
                </a:ln>
                <a:solidFill>
                  <a:schemeClr val="tx1"/>
                </a:solidFill>
                <a:effectLst/>
                <a:latin typeface="Microsoft YaHei"/>
                <a:ea typeface="Microsoft YaHei"/>
              </a:rPr>
              <a:t>b.  AI </a:t>
            </a:r>
            <a:r>
              <a:rPr lang="zh-CN" altLang="en-US" sz="1200" b="1" i="0" u="none" strike="noStrike" kern="0" spc="0" baseline="0">
                <a:ln>
                  <a:noFill/>
                </a:ln>
                <a:solidFill>
                  <a:schemeClr val="tx1"/>
                </a:solidFill>
                <a:effectLst/>
                <a:latin typeface="Microsoft YaHei"/>
                <a:ea typeface="Microsoft YaHei"/>
              </a:rPr>
              <a:t>工具赋能：</a:t>
            </a:r>
            <a:r>
              <a:rPr lang="zh-CN" altLang="en-US" sz="1200" i="0" u="none" strike="noStrike" kern="0" spc="0" baseline="0">
                <a:ln>
                  <a:noFill/>
                </a:ln>
                <a:solidFill>
                  <a:schemeClr val="tx1"/>
                </a:solidFill>
                <a:effectLst/>
                <a:latin typeface="Microsoft YaHei"/>
                <a:ea typeface="Microsoft YaHei"/>
              </a:rPr>
              <a:t>教育学生亲近</a:t>
            </a:r>
            <a:r>
              <a:rPr lang="en" altLang="zh-CN" sz="1200" i="0" u="none" strike="noStrike" kern="0" spc="0" baseline="0">
                <a:ln>
                  <a:noFill/>
                </a:ln>
                <a:solidFill>
                  <a:schemeClr val="tx1"/>
                </a:solidFill>
                <a:effectLst/>
                <a:latin typeface="Microsoft YaHei"/>
                <a:ea typeface="Microsoft YaHei"/>
              </a:rPr>
              <a:t>AI</a:t>
            </a:r>
            <a:r>
              <a:rPr lang="zh-CN" altLang="en" sz="1200" i="0" u="none" strike="noStrike" kern="0" spc="0" baseline="0">
                <a:ln>
                  <a:noFill/>
                </a:ln>
                <a:solidFill>
                  <a:schemeClr val="tx1"/>
                </a:solidFill>
                <a:effectLst/>
                <a:latin typeface="Microsoft YaHei"/>
                <a:ea typeface="Microsoft YaHei"/>
              </a:rPr>
              <a:t>工具</a:t>
            </a:r>
            <a:r>
              <a:rPr lang="zh-CN" altLang="en-US" sz="1200" i="0" u="none" strike="noStrike" kern="0" spc="0" baseline="0">
                <a:ln>
                  <a:noFill/>
                </a:ln>
                <a:solidFill>
                  <a:schemeClr val="tx1"/>
                </a:solidFill>
                <a:effectLst/>
                <a:latin typeface="Microsoft YaHei"/>
                <a:ea typeface="Microsoft YaHei"/>
              </a:rPr>
              <a:t>，让</a:t>
            </a:r>
            <a:r>
              <a:rPr lang="en-US" altLang="zh-CN" sz="1200" i="0" u="none" strike="noStrike" kern="0" spc="0" baseline="0">
                <a:ln>
                  <a:noFill/>
                </a:ln>
                <a:solidFill>
                  <a:schemeClr val="tx1"/>
                </a:solidFill>
                <a:effectLst/>
                <a:latin typeface="Microsoft YaHei"/>
                <a:ea typeface="Microsoft YaHei"/>
              </a:rPr>
              <a:t> AI</a:t>
            </a:r>
            <a:r>
              <a:rPr lang="zh-CN" altLang="en-US" sz="1200" i="0" u="none" strike="noStrike" kern="0" spc="0" baseline="0">
                <a:ln>
                  <a:noFill/>
                </a:ln>
                <a:solidFill>
                  <a:schemeClr val="tx1"/>
                </a:solidFill>
                <a:effectLst/>
                <a:latin typeface="Microsoft YaHei"/>
                <a:ea typeface="Microsoft YaHei"/>
              </a:rPr>
              <a:t>低成本高效益的教育工具成为助手</a:t>
            </a:r>
          </a:p>
        </p:txBody>
      </p:sp>
      <p:sp>
        <p:nvSpPr>
          <p:cNvPr id="15" name="矩形 14"/>
          <p:cNvSpPr/>
          <p:nvPr/>
        </p:nvSpPr>
        <p:spPr>
          <a:xfrm>
            <a:off x="3854239" y="2086956"/>
            <a:ext cx="5201062" cy="721753"/>
          </a:xfrm>
          <a:prstGeom prst="rect">
            <a:avLst/>
          </a:prstGeom>
          <a:solidFill>
            <a:schemeClr val="accent1"/>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a:pPr>
            <a:r>
              <a:rPr lang="en" altLang="zh-CN" sz="1200" b="1" i="0" u="none" strike="noStrike" kern="0" spc="0" baseline="0">
                <a:ln>
                  <a:noFill/>
                </a:ln>
                <a:solidFill>
                  <a:schemeClr val="tx1"/>
                </a:solidFill>
                <a:effectLst/>
                <a:latin typeface="Microsoft YaHei"/>
                <a:ea typeface="Microsoft YaHei"/>
              </a:rPr>
              <a:t>a.  </a:t>
            </a:r>
            <a:r>
              <a:rPr lang="zh-CN" altLang="en-US" sz="1200" b="1" i="0" u="none" strike="noStrike" kern="0" spc="0" baseline="0">
                <a:ln>
                  <a:noFill/>
                </a:ln>
                <a:solidFill>
                  <a:schemeClr val="tx1"/>
                </a:solidFill>
                <a:effectLst/>
                <a:latin typeface="Microsoft YaHei"/>
                <a:ea typeface="Microsoft YaHei"/>
              </a:rPr>
              <a:t>企业参访：</a:t>
            </a:r>
            <a:r>
              <a:rPr lang="zh-CN" altLang="en-US" sz="1200" b="0" i="0" u="none" strike="noStrike" kern="0" spc="0" baseline="0">
                <a:ln>
                  <a:noFill/>
                </a:ln>
                <a:solidFill>
                  <a:schemeClr val="tx1"/>
                </a:solidFill>
                <a:effectLst/>
                <a:latin typeface="Microsoft YaHei"/>
                <a:ea typeface="Microsoft YaHei"/>
              </a:rPr>
              <a:t>凯德集团总部</a:t>
            </a:r>
            <a:r>
              <a:rPr lang="en-US" altLang="zh-CN" sz="1200" b="0" i="0" u="none" strike="noStrike" kern="0" spc="0" baseline="0">
                <a:ln>
                  <a:noFill/>
                </a:ln>
                <a:solidFill>
                  <a:schemeClr val="tx1"/>
                </a:solidFill>
                <a:effectLst/>
                <a:latin typeface="Microsoft YaHei"/>
                <a:ea typeface="Microsoft YaHei"/>
              </a:rPr>
              <a:t>/</a:t>
            </a:r>
            <a:r>
              <a:rPr lang="zh-CN" altLang="en-US" sz="1200" b="0" i="0" u="none" strike="noStrike" kern="0" spc="0" baseline="0">
                <a:ln>
                  <a:noFill/>
                </a:ln>
                <a:solidFill>
                  <a:schemeClr val="tx1"/>
                </a:solidFill>
                <a:effectLst/>
                <a:latin typeface="Microsoft YaHei"/>
                <a:ea typeface="Microsoft YaHei"/>
              </a:rPr>
              <a:t>项目现场</a:t>
            </a:r>
            <a:r>
              <a:rPr lang="en-US" altLang="zh-CN" sz="1200" b="0" i="0" u="none" strike="noStrike" kern="0" spc="0" baseline="0">
                <a:ln>
                  <a:noFill/>
                </a:ln>
                <a:solidFill>
                  <a:schemeClr val="tx1"/>
                </a:solidFill>
                <a:effectLst/>
                <a:latin typeface="Microsoft YaHei"/>
                <a:ea typeface="Microsoft YaHei"/>
              </a:rPr>
              <a:t>+1 </a:t>
            </a:r>
            <a:r>
              <a:rPr lang="zh-CN" altLang="en-US" sz="1200" b="0" i="0" u="none" strike="noStrike" kern="0" spc="0" baseline="0">
                <a:ln>
                  <a:noFill/>
                </a:ln>
                <a:solidFill>
                  <a:schemeClr val="tx1"/>
                </a:solidFill>
                <a:effectLst/>
                <a:latin typeface="Microsoft YaHei"/>
                <a:ea typeface="Microsoft YaHei"/>
              </a:rPr>
              <a:t>家知名企业，了解企业内部运作</a:t>
            </a:r>
            <a:endParaRPr lang="en" altLang="zh-CN" sz="1200" b="0" i="0" u="none" strike="noStrike" kern="0" spc="0" baseline="0">
              <a:ln>
                <a:noFill/>
              </a:ln>
              <a:solidFill>
                <a:schemeClr val="tx1"/>
              </a:solidFill>
              <a:effectLst/>
              <a:latin typeface="Microsoft YaHei"/>
              <a:ea typeface="Microsoft YaHei"/>
            </a:endParaRPr>
          </a:p>
          <a:p>
            <a:pPr marL="0" lvl="0" indent="0" algn="l" defTabSz="914400">
              <a:lnSpc>
                <a:spcPct val="100000"/>
              </a:lnSpc>
              <a:spcBef>
                <a:spcPts val="0"/>
              </a:spcBef>
              <a:spcAft>
                <a:spcPts val="0"/>
              </a:spcAft>
              <a:buClr>
                <a:srgbClr val="000000"/>
              </a:buClr>
              <a:buSzTx/>
              <a:buFont typeface="Arial"/>
              <a:buNone/>
              <a:defRPr/>
            </a:pPr>
            <a:r>
              <a:rPr lang="en" altLang="zh-CN" sz="1200" b="1" i="0" u="none" strike="noStrike" kern="0" spc="0" baseline="0">
                <a:ln>
                  <a:noFill/>
                </a:ln>
                <a:solidFill>
                  <a:schemeClr val="tx1"/>
                </a:solidFill>
                <a:effectLst/>
                <a:latin typeface="Microsoft YaHei"/>
                <a:ea typeface="Microsoft YaHei"/>
              </a:rPr>
              <a:t>b.  </a:t>
            </a:r>
            <a:r>
              <a:rPr lang="zh-CN" altLang="en-US" sz="1200" b="1" i="0" u="none" strike="noStrike" kern="0" spc="0" baseline="0">
                <a:ln>
                  <a:noFill/>
                </a:ln>
                <a:solidFill>
                  <a:schemeClr val="tx1"/>
                </a:solidFill>
                <a:effectLst/>
                <a:latin typeface="Microsoft YaHei"/>
                <a:ea typeface="Microsoft YaHei"/>
              </a:rPr>
              <a:t>工作坊与职场分享：</a:t>
            </a:r>
            <a:r>
              <a:rPr lang="zh-CN" altLang="en-US" sz="1200" b="0" i="0" u="none" strike="noStrike" kern="0" spc="0" baseline="0">
                <a:ln>
                  <a:noFill/>
                </a:ln>
                <a:solidFill>
                  <a:schemeClr val="tx1"/>
                </a:solidFill>
                <a:effectLst/>
                <a:latin typeface="Microsoft YaHei"/>
                <a:ea typeface="Microsoft YaHei"/>
              </a:rPr>
              <a:t>企业导师或员工志愿者带领实地参访、研讨；</a:t>
            </a:r>
            <a:r>
              <a:rPr lang="en" altLang="zh-CN" sz="1200" b="0" i="0" u="none" strike="noStrike" kern="0" spc="0" baseline="0">
                <a:ln>
                  <a:noFill/>
                </a:ln>
                <a:solidFill>
                  <a:schemeClr val="tx1"/>
                </a:solidFill>
                <a:effectLst/>
                <a:latin typeface="Microsoft YaHei"/>
                <a:ea typeface="Microsoft YaHei"/>
              </a:rPr>
              <a:t>AI </a:t>
            </a:r>
            <a:r>
              <a:rPr lang="zh-CN" altLang="en-US" sz="1200" b="0" i="0" u="none" strike="noStrike" kern="0" spc="0" baseline="0">
                <a:ln>
                  <a:noFill/>
                </a:ln>
                <a:solidFill>
                  <a:schemeClr val="tx1"/>
                </a:solidFill>
                <a:effectLst/>
                <a:latin typeface="Microsoft YaHei"/>
                <a:ea typeface="Microsoft YaHei"/>
              </a:rPr>
              <a:t>技能</a:t>
            </a:r>
            <a:r>
              <a:rPr lang="en-US" altLang="zh-CN" sz="1200" b="0" i="0" u="none" strike="noStrike" kern="0" spc="0" baseline="0">
                <a:ln>
                  <a:noFill/>
                </a:ln>
                <a:solidFill>
                  <a:schemeClr val="tx1"/>
                </a:solidFill>
                <a:effectLst/>
                <a:latin typeface="Microsoft YaHei"/>
                <a:ea typeface="Microsoft YaHei"/>
              </a:rPr>
              <a:t>/</a:t>
            </a:r>
            <a:r>
              <a:rPr lang="zh-CN" altLang="en-US" sz="1200" b="0" i="0" u="none" strike="noStrike" kern="0" spc="0" baseline="0">
                <a:ln>
                  <a:noFill/>
                </a:ln>
                <a:solidFill>
                  <a:schemeClr val="tx1"/>
                </a:solidFill>
                <a:effectLst/>
                <a:latin typeface="Microsoft YaHei"/>
                <a:ea typeface="Microsoft YaHei"/>
              </a:rPr>
              <a:t>职业素养等工作坊技能提升。  </a:t>
            </a:r>
          </a:p>
        </p:txBody>
      </p:sp>
      <p:sp>
        <p:nvSpPr>
          <p:cNvPr id="9" name="Google Shape;304;p42"/>
          <p:cNvSpPr txBox="1">
            <a:spLocks noGrp="1"/>
          </p:cNvSpPr>
          <p:nvPr>
            <p:ph type="title"/>
          </p:nvPr>
        </p:nvSpPr>
        <p:spPr>
          <a:xfrm>
            <a:off x="93825" y="107233"/>
            <a:ext cx="7888800" cy="309600"/>
          </a:xfrm>
          <a:prstGeom prst="rect">
            <a:avLst/>
          </a:prstGeom>
          <a:noFill/>
          <a:ln>
            <a:noFill/>
          </a:ln>
        </p:spPr>
        <p:txBody>
          <a:bodyPr wrap="square" lIns="91425" tIns="91425" rIns="91425" bIns="91425" anchor="t" anchorCtr="0"/>
          <a:lstStyle>
            <a:lvl1pPr lvl="0" algn="l">
              <a:lnSpc>
                <a:spcPct val="100000"/>
              </a:lnSpc>
              <a:spcBef>
                <a:spcPts val="0"/>
              </a:spcBef>
              <a:spcAft>
                <a:spcPts val="0"/>
              </a:spcAft>
              <a:buNone/>
              <a:defRPr sz="1800" b="0" i="0" u="none" strike="noStrike">
                <a:solidFill>
                  <a:srgbClr val="125284"/>
                </a:solidFill>
                <a:latin typeface="Poppins"/>
                <a:ea typeface="Poppins"/>
              </a:defRPr>
            </a:lvl1pPr>
            <a:lvl2pPr lvl="1" algn="l">
              <a:lnSpc>
                <a:spcPct val="100000"/>
              </a:lnSpc>
              <a:spcBef>
                <a:spcPts val="0"/>
              </a:spcBef>
              <a:spcAft>
                <a:spcPts val="0"/>
              </a:spcAft>
              <a:buNone/>
              <a:defRPr sz="1800" b="0" i="0" u="none" strike="noStrike">
                <a:solidFill>
                  <a:srgbClr val="125284"/>
                </a:solidFill>
                <a:latin typeface="Poppins"/>
                <a:ea typeface="Poppins"/>
              </a:defRPr>
            </a:lvl2pPr>
            <a:lvl3pPr lvl="2" algn="l">
              <a:lnSpc>
                <a:spcPct val="100000"/>
              </a:lnSpc>
              <a:spcBef>
                <a:spcPts val="0"/>
              </a:spcBef>
              <a:spcAft>
                <a:spcPts val="0"/>
              </a:spcAft>
              <a:buNone/>
              <a:defRPr sz="1800" b="0" i="0" u="none" strike="noStrike">
                <a:solidFill>
                  <a:srgbClr val="125284"/>
                </a:solidFill>
                <a:latin typeface="Poppins"/>
                <a:ea typeface="Poppins"/>
              </a:defRPr>
            </a:lvl3pPr>
            <a:lvl4pPr lvl="3" algn="l">
              <a:lnSpc>
                <a:spcPct val="100000"/>
              </a:lnSpc>
              <a:spcBef>
                <a:spcPts val="0"/>
              </a:spcBef>
              <a:spcAft>
                <a:spcPts val="0"/>
              </a:spcAft>
              <a:buNone/>
              <a:defRPr sz="1800" b="0" i="0" u="none" strike="noStrike">
                <a:solidFill>
                  <a:srgbClr val="125284"/>
                </a:solidFill>
                <a:latin typeface="Poppins"/>
                <a:ea typeface="Poppins"/>
              </a:defRPr>
            </a:lvl4pPr>
            <a:lvl5pPr lvl="4" algn="l">
              <a:lnSpc>
                <a:spcPct val="100000"/>
              </a:lnSpc>
              <a:spcBef>
                <a:spcPts val="0"/>
              </a:spcBef>
              <a:spcAft>
                <a:spcPts val="0"/>
              </a:spcAft>
              <a:buNone/>
              <a:defRPr sz="1800" b="0" i="0" u="none" strike="noStrike">
                <a:solidFill>
                  <a:srgbClr val="125284"/>
                </a:solidFill>
                <a:latin typeface="Poppins"/>
                <a:ea typeface="Poppins"/>
              </a:defRPr>
            </a:lvl5pPr>
            <a:lvl6pPr lvl="5" algn="l">
              <a:lnSpc>
                <a:spcPct val="100000"/>
              </a:lnSpc>
              <a:spcBef>
                <a:spcPts val="0"/>
              </a:spcBef>
              <a:spcAft>
                <a:spcPts val="0"/>
              </a:spcAft>
              <a:buNone/>
              <a:defRPr sz="1800" b="0" i="0" u="none" strike="noStrike">
                <a:solidFill>
                  <a:srgbClr val="125284"/>
                </a:solidFill>
                <a:latin typeface="Poppins"/>
                <a:ea typeface="Poppins"/>
              </a:defRPr>
            </a:lvl6pPr>
            <a:lvl7pPr lvl="6" algn="l">
              <a:lnSpc>
                <a:spcPct val="100000"/>
              </a:lnSpc>
              <a:spcBef>
                <a:spcPts val="0"/>
              </a:spcBef>
              <a:spcAft>
                <a:spcPts val="0"/>
              </a:spcAft>
              <a:buNone/>
              <a:defRPr sz="1800" b="0" i="0" u="none" strike="noStrike">
                <a:solidFill>
                  <a:srgbClr val="125284"/>
                </a:solidFill>
                <a:latin typeface="Poppins"/>
                <a:ea typeface="Poppins"/>
              </a:defRPr>
            </a:lvl7pPr>
            <a:lvl8pPr lvl="7" algn="l">
              <a:lnSpc>
                <a:spcPct val="100000"/>
              </a:lnSpc>
              <a:spcBef>
                <a:spcPts val="0"/>
              </a:spcBef>
              <a:spcAft>
                <a:spcPts val="0"/>
              </a:spcAft>
              <a:buNone/>
              <a:defRPr sz="1800" b="0" i="0" u="none" strike="noStrike">
                <a:solidFill>
                  <a:srgbClr val="125284"/>
                </a:solidFill>
                <a:latin typeface="Poppins"/>
                <a:ea typeface="Poppins"/>
              </a:defRPr>
            </a:lvl8pPr>
            <a:lvl9pPr lvl="8" algn="l">
              <a:lnSpc>
                <a:spcPct val="100000"/>
              </a:lnSpc>
              <a:spcBef>
                <a:spcPts val="0"/>
              </a:spcBef>
              <a:spcAft>
                <a:spcPts val="0"/>
              </a:spcAft>
              <a:buNone/>
              <a:defRPr sz="1800" b="0" i="0" u="none" strike="noStrike">
                <a:solidFill>
                  <a:srgbClr val="125284"/>
                </a:solidFill>
                <a:latin typeface="Poppins"/>
                <a:ea typeface="Poppins"/>
              </a:defRPr>
            </a:lvl9pPr>
          </a:lstStyle>
          <a:p>
            <a:pPr marL="0" lvl="0" indent="0" algn="l">
              <a:spcBef>
                <a:spcPts val="0"/>
              </a:spcBef>
              <a:spcAft>
                <a:spcPts val="0"/>
              </a:spcAft>
              <a:buNone/>
            </a:pPr>
            <a:r>
              <a:rPr lang="zh-CN" altLang="zh-CN" b="1">
                <a:latin typeface="Microsoft YaHei"/>
                <a:ea typeface="Microsoft YaHei"/>
              </a:rPr>
              <a:t>项目核心方案概述</a:t>
            </a:r>
            <a:endParaRPr b="1">
              <a:latin typeface="Microsoft YaHei"/>
              <a:ea typeface="Microsoft YaHei"/>
            </a:endParaRPr>
          </a:p>
        </p:txBody>
      </p:sp>
      <p:sp>
        <p:nvSpPr>
          <p:cNvPr id="2005" name="矩形 9"/>
          <p:cNvSpPr/>
          <p:nvPr/>
        </p:nvSpPr>
        <p:spPr>
          <a:xfrm>
            <a:off x="2988871" y="672945"/>
            <a:ext cx="865368" cy="700299"/>
          </a:xfrm>
          <a:prstGeom prst="rect">
            <a:avLst/>
          </a:prstGeom>
          <a:solidFill>
            <a:srgbClr val="C4C4C4"/>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a:pPr>
            <a:endParaRPr lang="zh-CN" altLang="zh-CN" sz="1200" b="0" i="0" strike="noStrike" spc="0" baseline="0">
              <a:ln>
                <a:noFill/>
              </a:ln>
              <a:solidFill>
                <a:srgbClr val="125284"/>
              </a:solidFill>
              <a:effectLst/>
              <a:latin typeface="Microsoft YaHei"/>
              <a:ea typeface="Microsoft YaHei"/>
            </a:endParaRPr>
          </a:p>
        </p:txBody>
      </p:sp>
      <p:sp>
        <p:nvSpPr>
          <p:cNvPr id="2006" name="矩形 9"/>
          <p:cNvSpPr/>
          <p:nvPr/>
        </p:nvSpPr>
        <p:spPr>
          <a:xfrm>
            <a:off x="2988871" y="1386982"/>
            <a:ext cx="865368" cy="700299"/>
          </a:xfrm>
          <a:prstGeom prst="rect">
            <a:avLst/>
          </a:prstGeom>
          <a:solidFill>
            <a:srgbClr val="C4C4C4"/>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a:pPr>
            <a:endParaRPr lang="zh-CN" altLang="zh-CN" sz="1200" b="0" i="0" strike="noStrike" spc="0" baseline="0">
              <a:ln>
                <a:noFill/>
              </a:ln>
              <a:solidFill>
                <a:srgbClr val="125284"/>
              </a:solidFill>
              <a:effectLst/>
              <a:latin typeface="Microsoft YaHei"/>
              <a:ea typeface="Microsoft YaHei"/>
            </a:endParaRPr>
          </a:p>
        </p:txBody>
      </p:sp>
      <p:sp>
        <p:nvSpPr>
          <p:cNvPr id="2007" name="矩形 9"/>
          <p:cNvSpPr/>
          <p:nvPr/>
        </p:nvSpPr>
        <p:spPr>
          <a:xfrm>
            <a:off x="2988871" y="2113702"/>
            <a:ext cx="865368" cy="700299"/>
          </a:xfrm>
          <a:prstGeom prst="rect">
            <a:avLst/>
          </a:prstGeom>
          <a:solidFill>
            <a:srgbClr val="C4C4C4"/>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a:pPr>
            <a:endParaRPr lang="zh-CN" altLang="zh-CN" sz="1200" b="0" i="0" strike="noStrike" spc="0" baseline="0">
              <a:ln>
                <a:noFill/>
              </a:ln>
              <a:solidFill>
                <a:srgbClr val="125284"/>
              </a:solidFill>
              <a:effectLst/>
              <a:latin typeface="Microsoft YaHei"/>
              <a:ea typeface="Microsoft YaHei"/>
            </a:endParaRPr>
          </a:p>
        </p:txBody>
      </p:sp>
      <p:sp>
        <p:nvSpPr>
          <p:cNvPr id="2008" name="矩形 9"/>
          <p:cNvSpPr/>
          <p:nvPr/>
        </p:nvSpPr>
        <p:spPr>
          <a:xfrm>
            <a:off x="2988871" y="2835500"/>
            <a:ext cx="865368" cy="700299"/>
          </a:xfrm>
          <a:prstGeom prst="rect">
            <a:avLst/>
          </a:prstGeom>
          <a:solidFill>
            <a:srgbClr val="C4C4C4"/>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a:pPr>
            <a:endParaRPr lang="zh-CN" altLang="zh-CN" sz="1200" b="0" i="0" strike="noStrike" spc="0" baseline="0">
              <a:ln>
                <a:noFill/>
              </a:ln>
              <a:solidFill>
                <a:srgbClr val="125284"/>
              </a:solidFill>
              <a:effectLst/>
              <a:latin typeface="Microsoft YaHei"/>
              <a:ea typeface="Microsoft YaHei"/>
            </a:endParaRPr>
          </a:p>
        </p:txBody>
      </p:sp>
      <p:sp>
        <p:nvSpPr>
          <p:cNvPr id="2009" name="矩形 9"/>
          <p:cNvSpPr/>
          <p:nvPr/>
        </p:nvSpPr>
        <p:spPr>
          <a:xfrm>
            <a:off x="2988871" y="3544576"/>
            <a:ext cx="865368" cy="700299"/>
          </a:xfrm>
          <a:prstGeom prst="rect">
            <a:avLst/>
          </a:prstGeom>
          <a:solidFill>
            <a:srgbClr val="C4C4C4"/>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a:pPr>
            <a:endParaRPr lang="zh-CN" altLang="zh-CN" sz="1200" b="0" i="0" strike="noStrike" spc="0" baseline="0">
              <a:ln>
                <a:noFill/>
              </a:ln>
              <a:solidFill>
                <a:srgbClr val="125284"/>
              </a:solidFill>
              <a:effectLst/>
              <a:latin typeface="Microsoft YaHei"/>
              <a:ea typeface="Microsoft YaHei"/>
            </a:endParaRPr>
          </a:p>
        </p:txBody>
      </p:sp>
      <p:sp>
        <p:nvSpPr>
          <p:cNvPr id="2010" name="矩形 9"/>
          <p:cNvSpPr/>
          <p:nvPr/>
        </p:nvSpPr>
        <p:spPr>
          <a:xfrm>
            <a:off x="2988871" y="4229702"/>
            <a:ext cx="865368" cy="700299"/>
          </a:xfrm>
          <a:prstGeom prst="rect">
            <a:avLst/>
          </a:prstGeom>
          <a:solidFill>
            <a:srgbClr val="C4C4C4"/>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a:pPr>
            <a:endParaRPr lang="zh-CN" altLang="zh-CN" sz="1200" b="0" i="0" strike="noStrike" spc="0" baseline="0">
              <a:ln>
                <a:noFill/>
              </a:ln>
              <a:solidFill>
                <a:srgbClr val="125284"/>
              </a:solidFill>
              <a:effectLst/>
              <a:latin typeface="Microsoft YaHei"/>
              <a:ea typeface="Microsoft YaHei"/>
            </a:endParaRPr>
          </a:p>
        </p:txBody>
      </p:sp>
      <p:sp>
        <p:nvSpPr>
          <p:cNvPr id="2011" name="矩形 9"/>
          <p:cNvSpPr/>
          <p:nvPr/>
        </p:nvSpPr>
        <p:spPr>
          <a:xfrm>
            <a:off x="3001571" y="1400703"/>
            <a:ext cx="852668" cy="700299"/>
          </a:xfrm>
          <a:prstGeom prst="rect">
            <a:avLst/>
          </a:prstGeom>
          <a:solidFill>
            <a:schemeClr val="accent1"/>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b="1">
                <a:solidFill>
                  <a:srgbClr val="125284"/>
                </a:solidFill>
              </a:defRPr>
            </a:pPr>
            <a:r>
              <a:rPr lang="zh-CN" altLang="zh-CN" sz="1200" b="1" i="0" strike="noStrike" spc="0" baseline="0">
                <a:ln>
                  <a:noFill/>
                </a:ln>
                <a:solidFill>
                  <a:srgbClr val="125284"/>
                </a:solidFill>
                <a:effectLst/>
                <a:latin typeface="Microsoft YaHei"/>
                <a:ea typeface="Microsoft YaHei"/>
              </a:rPr>
              <a:t>培训课程</a:t>
            </a:r>
          </a:p>
        </p:txBody>
      </p:sp>
      <p:sp>
        <p:nvSpPr>
          <p:cNvPr id="2012" name="矩形 9"/>
          <p:cNvSpPr/>
          <p:nvPr/>
        </p:nvSpPr>
        <p:spPr>
          <a:xfrm>
            <a:off x="3001571" y="3529087"/>
            <a:ext cx="852668" cy="700299"/>
          </a:xfrm>
          <a:prstGeom prst="rect">
            <a:avLst/>
          </a:prstGeom>
          <a:solidFill>
            <a:schemeClr val="accent1"/>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b="1">
                <a:solidFill>
                  <a:srgbClr val="125284"/>
                </a:solidFill>
              </a:defRPr>
            </a:pPr>
            <a:r>
              <a:rPr lang="zh-CN" altLang="zh-CN" sz="1200" b="1" i="0" strike="noStrike" spc="0" baseline="0">
                <a:ln>
                  <a:noFill/>
                </a:ln>
                <a:solidFill>
                  <a:srgbClr val="125284"/>
                </a:solidFill>
                <a:effectLst/>
                <a:latin typeface="Microsoft YaHei"/>
                <a:ea typeface="Microsoft YaHei"/>
              </a:rPr>
              <a:t>对话交流</a:t>
            </a:r>
          </a:p>
        </p:txBody>
      </p:sp>
      <p:sp>
        <p:nvSpPr>
          <p:cNvPr id="2013" name="矩形 9"/>
          <p:cNvSpPr/>
          <p:nvPr/>
        </p:nvSpPr>
        <p:spPr>
          <a:xfrm>
            <a:off x="3001571" y="692823"/>
            <a:ext cx="852668" cy="723928"/>
          </a:xfrm>
          <a:prstGeom prst="rect">
            <a:avLst/>
          </a:prstGeom>
          <a:solidFill>
            <a:schemeClr val="accent1"/>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b="1">
                <a:solidFill>
                  <a:srgbClr val="125284"/>
                </a:solidFill>
              </a:defRPr>
            </a:pPr>
            <a:r>
              <a:rPr lang="zh-CN" altLang="zh-CN" sz="1200" b="1" i="0" strike="noStrike" spc="0" baseline="0">
                <a:ln>
                  <a:noFill/>
                </a:ln>
                <a:solidFill>
                  <a:srgbClr val="125284"/>
                </a:solidFill>
                <a:effectLst/>
                <a:latin typeface="Microsoft YaHei"/>
                <a:ea typeface="Microsoft YaHei"/>
              </a:rPr>
              <a:t>学习旅程</a:t>
            </a:r>
          </a:p>
        </p:txBody>
      </p:sp>
      <p:sp>
        <p:nvSpPr>
          <p:cNvPr id="2014" name="矩形 9"/>
          <p:cNvSpPr/>
          <p:nvPr/>
        </p:nvSpPr>
        <p:spPr>
          <a:xfrm>
            <a:off x="2988871" y="2101002"/>
            <a:ext cx="865368" cy="734498"/>
          </a:xfrm>
          <a:prstGeom prst="rect">
            <a:avLst/>
          </a:prstGeom>
          <a:solidFill>
            <a:schemeClr val="accent1"/>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b="1">
                <a:solidFill>
                  <a:srgbClr val="125284"/>
                </a:solidFill>
              </a:defRPr>
            </a:pPr>
            <a:r>
              <a:rPr lang="zh-CN" altLang="zh-CN" sz="1200" b="1" i="0" strike="noStrike" spc="0" baseline="0">
                <a:ln>
                  <a:noFill/>
                </a:ln>
                <a:solidFill>
                  <a:srgbClr val="125284"/>
                </a:solidFill>
                <a:effectLst/>
                <a:latin typeface="Microsoft YaHei"/>
                <a:ea typeface="Microsoft YaHei"/>
              </a:rPr>
              <a:t>学习旅程</a:t>
            </a:r>
          </a:p>
        </p:txBody>
      </p:sp>
      <p:sp>
        <p:nvSpPr>
          <p:cNvPr id="2015" name="矩形 9"/>
          <p:cNvSpPr/>
          <p:nvPr/>
        </p:nvSpPr>
        <p:spPr>
          <a:xfrm>
            <a:off x="3001571" y="2815059"/>
            <a:ext cx="852668" cy="700299"/>
          </a:xfrm>
          <a:prstGeom prst="rect">
            <a:avLst/>
          </a:prstGeom>
          <a:solidFill>
            <a:schemeClr val="accent1"/>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b="1">
                <a:solidFill>
                  <a:srgbClr val="125284"/>
                </a:solidFill>
              </a:defRPr>
            </a:pPr>
            <a:r>
              <a:rPr lang="zh-CN" altLang="zh-CN" sz="1200" b="1" i="0" strike="noStrike" spc="0" baseline="0">
                <a:ln>
                  <a:noFill/>
                </a:ln>
                <a:solidFill>
                  <a:srgbClr val="125284"/>
                </a:solidFill>
                <a:effectLst/>
                <a:latin typeface="Microsoft YaHei"/>
                <a:ea typeface="Microsoft YaHei"/>
              </a:rPr>
              <a:t>学习旅程</a:t>
            </a:r>
          </a:p>
        </p:txBody>
      </p:sp>
      <p:sp>
        <p:nvSpPr>
          <p:cNvPr id="2016" name="矩形 9"/>
          <p:cNvSpPr/>
          <p:nvPr/>
        </p:nvSpPr>
        <p:spPr>
          <a:xfrm>
            <a:off x="3001571" y="4229368"/>
            <a:ext cx="852668" cy="700299"/>
          </a:xfrm>
          <a:prstGeom prst="rect">
            <a:avLst/>
          </a:prstGeom>
          <a:solidFill>
            <a:schemeClr val="accent1"/>
          </a:solidFill>
          <a:ln>
            <a:noFill/>
          </a:ln>
        </p:spPr>
        <p:txBody>
          <a:bodyPr anchor="ctr"/>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l" defTabSz="914400">
              <a:lnSpc>
                <a:spcPct val="100000"/>
              </a:lnSpc>
              <a:spcBef>
                <a:spcPts val="0"/>
              </a:spcBef>
              <a:spcAft>
                <a:spcPts val="0"/>
              </a:spcAft>
              <a:buClr>
                <a:srgbClr val="000000"/>
              </a:buClr>
              <a:buSzTx/>
              <a:buFont typeface="Arial"/>
              <a:buNone/>
              <a:defRPr b="1">
                <a:solidFill>
                  <a:srgbClr val="125284"/>
                </a:solidFill>
              </a:defRPr>
            </a:pPr>
            <a:r>
              <a:rPr lang="zh-CN" altLang="zh-CN" sz="1200" b="1" i="0" strike="noStrike" spc="0" baseline="0">
                <a:ln>
                  <a:noFill/>
                </a:ln>
                <a:solidFill>
                  <a:srgbClr val="125284"/>
                </a:solidFill>
                <a:effectLst/>
                <a:latin typeface="Microsoft YaHei"/>
                <a:ea typeface="Microsoft YaHei"/>
              </a:rPr>
              <a:t>对话交流</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19CFD7-7863-B54B-F5FA-8125676FB26A}"/>
              </a:ext>
            </a:extLst>
          </p:cNvPr>
          <p:cNvSpPr>
            <a:spLocks noGrp="1"/>
          </p:cNvSpPr>
          <p:nvPr>
            <p:ph type="title"/>
          </p:nvPr>
        </p:nvSpPr>
        <p:spPr/>
        <p:txBody>
          <a:bodyPr/>
          <a:lstStyle/>
          <a:p>
            <a:r>
              <a:rPr kumimoji="1" lang="zh-CN" altLang="en-US" dirty="0"/>
              <a:t>简要日程</a:t>
            </a:r>
          </a:p>
        </p:txBody>
      </p:sp>
      <p:graphicFrame>
        <p:nvGraphicFramePr>
          <p:cNvPr id="6" name="表格 5">
            <a:extLst>
              <a:ext uri="{FF2B5EF4-FFF2-40B4-BE49-F238E27FC236}">
                <a16:creationId xmlns:a16="http://schemas.microsoft.com/office/drawing/2014/main" id="{59A82745-D3F5-A95D-DDA5-DB5F1A0A2B91}"/>
              </a:ext>
            </a:extLst>
          </p:cNvPr>
          <p:cNvGraphicFramePr>
            <a:graphicFrameLocks noGrp="1"/>
          </p:cNvGraphicFramePr>
          <p:nvPr>
            <p:extLst>
              <p:ext uri="{D42A27DB-BD31-4B8C-83A1-F6EECF244321}">
                <p14:modId xmlns:p14="http://schemas.microsoft.com/office/powerpoint/2010/main" val="20929016"/>
              </p:ext>
            </p:extLst>
          </p:nvPr>
        </p:nvGraphicFramePr>
        <p:xfrm>
          <a:off x="896982" y="642066"/>
          <a:ext cx="7350035" cy="4236258"/>
        </p:xfrm>
        <a:graphic>
          <a:graphicData uri="http://schemas.openxmlformats.org/drawingml/2006/table">
            <a:tbl>
              <a:tblPr firstRow="1" bandRow="1">
                <a:tableStyleId>{7826F328-5FE1-4CB8-92DD-3604886CC8B7}</a:tableStyleId>
              </a:tblPr>
              <a:tblGrid>
                <a:gridCol w="1711509">
                  <a:extLst>
                    <a:ext uri="{9D8B030D-6E8A-4147-A177-3AD203B41FA5}">
                      <a16:colId xmlns:a16="http://schemas.microsoft.com/office/drawing/2014/main" val="2607834754"/>
                    </a:ext>
                  </a:extLst>
                </a:gridCol>
                <a:gridCol w="5638526">
                  <a:extLst>
                    <a:ext uri="{9D8B030D-6E8A-4147-A177-3AD203B41FA5}">
                      <a16:colId xmlns:a16="http://schemas.microsoft.com/office/drawing/2014/main" val="2192983469"/>
                    </a:ext>
                  </a:extLst>
                </a:gridCol>
              </a:tblGrid>
              <a:tr h="659838">
                <a:tc>
                  <a:txBody>
                    <a:bodyPr/>
                    <a:lstStyle/>
                    <a:p>
                      <a:pPr algn="l" fontAlgn="ctr" latinLnBrk="0"/>
                      <a:r>
                        <a:rPr lang="en" sz="1000" b="1" i="0" dirty="0">
                          <a:solidFill>
                            <a:schemeClr val="tx1"/>
                          </a:solidFill>
                          <a:effectLst/>
                        </a:rPr>
                        <a:t>Day 1</a:t>
                      </a:r>
                    </a:p>
                  </a:txBody>
                  <a:tcPr anchor="ctr"/>
                </a:tc>
                <a:tc>
                  <a:txBody>
                    <a:bodyPr/>
                    <a:lstStyle/>
                    <a:p>
                      <a:pPr algn="l" fontAlgn="b" latinLnBrk="0"/>
                      <a:endParaRPr lang="en-US" altLang="zh-CN" sz="1000" b="0" i="0" dirty="0">
                        <a:solidFill>
                          <a:schemeClr val="tx1"/>
                        </a:solidFill>
                        <a:effectLst/>
                      </a:endParaRPr>
                    </a:p>
                    <a:p>
                      <a:pPr algn="l" fontAlgn="b" latinLnBrk="0"/>
                      <a:r>
                        <a:rPr lang="zh-CN" altLang="en-US" sz="1000" b="0" i="0" dirty="0">
                          <a:solidFill>
                            <a:schemeClr val="tx1"/>
                          </a:solidFill>
                          <a:effectLst/>
                        </a:rPr>
                        <a:t>启动仪式</a:t>
                      </a:r>
                      <a:r>
                        <a:rPr lang="en-US" altLang="zh-CN" sz="1000" b="0" i="0" dirty="0">
                          <a:solidFill>
                            <a:schemeClr val="tx1"/>
                          </a:solidFill>
                          <a:effectLst/>
                        </a:rPr>
                        <a:t>·</a:t>
                      </a:r>
                      <a:r>
                        <a:rPr lang="zh-CN" altLang="en-US" sz="1000" b="0" i="0" dirty="0">
                          <a:solidFill>
                            <a:schemeClr val="tx1"/>
                          </a:solidFill>
                          <a:effectLst/>
                        </a:rPr>
                        <a:t>破冰仪式</a:t>
                      </a:r>
                      <a:r>
                        <a:rPr lang="en-US" altLang="zh-CN" sz="1000" b="0" i="0" dirty="0">
                          <a:solidFill>
                            <a:schemeClr val="tx1"/>
                          </a:solidFill>
                          <a:effectLst/>
                        </a:rPr>
                        <a:t>+</a:t>
                      </a:r>
                      <a:r>
                        <a:rPr lang="zh-CN" altLang="en-US" sz="1000" b="0" i="0" dirty="0">
                          <a:solidFill>
                            <a:schemeClr val="tx1"/>
                          </a:solidFill>
                          <a:effectLst/>
                        </a:rPr>
                        <a:t>研学营介绍</a:t>
                      </a:r>
                      <a:endParaRPr lang="en-US" altLang="zh-CN" sz="1000" b="0" i="0" dirty="0">
                        <a:solidFill>
                          <a:schemeClr val="tx1"/>
                        </a:solidFill>
                        <a:effectLst/>
                      </a:endParaRPr>
                    </a:p>
                    <a:p>
                      <a:pPr algn="l" fontAlgn="b" latinLnBrk="0"/>
                      <a:br>
                        <a:rPr lang="zh-CN" altLang="en-US" sz="1000" b="0" i="0" dirty="0">
                          <a:solidFill>
                            <a:schemeClr val="tx1"/>
                          </a:solidFill>
                          <a:effectLst/>
                        </a:rPr>
                      </a:br>
                      <a:r>
                        <a:rPr lang="zh-CN" altLang="en-US" sz="1000" b="0" i="0" dirty="0">
                          <a:solidFill>
                            <a:schemeClr val="tx1"/>
                          </a:solidFill>
                          <a:effectLst/>
                        </a:rPr>
                        <a:t>自我认知：</a:t>
                      </a:r>
                      <a:r>
                        <a:rPr lang="en" sz="1000" b="0" i="0" dirty="0">
                          <a:solidFill>
                            <a:schemeClr val="tx1"/>
                          </a:solidFill>
                          <a:effectLst/>
                        </a:rPr>
                        <a:t>MBTI &amp; DISC </a:t>
                      </a:r>
                      <a:r>
                        <a:rPr lang="zh-CN" altLang="en-US" sz="1000" b="0" i="0" dirty="0">
                          <a:solidFill>
                            <a:schemeClr val="tx1"/>
                          </a:solidFill>
                          <a:effectLst/>
                        </a:rPr>
                        <a:t>测试 </a:t>
                      </a:r>
                      <a:r>
                        <a:rPr lang="en-US" altLang="zh-CN" sz="1000" b="0" i="0" dirty="0">
                          <a:solidFill>
                            <a:schemeClr val="tx1"/>
                          </a:solidFill>
                          <a:effectLst/>
                        </a:rPr>
                        <a:t>+ </a:t>
                      </a:r>
                      <a:r>
                        <a:rPr lang="zh-CN" altLang="en-US" sz="1000" b="0" i="0" dirty="0">
                          <a:solidFill>
                            <a:schemeClr val="tx1"/>
                          </a:solidFill>
                          <a:effectLst/>
                        </a:rPr>
                        <a:t>职场心理指导导师讲座</a:t>
                      </a:r>
                      <a:endParaRPr lang="en-US" altLang="zh-CN" sz="1000" b="0" i="0" dirty="0">
                        <a:solidFill>
                          <a:schemeClr val="tx1"/>
                        </a:solidFill>
                        <a:effectLst/>
                      </a:endParaRPr>
                    </a:p>
                    <a:p>
                      <a:pPr algn="l" fontAlgn="b" latinLnBrk="0"/>
                      <a:endParaRPr lang="en-US" altLang="zh-CN" sz="1000" b="0" i="0" dirty="0">
                        <a:solidFill>
                          <a:schemeClr val="tx1"/>
                        </a:solidFill>
                        <a:effectLst/>
                      </a:endParaRPr>
                    </a:p>
                    <a:p>
                      <a:pPr algn="l" fontAlgn="b" latinLnBrk="0"/>
                      <a:endParaRPr lang="en-US" altLang="zh-CN" sz="1000" b="0" i="0" dirty="0">
                        <a:solidFill>
                          <a:schemeClr val="tx1"/>
                        </a:solidFill>
                        <a:effectLst/>
                      </a:endParaRPr>
                    </a:p>
                    <a:p>
                      <a:pPr marL="0" marR="0" lvl="0" indent="0" algn="l" defTabSz="914400" eaLnBrk="1" fontAlgn="b" latinLnBrk="0" hangingPunct="1">
                        <a:lnSpc>
                          <a:spcPct val="100000"/>
                        </a:lnSpc>
                        <a:spcBef>
                          <a:spcPts val="0"/>
                        </a:spcBef>
                        <a:spcAft>
                          <a:spcPts val="0"/>
                        </a:spcAft>
                        <a:buClr>
                          <a:srgbClr val="000000"/>
                        </a:buClr>
                        <a:buSzTx/>
                        <a:buFont typeface="Arial"/>
                        <a:buNone/>
                        <a:tabLst/>
                        <a:defRPr/>
                      </a:pPr>
                      <a:r>
                        <a:rPr lang="zh-CN" altLang="en-US" sz="1000" b="0" i="0" dirty="0">
                          <a:solidFill>
                            <a:schemeClr val="tx1"/>
                          </a:solidFill>
                          <a:effectLst/>
                        </a:rPr>
                        <a:t>认识城市：夜上海</a:t>
                      </a:r>
                      <a:r>
                        <a:rPr lang="en-US" altLang="zh-CN" sz="1000" b="0" i="0" dirty="0">
                          <a:solidFill>
                            <a:schemeClr val="tx1"/>
                          </a:solidFill>
                          <a:effectLst/>
                        </a:rPr>
                        <a:t>·</a:t>
                      </a:r>
                      <a:r>
                        <a:rPr lang="zh-CN" altLang="en-US" sz="1000" b="0" i="0" dirty="0">
                          <a:solidFill>
                            <a:schemeClr val="tx1"/>
                          </a:solidFill>
                          <a:effectLst/>
                        </a:rPr>
                        <a:t>晚上浦江游轮</a:t>
                      </a:r>
                    </a:p>
                  </a:txBody>
                  <a:tcPr anchor="b"/>
                </a:tc>
                <a:extLst>
                  <a:ext uri="{0D108BD9-81ED-4DB2-BD59-A6C34878D82A}">
                    <a16:rowId xmlns:a16="http://schemas.microsoft.com/office/drawing/2014/main" val="3849448838"/>
                  </a:ext>
                </a:extLst>
              </a:tr>
              <a:tr h="476549">
                <a:tc>
                  <a:txBody>
                    <a:bodyPr/>
                    <a:lstStyle/>
                    <a:p>
                      <a:pPr algn="l" fontAlgn="ctr" latinLnBrk="0"/>
                      <a:r>
                        <a:rPr lang="en" sz="1000" b="1" i="0" dirty="0">
                          <a:solidFill>
                            <a:schemeClr val="tx1"/>
                          </a:solidFill>
                          <a:effectLst/>
                        </a:rPr>
                        <a:t>Day 2</a:t>
                      </a:r>
                    </a:p>
                  </a:txBody>
                  <a:tcPr anchor="ctr"/>
                </a:tc>
                <a:tc>
                  <a:txBody>
                    <a:bodyPr/>
                    <a:lstStyle/>
                    <a:p>
                      <a:pPr algn="l" fontAlgn="ctr" latinLnBrk="0"/>
                      <a:r>
                        <a:rPr lang="zh-CN" altLang="en-US" sz="1000" b="0" i="0" dirty="0">
                          <a:solidFill>
                            <a:schemeClr val="tx1"/>
                          </a:solidFill>
                          <a:effectLst/>
                        </a:rPr>
                        <a:t>凯德集团</a:t>
                      </a:r>
                      <a:endParaRPr lang="en-US" altLang="zh-CN" sz="1000" b="0" i="0" dirty="0">
                        <a:solidFill>
                          <a:schemeClr val="tx1"/>
                        </a:solidFill>
                        <a:effectLst/>
                      </a:endParaRPr>
                    </a:p>
                    <a:p>
                      <a:pPr algn="l" fontAlgn="ctr" latinLnBrk="0"/>
                      <a:r>
                        <a:rPr lang="zh-CN" altLang="en-US" sz="1000" b="0" i="0" dirty="0">
                          <a:solidFill>
                            <a:schemeClr val="tx1"/>
                          </a:solidFill>
                          <a:effectLst/>
                        </a:rPr>
                        <a:t>职业素养工作坊</a:t>
                      </a:r>
                      <a:br>
                        <a:rPr lang="zh-CN" altLang="en-US" sz="1000" b="0" i="0" dirty="0">
                          <a:solidFill>
                            <a:schemeClr val="tx1"/>
                          </a:solidFill>
                          <a:effectLst/>
                        </a:rPr>
                      </a:br>
                      <a:r>
                        <a:rPr lang="zh-CN" altLang="en-US" sz="1000" b="0" i="0" dirty="0">
                          <a:solidFill>
                            <a:schemeClr val="tx1"/>
                          </a:solidFill>
                          <a:effectLst/>
                        </a:rPr>
                        <a:t>项目化小课堂：通过团队合作进一步发现和发挥个人优势</a:t>
                      </a:r>
                    </a:p>
                  </a:txBody>
                  <a:tcPr anchor="ctr"/>
                </a:tc>
                <a:extLst>
                  <a:ext uri="{0D108BD9-81ED-4DB2-BD59-A6C34878D82A}">
                    <a16:rowId xmlns:a16="http://schemas.microsoft.com/office/drawing/2014/main" val="2365608276"/>
                  </a:ext>
                </a:extLst>
              </a:tr>
              <a:tr h="1026414">
                <a:tc>
                  <a:txBody>
                    <a:bodyPr/>
                    <a:lstStyle/>
                    <a:p>
                      <a:pPr algn="l" fontAlgn="ctr" latinLnBrk="0"/>
                      <a:r>
                        <a:rPr lang="en" sz="1000" b="1" i="0" dirty="0">
                          <a:solidFill>
                            <a:schemeClr val="tx1"/>
                          </a:solidFill>
                          <a:effectLst/>
                        </a:rPr>
                        <a:t>Day 3</a:t>
                      </a:r>
                    </a:p>
                  </a:txBody>
                  <a:tcPr anchor="ctr"/>
                </a:tc>
                <a:tc>
                  <a:txBody>
                    <a:bodyPr/>
                    <a:lstStyle/>
                    <a:p>
                      <a:pPr algn="l" fontAlgn="b" latinLnBrk="0"/>
                      <a:r>
                        <a:rPr lang="zh-CN" altLang="en-US" sz="1000" b="0" i="0" dirty="0">
                          <a:solidFill>
                            <a:schemeClr val="tx1"/>
                          </a:solidFill>
                          <a:effectLst/>
                        </a:rPr>
                        <a:t>企业探访：</a:t>
                      </a:r>
                      <a:br>
                        <a:rPr lang="zh-CN" altLang="en-US" sz="1000" b="0" i="0" dirty="0">
                          <a:solidFill>
                            <a:schemeClr val="tx1"/>
                          </a:solidFill>
                          <a:effectLst/>
                        </a:rPr>
                      </a:br>
                      <a:br>
                        <a:rPr lang="zh-CN" altLang="en-US" sz="1000" b="0" i="0" dirty="0">
                          <a:solidFill>
                            <a:schemeClr val="tx1"/>
                          </a:solidFill>
                          <a:effectLst/>
                        </a:rPr>
                      </a:br>
                      <a:r>
                        <a:rPr lang="en-US" altLang="zh-CN" sz="1000" b="0" i="0" dirty="0">
                          <a:solidFill>
                            <a:schemeClr val="tx1"/>
                          </a:solidFill>
                          <a:effectLst/>
                        </a:rPr>
                        <a:t>- </a:t>
                      </a:r>
                      <a:r>
                        <a:rPr lang="zh-CN" altLang="en-US" sz="1000" b="0" i="0" dirty="0">
                          <a:solidFill>
                            <a:schemeClr val="tx1"/>
                          </a:solidFill>
                          <a:effectLst/>
                        </a:rPr>
                        <a:t>选择两家企业（如字节跳动、商汤科技、阿里巴巴、上汽大通、微软等）</a:t>
                      </a:r>
                      <a:br>
                        <a:rPr lang="zh-CN" altLang="en-US" sz="1000" b="0" i="0" dirty="0">
                          <a:solidFill>
                            <a:schemeClr val="tx1"/>
                          </a:solidFill>
                          <a:effectLst/>
                        </a:rPr>
                      </a:br>
                      <a:r>
                        <a:rPr lang="zh-CN" altLang="en-US" sz="1000" b="0" i="0" dirty="0">
                          <a:solidFill>
                            <a:schemeClr val="tx1"/>
                          </a:solidFill>
                          <a:effectLst/>
                        </a:rPr>
                        <a:t>工作坊赋能营：</a:t>
                      </a:r>
                      <a:br>
                        <a:rPr lang="zh-CN" altLang="en-US" sz="1000" b="0" i="0" dirty="0">
                          <a:solidFill>
                            <a:schemeClr val="tx1"/>
                          </a:solidFill>
                          <a:effectLst/>
                        </a:rPr>
                      </a:br>
                      <a:r>
                        <a:rPr lang="en-US" altLang="zh-CN" sz="1000" b="0" i="0" dirty="0">
                          <a:solidFill>
                            <a:schemeClr val="tx1"/>
                          </a:solidFill>
                          <a:effectLst/>
                        </a:rPr>
                        <a:t>- </a:t>
                      </a:r>
                      <a:r>
                        <a:rPr lang="en" sz="1000" b="0" i="0" dirty="0">
                          <a:solidFill>
                            <a:schemeClr val="tx1"/>
                          </a:solidFill>
                          <a:effectLst/>
                        </a:rPr>
                        <a:t>AI </a:t>
                      </a:r>
                      <a:r>
                        <a:rPr lang="zh-CN" altLang="en-US" sz="1000" b="0" i="0" dirty="0">
                          <a:solidFill>
                            <a:schemeClr val="tx1"/>
                          </a:solidFill>
                          <a:effectLst/>
                        </a:rPr>
                        <a:t>平权，亲近 </a:t>
                      </a:r>
                      <a:r>
                        <a:rPr lang="en" sz="1000" b="0" i="0" dirty="0">
                          <a:solidFill>
                            <a:schemeClr val="tx1"/>
                          </a:solidFill>
                          <a:effectLst/>
                        </a:rPr>
                        <a:t>AI </a:t>
                      </a:r>
                    </a:p>
                  </a:txBody>
                  <a:tcPr anchor="b"/>
                </a:tc>
                <a:extLst>
                  <a:ext uri="{0D108BD9-81ED-4DB2-BD59-A6C34878D82A}">
                    <a16:rowId xmlns:a16="http://schemas.microsoft.com/office/drawing/2014/main" val="2545783298"/>
                  </a:ext>
                </a:extLst>
              </a:tr>
              <a:tr h="659838">
                <a:tc>
                  <a:txBody>
                    <a:bodyPr/>
                    <a:lstStyle/>
                    <a:p>
                      <a:pPr algn="l" fontAlgn="ctr" latinLnBrk="0"/>
                      <a:r>
                        <a:rPr lang="en" sz="1000" b="1" i="0">
                          <a:solidFill>
                            <a:schemeClr val="tx1"/>
                          </a:solidFill>
                          <a:effectLst/>
                        </a:rPr>
                        <a:t>Day 4</a:t>
                      </a:r>
                    </a:p>
                  </a:txBody>
                  <a:tcPr anchor="ctr"/>
                </a:tc>
                <a:tc>
                  <a:txBody>
                    <a:bodyPr/>
                    <a:lstStyle/>
                    <a:p>
                      <a:pPr algn="l" fontAlgn="b" latinLnBrk="0"/>
                      <a:r>
                        <a:rPr lang="zh-CN" altLang="en-US" sz="1000" b="0" i="0" dirty="0">
                          <a:solidFill>
                            <a:schemeClr val="tx1"/>
                          </a:solidFill>
                          <a:effectLst/>
                        </a:rPr>
                        <a:t>上午：社会企业 </a:t>
                      </a:r>
                      <a:r>
                        <a:rPr lang="en-US" altLang="zh-CN" sz="1000" b="0" i="0" dirty="0">
                          <a:solidFill>
                            <a:schemeClr val="tx1"/>
                          </a:solidFill>
                          <a:effectLst/>
                        </a:rPr>
                        <a:t>&amp; </a:t>
                      </a:r>
                      <a:r>
                        <a:rPr lang="en" sz="1000" b="0" i="0" dirty="0">
                          <a:solidFill>
                            <a:schemeClr val="tx1"/>
                          </a:solidFill>
                          <a:effectLst/>
                        </a:rPr>
                        <a:t>NGO </a:t>
                      </a:r>
                      <a:r>
                        <a:rPr lang="zh-CN" altLang="en-US" sz="1000" b="0" i="0" dirty="0">
                          <a:solidFill>
                            <a:schemeClr val="tx1"/>
                          </a:solidFill>
                          <a:effectLst/>
                        </a:rPr>
                        <a:t>探访 </a:t>
                      </a:r>
                      <a:br>
                        <a:rPr lang="zh-CN" altLang="en-US" sz="1000" b="0" i="0" dirty="0">
                          <a:solidFill>
                            <a:schemeClr val="tx1"/>
                          </a:solidFill>
                          <a:effectLst/>
                        </a:rPr>
                      </a:br>
                      <a:r>
                        <a:rPr lang="zh-CN" altLang="en-US" sz="1000" b="0" i="0" dirty="0">
                          <a:solidFill>
                            <a:schemeClr val="tx1"/>
                          </a:solidFill>
                          <a:effectLst/>
                        </a:rPr>
                        <a:t>下午：心理职场教练讲座，增强情绪调节能力 </a:t>
                      </a:r>
                      <a:br>
                        <a:rPr lang="zh-CN" altLang="en-US" sz="1000" b="0" i="0" dirty="0">
                          <a:solidFill>
                            <a:schemeClr val="tx1"/>
                          </a:solidFill>
                          <a:effectLst/>
                        </a:rPr>
                      </a:br>
                      <a:r>
                        <a:rPr lang="zh-CN" altLang="en-US" sz="1000" b="0" i="0" dirty="0">
                          <a:solidFill>
                            <a:schemeClr val="tx1"/>
                          </a:solidFill>
                          <a:effectLst/>
                        </a:rPr>
                        <a:t>项目结业</a:t>
                      </a:r>
                    </a:p>
                  </a:txBody>
                  <a:tcPr anchor="b"/>
                </a:tc>
                <a:extLst>
                  <a:ext uri="{0D108BD9-81ED-4DB2-BD59-A6C34878D82A}">
                    <a16:rowId xmlns:a16="http://schemas.microsoft.com/office/drawing/2014/main" val="1118803386"/>
                  </a:ext>
                </a:extLst>
              </a:tr>
              <a:tr h="843126">
                <a:tc>
                  <a:txBody>
                    <a:bodyPr/>
                    <a:lstStyle/>
                    <a:p>
                      <a:pPr algn="l" fontAlgn="ctr" latinLnBrk="0"/>
                      <a:r>
                        <a:rPr lang="zh-CN" altLang="en-US" sz="1000" b="1" i="0">
                          <a:solidFill>
                            <a:schemeClr val="tx1"/>
                          </a:solidFill>
                          <a:effectLst/>
                        </a:rPr>
                        <a:t>后续活动</a:t>
                      </a:r>
                    </a:p>
                  </a:txBody>
                  <a:tcPr anchor="ctr"/>
                </a:tc>
                <a:tc>
                  <a:txBody>
                    <a:bodyPr/>
                    <a:lstStyle/>
                    <a:p>
                      <a:pPr algn="l" fontAlgn="b" latinLnBrk="0"/>
                      <a:r>
                        <a:rPr lang="zh-CN" altLang="en-US" sz="1000" b="0" i="0" dirty="0">
                          <a:solidFill>
                            <a:schemeClr val="tx1"/>
                          </a:solidFill>
                          <a:effectLst/>
                        </a:rPr>
                        <a:t>未来持续性活动：</a:t>
                      </a:r>
                      <a:br>
                        <a:rPr lang="zh-CN" altLang="en-US" sz="1000" b="0" i="0" dirty="0">
                          <a:solidFill>
                            <a:schemeClr val="tx1"/>
                          </a:solidFill>
                          <a:effectLst/>
                        </a:rPr>
                      </a:br>
                      <a:r>
                        <a:rPr lang="en-US" altLang="zh-CN" sz="1000" b="0" i="0" dirty="0">
                          <a:solidFill>
                            <a:schemeClr val="tx1"/>
                          </a:solidFill>
                          <a:effectLst/>
                        </a:rPr>
                        <a:t>- </a:t>
                      </a:r>
                      <a:r>
                        <a:rPr lang="zh-CN" altLang="en-US" sz="1000" b="0" i="0" dirty="0">
                          <a:solidFill>
                            <a:schemeClr val="tx1"/>
                          </a:solidFill>
                          <a:effectLst/>
                        </a:rPr>
                        <a:t>相关职业的导师 </a:t>
                      </a:r>
                      <a:r>
                        <a:rPr lang="en" sz="1000" b="0" i="0" dirty="0">
                          <a:solidFill>
                            <a:schemeClr val="tx1"/>
                          </a:solidFill>
                          <a:effectLst/>
                        </a:rPr>
                        <a:t>Link，</a:t>
                      </a:r>
                      <a:r>
                        <a:rPr lang="zh-CN" altLang="en-US" sz="1000" b="0" i="0" dirty="0">
                          <a:solidFill>
                            <a:schemeClr val="tx1"/>
                          </a:solidFill>
                          <a:effectLst/>
                        </a:rPr>
                        <a:t>持续对话 </a:t>
                      </a:r>
                      <a:br>
                        <a:rPr lang="zh-CN" altLang="en-US" sz="1000" b="0" i="0" dirty="0">
                          <a:solidFill>
                            <a:schemeClr val="tx1"/>
                          </a:solidFill>
                          <a:effectLst/>
                        </a:rPr>
                      </a:br>
                      <a:r>
                        <a:rPr lang="en-US" altLang="zh-CN" sz="1000" b="0" i="0" dirty="0">
                          <a:solidFill>
                            <a:schemeClr val="tx1"/>
                          </a:solidFill>
                          <a:effectLst/>
                        </a:rPr>
                        <a:t>- </a:t>
                      </a:r>
                      <a:r>
                        <a:rPr lang="zh-CN" altLang="en-US" sz="1000" b="0" i="0" dirty="0">
                          <a:solidFill>
                            <a:schemeClr val="tx1"/>
                          </a:solidFill>
                          <a:effectLst/>
                        </a:rPr>
                        <a:t>后期志愿捐赠时长</a:t>
                      </a:r>
                      <a:r>
                        <a:rPr lang="en-US" altLang="zh-CN" sz="1000" b="0" i="0" dirty="0">
                          <a:solidFill>
                            <a:schemeClr val="tx1"/>
                          </a:solidFill>
                          <a:effectLst/>
                        </a:rPr>
                        <a:t>·</a:t>
                      </a:r>
                      <a:r>
                        <a:rPr lang="zh-CN" altLang="en-US" sz="1000" b="0" i="0" dirty="0">
                          <a:solidFill>
                            <a:schemeClr val="tx1"/>
                          </a:solidFill>
                          <a:effectLst/>
                        </a:rPr>
                        <a:t>职业对话（与陌生人喝咖啡）</a:t>
                      </a:r>
                      <a:br>
                        <a:rPr lang="zh-CN" altLang="en-US" sz="1000" b="0" i="0" dirty="0">
                          <a:solidFill>
                            <a:schemeClr val="tx1"/>
                          </a:solidFill>
                          <a:effectLst/>
                        </a:rPr>
                      </a:br>
                      <a:r>
                        <a:rPr lang="en-US" altLang="zh-CN" sz="1000" b="0" i="0" dirty="0">
                          <a:solidFill>
                            <a:schemeClr val="tx1"/>
                          </a:solidFill>
                          <a:effectLst/>
                        </a:rPr>
                        <a:t>- </a:t>
                      </a:r>
                      <a:r>
                        <a:rPr lang="zh-CN" altLang="en-US" sz="1000" b="0" i="0" dirty="0">
                          <a:solidFill>
                            <a:schemeClr val="tx1"/>
                          </a:solidFill>
                          <a:effectLst/>
                        </a:rPr>
                        <a:t>凯德内部志愿者</a:t>
                      </a:r>
                    </a:p>
                  </a:txBody>
                  <a:tcPr anchor="b"/>
                </a:tc>
                <a:extLst>
                  <a:ext uri="{0D108BD9-81ED-4DB2-BD59-A6C34878D82A}">
                    <a16:rowId xmlns:a16="http://schemas.microsoft.com/office/drawing/2014/main" val="1229388345"/>
                  </a:ext>
                </a:extLst>
              </a:tr>
            </a:tbl>
          </a:graphicData>
        </a:graphic>
      </p:graphicFrame>
    </p:spTree>
    <p:extLst>
      <p:ext uri="{BB962C8B-B14F-4D97-AF65-F5344CB8AC3E}">
        <p14:creationId xmlns:p14="http://schemas.microsoft.com/office/powerpoint/2010/main" val="3004141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6E12AA9-7F49-033A-1121-C92ADF70BB7E}"/>
              </a:ext>
            </a:extLst>
          </p:cNvPr>
          <p:cNvPicPr>
            <a:picLocks noChangeAspect="1"/>
          </p:cNvPicPr>
          <p:nvPr/>
        </p:nvPicPr>
        <p:blipFill>
          <a:blip r:embed="rId2"/>
          <a:stretch>
            <a:fillRect/>
          </a:stretch>
        </p:blipFill>
        <p:spPr>
          <a:xfrm>
            <a:off x="0" y="62049"/>
            <a:ext cx="8343136" cy="4039688"/>
          </a:xfrm>
          <a:prstGeom prst="rect">
            <a:avLst/>
          </a:prstGeom>
        </p:spPr>
      </p:pic>
    </p:spTree>
    <p:extLst>
      <p:ext uri="{BB962C8B-B14F-4D97-AF65-F5344CB8AC3E}">
        <p14:creationId xmlns:p14="http://schemas.microsoft.com/office/powerpoint/2010/main" val="30876392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7603A-0F5C-F25D-3945-F45188012E1F}"/>
              </a:ext>
            </a:extLst>
          </p:cNvPr>
          <p:cNvSpPr>
            <a:spLocks noGrp="1"/>
          </p:cNvSpPr>
          <p:nvPr>
            <p:ph type="title"/>
          </p:nvPr>
        </p:nvSpPr>
        <p:spPr>
          <a:xfrm>
            <a:off x="0" y="171542"/>
            <a:ext cx="1117600" cy="309600"/>
          </a:xfrm>
        </p:spPr>
        <p:txBody>
          <a:bodyPr/>
          <a:lstStyle/>
          <a:p>
            <a:r>
              <a:rPr kumimoji="1" lang="zh-CN" altLang="en-US" b="1" dirty="0">
                <a:latin typeface="Microsoft YaHei" panose="020B0503020204020204" pitchFamily="34" charset="-122"/>
                <a:ea typeface="Microsoft YaHei" panose="020B0503020204020204" pitchFamily="34" charset="-122"/>
              </a:rPr>
              <a:t>简要日程</a:t>
            </a:r>
          </a:p>
        </p:txBody>
      </p:sp>
      <p:graphicFrame>
        <p:nvGraphicFramePr>
          <p:cNvPr id="10" name="表格 9">
            <a:extLst>
              <a:ext uri="{FF2B5EF4-FFF2-40B4-BE49-F238E27FC236}">
                <a16:creationId xmlns:a16="http://schemas.microsoft.com/office/drawing/2014/main" id="{C789BE00-F382-FAB4-A923-69B09D1BF385}"/>
              </a:ext>
            </a:extLst>
          </p:cNvPr>
          <p:cNvGraphicFramePr>
            <a:graphicFrameLocks noGrp="1"/>
          </p:cNvGraphicFramePr>
          <p:nvPr>
            <p:extLst>
              <p:ext uri="{D42A27DB-BD31-4B8C-83A1-F6EECF244321}">
                <p14:modId xmlns:p14="http://schemas.microsoft.com/office/powerpoint/2010/main" val="2430189318"/>
              </p:ext>
            </p:extLst>
          </p:nvPr>
        </p:nvGraphicFramePr>
        <p:xfrm>
          <a:off x="176352" y="37071"/>
          <a:ext cx="8791296" cy="3388360"/>
        </p:xfrm>
        <a:graphic>
          <a:graphicData uri="http://schemas.openxmlformats.org/drawingml/2006/table">
            <a:tbl>
              <a:tblPr firstRow="1" bandRow="1">
                <a:tableStyleId>{7826F328-5FE1-4CB8-92DD-3604886CC8B7}</a:tableStyleId>
              </a:tblPr>
              <a:tblGrid>
                <a:gridCol w="1465216">
                  <a:extLst>
                    <a:ext uri="{9D8B030D-6E8A-4147-A177-3AD203B41FA5}">
                      <a16:colId xmlns:a16="http://schemas.microsoft.com/office/drawing/2014/main" val="2591764866"/>
                    </a:ext>
                  </a:extLst>
                </a:gridCol>
                <a:gridCol w="1241731">
                  <a:extLst>
                    <a:ext uri="{9D8B030D-6E8A-4147-A177-3AD203B41FA5}">
                      <a16:colId xmlns:a16="http://schemas.microsoft.com/office/drawing/2014/main" val="1561180763"/>
                    </a:ext>
                  </a:extLst>
                </a:gridCol>
                <a:gridCol w="1582020">
                  <a:extLst>
                    <a:ext uri="{9D8B030D-6E8A-4147-A177-3AD203B41FA5}">
                      <a16:colId xmlns:a16="http://schemas.microsoft.com/office/drawing/2014/main" val="2685530796"/>
                    </a:ext>
                  </a:extLst>
                </a:gridCol>
                <a:gridCol w="1578818">
                  <a:extLst>
                    <a:ext uri="{9D8B030D-6E8A-4147-A177-3AD203B41FA5}">
                      <a16:colId xmlns:a16="http://schemas.microsoft.com/office/drawing/2014/main" val="315491760"/>
                    </a:ext>
                  </a:extLst>
                </a:gridCol>
                <a:gridCol w="1458295">
                  <a:extLst>
                    <a:ext uri="{9D8B030D-6E8A-4147-A177-3AD203B41FA5}">
                      <a16:colId xmlns:a16="http://schemas.microsoft.com/office/drawing/2014/main" val="138244346"/>
                    </a:ext>
                  </a:extLst>
                </a:gridCol>
                <a:gridCol w="1465216">
                  <a:extLst>
                    <a:ext uri="{9D8B030D-6E8A-4147-A177-3AD203B41FA5}">
                      <a16:colId xmlns:a16="http://schemas.microsoft.com/office/drawing/2014/main" val="3904309018"/>
                    </a:ext>
                  </a:extLst>
                </a:gridCol>
              </a:tblGrid>
              <a:tr h="370840">
                <a:tc>
                  <a:txBody>
                    <a:bodyPr/>
                    <a:lstStyle/>
                    <a:p>
                      <a:r>
                        <a:rPr lang="zh-CN" altLang="en-US" sz="1000" dirty="0">
                          <a:solidFill>
                            <a:schemeClr val="tx1"/>
                          </a:solidFill>
                          <a:latin typeface="+mj-ea"/>
                          <a:ea typeface="+mj-ea"/>
                        </a:rPr>
                        <a:t>时间</a:t>
                      </a:r>
                    </a:p>
                  </a:txBody>
                  <a:tcPr anchor="ctr"/>
                </a:tc>
                <a:tc>
                  <a:txBody>
                    <a:bodyPr/>
                    <a:lstStyle/>
                    <a:p>
                      <a:r>
                        <a:rPr lang="en-US" altLang="zh-CN" sz="1000" dirty="0">
                          <a:solidFill>
                            <a:schemeClr val="tx1"/>
                          </a:solidFill>
                          <a:latin typeface="+mj-ea"/>
                          <a:ea typeface="+mj-ea"/>
                        </a:rPr>
                        <a:t>Day1</a:t>
                      </a:r>
                      <a:endParaRPr lang="zh-CN" altLang="en-US" sz="1000" dirty="0">
                        <a:solidFill>
                          <a:schemeClr val="tx1"/>
                        </a:solidFill>
                        <a:latin typeface="+mj-ea"/>
                        <a:ea typeface="+mj-ea"/>
                      </a:endParaRPr>
                    </a:p>
                  </a:txBody>
                  <a:tcPr anchor="ctr"/>
                </a:tc>
                <a:tc>
                  <a:txBody>
                    <a:bodyPr/>
                    <a:lstStyle/>
                    <a:p>
                      <a:r>
                        <a:rPr lang="en" sz="1000" b="1" dirty="0">
                          <a:solidFill>
                            <a:schemeClr val="tx1"/>
                          </a:solidFill>
                          <a:latin typeface="+mj-ea"/>
                          <a:ea typeface="+mj-ea"/>
                        </a:rPr>
                        <a:t>Day </a:t>
                      </a:r>
                      <a:r>
                        <a:rPr lang="en-US" altLang="zh-CN" sz="1000" b="1" dirty="0">
                          <a:solidFill>
                            <a:schemeClr val="tx1"/>
                          </a:solidFill>
                          <a:latin typeface="+mj-ea"/>
                          <a:ea typeface="+mj-ea"/>
                        </a:rPr>
                        <a:t>2</a:t>
                      </a:r>
                      <a:r>
                        <a:rPr lang="en" sz="1000" dirty="0">
                          <a:solidFill>
                            <a:schemeClr val="tx1"/>
                          </a:solidFill>
                          <a:latin typeface="+mj-ea"/>
                          <a:ea typeface="+mj-ea"/>
                        </a:rPr>
                        <a:t> </a:t>
                      </a:r>
                      <a:r>
                        <a:rPr lang="zh-CN" altLang="en-US" sz="1000" dirty="0">
                          <a:solidFill>
                            <a:schemeClr val="tx1"/>
                          </a:solidFill>
                          <a:latin typeface="+mj-ea"/>
                          <a:ea typeface="+mj-ea"/>
                        </a:rPr>
                        <a:t>认识城市 </a:t>
                      </a:r>
                      <a:r>
                        <a:rPr lang="en-US" altLang="zh-CN" sz="1000" dirty="0">
                          <a:solidFill>
                            <a:schemeClr val="tx1"/>
                          </a:solidFill>
                          <a:latin typeface="+mj-ea"/>
                          <a:ea typeface="+mj-ea"/>
                        </a:rPr>
                        <a:t>&amp; </a:t>
                      </a:r>
                      <a:r>
                        <a:rPr lang="zh-CN" altLang="en-US" sz="1000" dirty="0">
                          <a:solidFill>
                            <a:schemeClr val="tx1"/>
                          </a:solidFill>
                          <a:latin typeface="+mj-ea"/>
                          <a:ea typeface="+mj-ea"/>
                        </a:rPr>
                        <a:t>自我探索</a:t>
                      </a:r>
                    </a:p>
                  </a:txBody>
                  <a:tcPr anchor="ctr"/>
                </a:tc>
                <a:tc>
                  <a:txBody>
                    <a:bodyPr/>
                    <a:lstStyle/>
                    <a:p>
                      <a:r>
                        <a:rPr lang="en" sz="1000" b="1" dirty="0">
                          <a:solidFill>
                            <a:schemeClr val="tx1"/>
                          </a:solidFill>
                          <a:latin typeface="+mj-ea"/>
                          <a:ea typeface="+mj-ea"/>
                        </a:rPr>
                        <a:t>Day </a:t>
                      </a:r>
                      <a:r>
                        <a:rPr lang="en-US" altLang="zh-CN" sz="1000" b="1" dirty="0">
                          <a:solidFill>
                            <a:schemeClr val="tx1"/>
                          </a:solidFill>
                          <a:latin typeface="+mj-ea"/>
                          <a:ea typeface="+mj-ea"/>
                        </a:rPr>
                        <a:t>3</a:t>
                      </a:r>
                      <a:r>
                        <a:rPr lang="en" sz="1000" dirty="0">
                          <a:solidFill>
                            <a:schemeClr val="tx1"/>
                          </a:solidFill>
                          <a:latin typeface="+mj-ea"/>
                          <a:ea typeface="+mj-ea"/>
                        </a:rPr>
                        <a:t> </a:t>
                      </a:r>
                      <a:r>
                        <a:rPr lang="zh-CN" altLang="en-US" sz="1000" dirty="0">
                          <a:solidFill>
                            <a:schemeClr val="tx1"/>
                          </a:solidFill>
                          <a:latin typeface="+mj-ea"/>
                          <a:ea typeface="+mj-ea"/>
                        </a:rPr>
                        <a:t>课题制作 </a:t>
                      </a:r>
                      <a:r>
                        <a:rPr lang="en-US" altLang="zh-CN" sz="1000" dirty="0">
                          <a:solidFill>
                            <a:schemeClr val="tx1"/>
                          </a:solidFill>
                          <a:latin typeface="+mj-ea"/>
                          <a:ea typeface="+mj-ea"/>
                        </a:rPr>
                        <a:t>&amp; </a:t>
                      </a:r>
                      <a:r>
                        <a:rPr lang="zh-CN" altLang="en-US" sz="1000" dirty="0">
                          <a:solidFill>
                            <a:schemeClr val="tx1"/>
                          </a:solidFill>
                          <a:latin typeface="+mj-ea"/>
                          <a:ea typeface="+mj-ea"/>
                        </a:rPr>
                        <a:t>团队合作</a:t>
                      </a:r>
                    </a:p>
                  </a:txBody>
                  <a:tcPr anchor="ctr"/>
                </a:tc>
                <a:tc>
                  <a:txBody>
                    <a:bodyPr/>
                    <a:lstStyle/>
                    <a:p>
                      <a:r>
                        <a:rPr lang="en" sz="1000" b="1" dirty="0">
                          <a:solidFill>
                            <a:schemeClr val="tx1"/>
                          </a:solidFill>
                          <a:latin typeface="+mj-ea"/>
                          <a:ea typeface="+mj-ea"/>
                        </a:rPr>
                        <a:t>Day </a:t>
                      </a:r>
                      <a:r>
                        <a:rPr lang="en-US" altLang="zh-CN" sz="1000" b="1" dirty="0">
                          <a:solidFill>
                            <a:schemeClr val="tx1"/>
                          </a:solidFill>
                          <a:latin typeface="+mj-ea"/>
                          <a:ea typeface="+mj-ea"/>
                        </a:rPr>
                        <a:t>4</a:t>
                      </a:r>
                      <a:r>
                        <a:rPr lang="en" sz="1000" dirty="0">
                          <a:solidFill>
                            <a:schemeClr val="tx1"/>
                          </a:solidFill>
                          <a:latin typeface="+mj-ea"/>
                          <a:ea typeface="+mj-ea"/>
                        </a:rPr>
                        <a:t> </a:t>
                      </a:r>
                      <a:r>
                        <a:rPr lang="zh-CN" altLang="en-US" sz="1000" dirty="0">
                          <a:solidFill>
                            <a:schemeClr val="tx1"/>
                          </a:solidFill>
                          <a:latin typeface="+mj-ea"/>
                          <a:ea typeface="+mj-ea"/>
                        </a:rPr>
                        <a:t>企业探访 </a:t>
                      </a:r>
                      <a:r>
                        <a:rPr lang="en-US" altLang="zh-CN" sz="1000" dirty="0">
                          <a:solidFill>
                            <a:schemeClr val="tx1"/>
                          </a:solidFill>
                          <a:latin typeface="+mj-ea"/>
                          <a:ea typeface="+mj-ea"/>
                        </a:rPr>
                        <a:t>&amp; </a:t>
                      </a:r>
                      <a:r>
                        <a:rPr lang="en" sz="1000" dirty="0">
                          <a:solidFill>
                            <a:schemeClr val="tx1"/>
                          </a:solidFill>
                          <a:latin typeface="+mj-ea"/>
                          <a:ea typeface="+mj-ea"/>
                        </a:rPr>
                        <a:t>AI </a:t>
                      </a:r>
                      <a:r>
                        <a:rPr lang="zh-CN" altLang="en-US" sz="1000" dirty="0">
                          <a:solidFill>
                            <a:schemeClr val="tx1"/>
                          </a:solidFill>
                          <a:latin typeface="+mj-ea"/>
                          <a:ea typeface="+mj-ea"/>
                        </a:rPr>
                        <a:t>赋能</a:t>
                      </a:r>
                    </a:p>
                  </a:txBody>
                  <a:tcPr anchor="ctr"/>
                </a:tc>
                <a:tc>
                  <a:txBody>
                    <a:bodyPr/>
                    <a:lstStyle/>
                    <a:p>
                      <a:r>
                        <a:rPr lang="en" sz="1000" b="1" dirty="0">
                          <a:solidFill>
                            <a:schemeClr val="tx1"/>
                          </a:solidFill>
                          <a:latin typeface="+mj-ea"/>
                          <a:ea typeface="+mj-ea"/>
                        </a:rPr>
                        <a:t>Day </a:t>
                      </a:r>
                      <a:r>
                        <a:rPr lang="en-US" altLang="zh-CN" sz="1000" b="1" dirty="0">
                          <a:solidFill>
                            <a:schemeClr val="tx1"/>
                          </a:solidFill>
                          <a:latin typeface="+mj-ea"/>
                          <a:ea typeface="+mj-ea"/>
                        </a:rPr>
                        <a:t>5</a:t>
                      </a:r>
                      <a:r>
                        <a:rPr lang="en" sz="1000" dirty="0">
                          <a:solidFill>
                            <a:schemeClr val="tx1"/>
                          </a:solidFill>
                          <a:latin typeface="+mj-ea"/>
                          <a:ea typeface="+mj-ea"/>
                        </a:rPr>
                        <a:t> </a:t>
                      </a:r>
                      <a:r>
                        <a:rPr lang="zh-CN" altLang="en-US" sz="1000" dirty="0">
                          <a:solidFill>
                            <a:schemeClr val="tx1"/>
                          </a:solidFill>
                          <a:latin typeface="+mj-ea"/>
                          <a:ea typeface="+mj-ea"/>
                        </a:rPr>
                        <a:t>社会责任 </a:t>
                      </a:r>
                      <a:r>
                        <a:rPr lang="en-US" altLang="zh-CN" sz="1000" dirty="0">
                          <a:solidFill>
                            <a:schemeClr val="tx1"/>
                          </a:solidFill>
                          <a:latin typeface="+mj-ea"/>
                          <a:ea typeface="+mj-ea"/>
                        </a:rPr>
                        <a:t>&amp; </a:t>
                      </a:r>
                      <a:r>
                        <a:rPr lang="zh-CN" altLang="en-US" sz="1000" dirty="0">
                          <a:solidFill>
                            <a:schemeClr val="tx1"/>
                          </a:solidFill>
                          <a:latin typeface="+mj-ea"/>
                          <a:ea typeface="+mj-ea"/>
                        </a:rPr>
                        <a:t>心理韧性</a:t>
                      </a:r>
                    </a:p>
                  </a:txBody>
                  <a:tcPr anchor="ctr"/>
                </a:tc>
                <a:extLst>
                  <a:ext uri="{0D108BD9-81ED-4DB2-BD59-A6C34878D82A}">
                    <a16:rowId xmlns:a16="http://schemas.microsoft.com/office/drawing/2014/main" val="4121878492"/>
                  </a:ext>
                </a:extLst>
              </a:tr>
              <a:tr h="370840">
                <a:tc>
                  <a:txBody>
                    <a:bodyPr/>
                    <a:lstStyle/>
                    <a:p>
                      <a:r>
                        <a:rPr lang="zh-CN" altLang="en-US" sz="1000" b="1" dirty="0">
                          <a:solidFill>
                            <a:schemeClr val="tx1"/>
                          </a:solidFill>
                          <a:latin typeface="+mj-ea"/>
                          <a:ea typeface="+mj-ea"/>
                        </a:rPr>
                        <a:t>上午 </a:t>
                      </a:r>
                      <a:r>
                        <a:rPr lang="en-US" altLang="zh-CN" sz="1000" b="1" dirty="0">
                          <a:solidFill>
                            <a:schemeClr val="tx1"/>
                          </a:solidFill>
                          <a:latin typeface="+mj-ea"/>
                          <a:ea typeface="+mj-ea"/>
                        </a:rPr>
                        <a:t>(9:00-12:00)</a:t>
                      </a:r>
                      <a:endParaRPr lang="zh-CN" altLang="en-US" sz="1000" dirty="0">
                        <a:solidFill>
                          <a:schemeClr val="tx1"/>
                        </a:solidFill>
                        <a:latin typeface="+mj-ea"/>
                        <a:ea typeface="+mj-ea"/>
                      </a:endParaRPr>
                    </a:p>
                  </a:txBody>
                  <a:tcPr anchor="ctr"/>
                </a:tc>
                <a:tc rowSpan="3">
                  <a:txBody>
                    <a:bodyPr/>
                    <a:lstStyle/>
                    <a:p>
                      <a:r>
                        <a:rPr lang="zh-CN" altLang="en-US" sz="1000" dirty="0">
                          <a:solidFill>
                            <a:schemeClr val="tx1"/>
                          </a:solidFill>
                          <a:latin typeface="+mj-ea"/>
                          <a:ea typeface="+mj-ea"/>
                        </a:rPr>
                        <a:t>学员各地抵达上海</a:t>
                      </a:r>
                      <a:endParaRPr lang="en-US" altLang="zh-CN" sz="1000" dirty="0">
                        <a:solidFill>
                          <a:schemeClr val="tx1"/>
                        </a:solidFill>
                        <a:latin typeface="+mj-ea"/>
                        <a:ea typeface="+mj-ea"/>
                      </a:endParaRPr>
                    </a:p>
                    <a:p>
                      <a:r>
                        <a:rPr lang="zh-CN" altLang="en-US" sz="1000" dirty="0">
                          <a:solidFill>
                            <a:schemeClr val="tx1"/>
                          </a:solidFill>
                          <a:latin typeface="+mj-ea"/>
                          <a:ea typeface="+mj-ea"/>
                        </a:rPr>
                        <a:t>签到</a:t>
                      </a:r>
                      <a:r>
                        <a:rPr lang="en-US" altLang="zh-CN" sz="1000" dirty="0">
                          <a:solidFill>
                            <a:schemeClr val="tx1"/>
                          </a:solidFill>
                          <a:latin typeface="+mj-ea"/>
                          <a:ea typeface="+mj-ea"/>
                        </a:rPr>
                        <a:t>&amp;</a:t>
                      </a:r>
                      <a:r>
                        <a:rPr lang="zh-CN" altLang="en-US" sz="1000" dirty="0">
                          <a:solidFill>
                            <a:schemeClr val="tx1"/>
                          </a:solidFill>
                          <a:latin typeface="+mj-ea"/>
                          <a:ea typeface="+mj-ea"/>
                        </a:rPr>
                        <a:t>入住酒店</a:t>
                      </a:r>
                    </a:p>
                  </a:txBody>
                  <a:tcPr anchor="ctr"/>
                </a:tc>
                <a:tc>
                  <a:txBody>
                    <a:bodyPr/>
                    <a:lstStyle/>
                    <a:p>
                      <a:r>
                        <a:rPr lang="zh-CN" altLang="en-US" sz="1000" dirty="0">
                          <a:solidFill>
                            <a:schemeClr val="tx1"/>
                          </a:solidFill>
                          <a:latin typeface="+mj-ea"/>
                          <a:ea typeface="+mj-ea"/>
                        </a:rPr>
                        <a:t>启动仪式</a:t>
                      </a:r>
                      <a:r>
                        <a:rPr lang="en-US" altLang="zh-CN" sz="1000" dirty="0">
                          <a:solidFill>
                            <a:schemeClr val="tx1"/>
                          </a:solidFill>
                          <a:latin typeface="+mj-ea"/>
                          <a:ea typeface="+mj-ea"/>
                        </a:rPr>
                        <a:t>&amp;</a:t>
                      </a:r>
                      <a:r>
                        <a:rPr lang="zh-CN" altLang="en-US" sz="1000" dirty="0">
                          <a:solidFill>
                            <a:schemeClr val="tx1"/>
                          </a:solidFill>
                          <a:latin typeface="+mj-ea"/>
                          <a:ea typeface="+mj-ea"/>
                        </a:rPr>
                        <a:t>破冰行动</a:t>
                      </a:r>
                      <a:endParaRPr lang="en-US" altLang="zh-CN" sz="1000" dirty="0">
                        <a:solidFill>
                          <a:schemeClr val="tx1"/>
                        </a:solidFill>
                        <a:latin typeface="+mj-ea"/>
                        <a:ea typeface="+mj-ea"/>
                      </a:endParaRPr>
                    </a:p>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br>
                        <a:rPr lang="zh-CN" altLang="en-US" sz="1000" dirty="0">
                          <a:solidFill>
                            <a:schemeClr val="tx1"/>
                          </a:solidFill>
                          <a:latin typeface="+mj-ea"/>
                          <a:ea typeface="+mj-ea"/>
                        </a:rPr>
                      </a:br>
                      <a:r>
                        <a:rPr lang="zh-CN" altLang="en-US" sz="1000" dirty="0">
                          <a:solidFill>
                            <a:schemeClr val="tx1"/>
                          </a:solidFill>
                          <a:latin typeface="+mj-ea"/>
                          <a:ea typeface="+mj-ea"/>
                        </a:rPr>
                        <a:t>个人发展目标设定</a:t>
                      </a:r>
                      <a:endParaRPr lang="en-US" altLang="zh-CN" sz="1000" dirty="0">
                        <a:solidFill>
                          <a:schemeClr val="tx1"/>
                        </a:solidFill>
                        <a:latin typeface="+mj-ea"/>
                        <a:ea typeface="+mj-ea"/>
                      </a:endParaRPr>
                    </a:p>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zh-CN" altLang="en-US" sz="1000" dirty="0">
                          <a:solidFill>
                            <a:schemeClr val="tx1"/>
                          </a:solidFill>
                          <a:latin typeface="+mj-ea"/>
                          <a:ea typeface="+mj-ea"/>
                        </a:rPr>
                        <a:t>团队协作游戏</a:t>
                      </a:r>
                    </a:p>
                  </a:txBody>
                  <a:tcPr anchor="ctr"/>
                </a:tc>
                <a:tc>
                  <a:txBody>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en" altLang="zh-CN" sz="1000" b="0" i="0" u="none" strike="noStrike" dirty="0">
                          <a:solidFill>
                            <a:schemeClr val="tx1"/>
                          </a:solidFill>
                          <a:latin typeface="+mj-ea"/>
                          <a:ea typeface="+mn-ea"/>
                          <a:cs typeface="+mn-cs"/>
                        </a:rPr>
                        <a:t>MBTI &amp; DISC </a:t>
                      </a:r>
                      <a:r>
                        <a:rPr lang="zh-CN" altLang="en-US" sz="1000" b="0" i="0" u="none" strike="noStrike" dirty="0">
                          <a:solidFill>
                            <a:schemeClr val="tx1"/>
                          </a:solidFill>
                          <a:latin typeface="+mj-ea"/>
                          <a:ea typeface="+mn-ea"/>
                          <a:cs typeface="+mn-cs"/>
                        </a:rPr>
                        <a:t>测试 </a:t>
                      </a:r>
                      <a:r>
                        <a:rPr lang="en-US" altLang="zh-CN" sz="1000" b="0" i="0" u="none" strike="noStrike" dirty="0">
                          <a:solidFill>
                            <a:schemeClr val="tx1"/>
                          </a:solidFill>
                          <a:latin typeface="+mj-ea"/>
                          <a:ea typeface="+mn-ea"/>
                          <a:cs typeface="+mn-cs"/>
                        </a:rPr>
                        <a:t>+</a:t>
                      </a:r>
                      <a:r>
                        <a:rPr lang="zh-CN" altLang="en-US" sz="1000" b="0" i="0" u="none" strike="noStrike" dirty="0">
                          <a:solidFill>
                            <a:schemeClr val="tx1"/>
                          </a:solidFill>
                          <a:latin typeface="+mj-ea"/>
                          <a:ea typeface="+mn-ea"/>
                          <a:cs typeface="+mn-cs"/>
                        </a:rPr>
                        <a:t>职业心理讲座</a:t>
                      </a:r>
                      <a:endParaRPr lang="en-US" altLang="zh-CN" sz="1000" b="0" i="0" u="none" strike="noStrike" dirty="0">
                        <a:solidFill>
                          <a:schemeClr val="tx1"/>
                        </a:solidFill>
                        <a:latin typeface="+mj-ea"/>
                        <a:ea typeface="+mn-ea"/>
                        <a:cs typeface="+mn-cs"/>
                      </a:endParaRPr>
                    </a:p>
                    <a:p>
                      <a:endParaRPr lang="en-US" altLang="zh-CN" sz="1000" b="0" i="0" u="none" strike="noStrike" dirty="0">
                        <a:solidFill>
                          <a:schemeClr val="tx1"/>
                        </a:solidFill>
                        <a:latin typeface="+mj-ea"/>
                        <a:ea typeface="+mn-ea"/>
                        <a:cs typeface="+mn-cs"/>
                      </a:endParaRPr>
                    </a:p>
                    <a:p>
                      <a:r>
                        <a:rPr lang="zh-CN" altLang="en-US" sz="1000" b="0" i="0" u="none" strike="noStrike" dirty="0">
                          <a:solidFill>
                            <a:schemeClr val="tx1"/>
                          </a:solidFill>
                          <a:latin typeface="+mj-ea"/>
                          <a:ea typeface="+mn-ea"/>
                          <a:cs typeface="+mn-cs"/>
                        </a:rPr>
                        <a:t>职场能力赋能</a:t>
                      </a:r>
                      <a:r>
                        <a:rPr lang="en-US" altLang="zh-CN" sz="1000" b="0" i="0" u="none" strike="noStrike" dirty="0">
                          <a:solidFill>
                            <a:schemeClr val="tx1"/>
                          </a:solidFill>
                          <a:latin typeface="+mj-ea"/>
                          <a:ea typeface="+mn-ea"/>
                          <a:cs typeface="+mn-cs"/>
                        </a:rPr>
                        <a:t>—</a:t>
                      </a:r>
                      <a:r>
                        <a:rPr lang="zh-CN" altLang="en-US" sz="1000" b="0" i="0" u="none" strike="noStrike" dirty="0">
                          <a:solidFill>
                            <a:schemeClr val="tx1"/>
                          </a:solidFill>
                          <a:latin typeface="+mj-ea"/>
                          <a:ea typeface="+mn-ea"/>
                          <a:cs typeface="+mn-cs"/>
                        </a:rPr>
                        <a:t>沉淀前一天的内容</a:t>
                      </a:r>
                      <a:endParaRPr lang="en-US" altLang="zh-CN" sz="1000" b="0" i="0" u="none" strike="noStrike" dirty="0">
                        <a:solidFill>
                          <a:schemeClr val="tx1"/>
                        </a:solidFill>
                        <a:latin typeface="+mj-ea"/>
                        <a:ea typeface="+mn-ea"/>
                        <a:cs typeface="+mn-cs"/>
                      </a:endParaRPr>
                    </a:p>
                    <a:p>
                      <a:r>
                        <a:rPr lang="zh-CN" altLang="en-US" sz="1000" b="0" i="0" u="none" strike="noStrike" dirty="0">
                          <a:solidFill>
                            <a:schemeClr val="tx1"/>
                          </a:solidFill>
                          <a:latin typeface="+mj-ea"/>
                          <a:ea typeface="+mn-ea"/>
                          <a:cs typeface="+mn-cs"/>
                        </a:rPr>
                        <a:t>发布 </a:t>
                      </a:r>
                      <a:r>
                        <a:rPr lang="en-US" altLang="zh-CN" sz="1000" b="0" i="0" u="none" strike="noStrike" dirty="0">
                          <a:solidFill>
                            <a:schemeClr val="tx1"/>
                          </a:solidFill>
                          <a:latin typeface="+mj-ea"/>
                          <a:ea typeface="+mn-ea"/>
                          <a:cs typeface="+mn-cs"/>
                        </a:rPr>
                        <a:t>5 </a:t>
                      </a:r>
                      <a:r>
                        <a:rPr lang="zh-CN" altLang="en-US" sz="1000" b="0" i="0" u="none" strike="noStrike" dirty="0">
                          <a:solidFill>
                            <a:schemeClr val="tx1"/>
                          </a:solidFill>
                          <a:latin typeface="+mj-ea"/>
                          <a:ea typeface="+mn-ea"/>
                          <a:cs typeface="+mn-cs"/>
                        </a:rPr>
                        <a:t>个职场类课题</a:t>
                      </a:r>
                      <a:endParaRPr lang="en-US" altLang="zh-CN" sz="1000" b="0" i="0" u="none" strike="noStrike" dirty="0">
                        <a:solidFill>
                          <a:schemeClr val="tx1"/>
                        </a:solidFill>
                        <a:latin typeface="+mj-ea"/>
                        <a:ea typeface="+mn-ea"/>
                        <a:cs typeface="+mn-cs"/>
                      </a:endParaRPr>
                    </a:p>
                    <a:p>
                      <a:endParaRPr lang="zh-CN" altLang="en-US" sz="1000" dirty="0">
                        <a:solidFill>
                          <a:schemeClr val="tx1"/>
                        </a:solidFill>
                        <a:latin typeface="+mj-ea"/>
                        <a:ea typeface="+mj-ea"/>
                      </a:endParaRPr>
                    </a:p>
                  </a:txBody>
                  <a:tcPr anchor="ctr"/>
                </a:tc>
                <a:tc>
                  <a:txBody>
                    <a:bodyPr/>
                    <a:lstStyle/>
                    <a:p>
                      <a:r>
                        <a:rPr lang="en-US" altLang="zh-CN" sz="1000" dirty="0">
                          <a:solidFill>
                            <a:schemeClr val="tx1"/>
                          </a:solidFill>
                          <a:latin typeface="+mj-ea"/>
                          <a:ea typeface="+mj-ea"/>
                        </a:rPr>
                        <a:t>1</a:t>
                      </a:r>
                      <a:r>
                        <a:rPr lang="zh-CN" altLang="en-US" sz="1000" dirty="0">
                          <a:solidFill>
                            <a:schemeClr val="tx1"/>
                          </a:solidFill>
                          <a:latin typeface="+mj-ea"/>
                          <a:ea typeface="+mj-ea"/>
                        </a:rPr>
                        <a:t>家行业领先企业探访</a:t>
                      </a:r>
                      <a:endParaRPr lang="en-US" altLang="zh-CN" sz="1000" dirty="0">
                        <a:solidFill>
                          <a:schemeClr val="tx1"/>
                        </a:solidFill>
                        <a:latin typeface="+mj-ea"/>
                        <a:ea typeface="+mj-ea"/>
                      </a:endParaRPr>
                    </a:p>
                    <a:p>
                      <a:r>
                        <a:rPr lang="zh-CN" altLang="en-US" sz="1000" dirty="0">
                          <a:solidFill>
                            <a:schemeClr val="tx1"/>
                          </a:solidFill>
                          <a:latin typeface="+mj-ea"/>
                          <a:ea typeface="+mj-ea"/>
                        </a:rPr>
                        <a:t>制造业企业</a:t>
                      </a:r>
                    </a:p>
                  </a:txBody>
                  <a:tcPr anchor="ctr"/>
                </a:tc>
                <a:tc>
                  <a:txBody>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zh-CN" altLang="en-US" sz="1000" dirty="0">
                          <a:solidFill>
                            <a:schemeClr val="tx1"/>
                          </a:solidFill>
                          <a:latin typeface="+mj-ea"/>
                          <a:ea typeface="+mj-ea"/>
                        </a:rPr>
                        <a:t>社会企业 </a:t>
                      </a:r>
                      <a:r>
                        <a:rPr lang="en-US" altLang="zh-CN" sz="1000" dirty="0">
                          <a:solidFill>
                            <a:schemeClr val="tx1"/>
                          </a:solidFill>
                          <a:latin typeface="+mj-ea"/>
                          <a:ea typeface="+mj-ea"/>
                        </a:rPr>
                        <a:t>&amp; </a:t>
                      </a:r>
                      <a:r>
                        <a:rPr lang="en" sz="1000" dirty="0">
                          <a:solidFill>
                            <a:schemeClr val="tx1"/>
                          </a:solidFill>
                          <a:latin typeface="+mj-ea"/>
                          <a:ea typeface="+mj-ea"/>
                        </a:rPr>
                        <a:t>NGO </a:t>
                      </a:r>
                      <a:r>
                        <a:rPr lang="zh-CN" altLang="en-US" sz="1000" dirty="0">
                          <a:solidFill>
                            <a:schemeClr val="tx1"/>
                          </a:solidFill>
                          <a:latin typeface="+mj-ea"/>
                          <a:ea typeface="+mj-ea"/>
                        </a:rPr>
                        <a:t>访问</a:t>
                      </a:r>
                      <a:r>
                        <a:rPr lang="en-US" altLang="zh-CN" sz="1000" dirty="0">
                          <a:solidFill>
                            <a:schemeClr val="tx1"/>
                          </a:solidFill>
                          <a:latin typeface="+mj-ea"/>
                          <a:ea typeface="+mj-ea"/>
                        </a:rPr>
                        <a:t>·</a:t>
                      </a:r>
                      <a:r>
                        <a:rPr lang="zh-CN" altLang="en-US" sz="1000" b="0" i="0" u="none" strike="noStrike" dirty="0">
                          <a:solidFill>
                            <a:schemeClr val="tx1"/>
                          </a:solidFill>
                          <a:latin typeface="+mj-ea"/>
                          <a:ea typeface="+mn-ea"/>
                          <a:cs typeface="+mn-cs"/>
                        </a:rPr>
                        <a:t>大鱼营造</a:t>
                      </a:r>
                      <a:br>
                        <a:rPr lang="zh-CN" altLang="en-US" sz="1000" dirty="0">
                          <a:solidFill>
                            <a:schemeClr val="tx1"/>
                          </a:solidFill>
                          <a:latin typeface="+mj-ea"/>
                          <a:ea typeface="+mj-ea"/>
                        </a:rPr>
                      </a:br>
                      <a:r>
                        <a:rPr lang="zh-CN" altLang="en-US" sz="1000" dirty="0">
                          <a:solidFill>
                            <a:schemeClr val="tx1"/>
                          </a:solidFill>
                          <a:latin typeface="+mj-ea"/>
                          <a:ea typeface="+mj-ea"/>
                        </a:rPr>
                        <a:t>公益事业与社会创新学习</a:t>
                      </a:r>
                      <a:endParaRPr lang="en-US" altLang="zh-CN" sz="1000" dirty="0">
                        <a:solidFill>
                          <a:schemeClr val="tx1"/>
                        </a:solidFill>
                        <a:latin typeface="+mj-ea"/>
                        <a:ea typeface="+mj-ea"/>
                      </a:endParaRPr>
                    </a:p>
                  </a:txBody>
                  <a:tcPr anchor="ctr"/>
                </a:tc>
                <a:extLst>
                  <a:ext uri="{0D108BD9-81ED-4DB2-BD59-A6C34878D82A}">
                    <a16:rowId xmlns:a16="http://schemas.microsoft.com/office/drawing/2014/main" val="3565153814"/>
                  </a:ext>
                </a:extLst>
              </a:tr>
              <a:tr h="370840">
                <a:tc>
                  <a:txBody>
                    <a:bodyPr/>
                    <a:lstStyle/>
                    <a:p>
                      <a:r>
                        <a:rPr lang="zh-CN" altLang="en-US" sz="1000" b="1" dirty="0">
                          <a:solidFill>
                            <a:schemeClr val="tx1"/>
                          </a:solidFill>
                          <a:latin typeface="+mj-ea"/>
                          <a:ea typeface="+mj-ea"/>
                        </a:rPr>
                        <a:t>午餐 </a:t>
                      </a:r>
                      <a:r>
                        <a:rPr lang="en-US" altLang="zh-CN" sz="1000" b="1" dirty="0">
                          <a:solidFill>
                            <a:schemeClr val="tx1"/>
                          </a:solidFill>
                          <a:latin typeface="+mj-ea"/>
                          <a:ea typeface="+mj-ea"/>
                        </a:rPr>
                        <a:t>(12:30-2:00)</a:t>
                      </a:r>
                      <a:endParaRPr lang="zh-CN" altLang="en-US" sz="1000" dirty="0">
                        <a:solidFill>
                          <a:schemeClr val="tx1"/>
                        </a:solidFill>
                        <a:latin typeface="+mj-ea"/>
                        <a:ea typeface="+mj-ea"/>
                      </a:endParaRPr>
                    </a:p>
                  </a:txBody>
                  <a:tcPr anchor="ctr"/>
                </a:tc>
                <a:tc vMerge="1">
                  <a:txBody>
                    <a:bodyPr/>
                    <a:lstStyle/>
                    <a:p>
                      <a:endParaRPr lang="zh-CN" altLang="en-US" sz="1000" dirty="0">
                        <a:solidFill>
                          <a:schemeClr val="tx1"/>
                        </a:solidFill>
                      </a:endParaRPr>
                    </a:p>
                  </a:txBody>
                  <a:tcPr anchor="ctr"/>
                </a:tc>
                <a:tc>
                  <a:txBody>
                    <a:bodyPr/>
                    <a:lstStyle/>
                    <a:p>
                      <a:endParaRPr lang="zh-CN" altLang="en-US" sz="1000" dirty="0">
                        <a:solidFill>
                          <a:schemeClr val="tx1"/>
                        </a:solidFill>
                        <a:latin typeface="+mj-ea"/>
                        <a:ea typeface="+mj-ea"/>
                      </a:endParaRPr>
                    </a:p>
                  </a:txBody>
                  <a:tcPr anchor="ctr"/>
                </a:tc>
                <a:tc>
                  <a:txBody>
                    <a:bodyPr/>
                    <a:lstStyle/>
                    <a:p>
                      <a:endParaRPr lang="zh-CN" altLang="en-US" sz="1000" dirty="0">
                        <a:solidFill>
                          <a:schemeClr val="tx1"/>
                        </a:solidFill>
                        <a:latin typeface="+mj-ea"/>
                        <a:ea typeface="+mj-ea"/>
                      </a:endParaRPr>
                    </a:p>
                  </a:txBody>
                  <a:tcPr anchor="ctr"/>
                </a:tc>
                <a:tc>
                  <a:txBody>
                    <a:bodyPr/>
                    <a:lstStyle/>
                    <a:p>
                      <a:endParaRPr lang="zh-CN" altLang="en-US" sz="1000" dirty="0">
                        <a:solidFill>
                          <a:schemeClr val="tx1"/>
                        </a:solidFill>
                        <a:latin typeface="+mj-ea"/>
                        <a:ea typeface="+mj-ea"/>
                      </a:endParaRPr>
                    </a:p>
                  </a:txBody>
                  <a:tcPr anchor="ctr"/>
                </a:tc>
                <a:tc>
                  <a:txBody>
                    <a:bodyPr/>
                    <a:lstStyle/>
                    <a:p>
                      <a:endParaRPr lang="zh-CN" altLang="en-US" sz="1000" dirty="0">
                        <a:solidFill>
                          <a:schemeClr val="tx1"/>
                        </a:solidFill>
                        <a:latin typeface="+mj-ea"/>
                        <a:ea typeface="+mj-ea"/>
                      </a:endParaRPr>
                    </a:p>
                  </a:txBody>
                  <a:tcPr anchor="ctr"/>
                </a:tc>
                <a:extLst>
                  <a:ext uri="{0D108BD9-81ED-4DB2-BD59-A6C34878D82A}">
                    <a16:rowId xmlns:a16="http://schemas.microsoft.com/office/drawing/2014/main" val="874102874"/>
                  </a:ext>
                </a:extLst>
              </a:tr>
              <a:tr h="370840">
                <a:tc>
                  <a:txBody>
                    <a:bodyPr/>
                    <a:lstStyle/>
                    <a:p>
                      <a:r>
                        <a:rPr lang="zh-CN" altLang="en-US" sz="1000" b="1" dirty="0">
                          <a:solidFill>
                            <a:schemeClr val="tx1"/>
                          </a:solidFill>
                          <a:latin typeface="+mj-ea"/>
                          <a:ea typeface="+mj-ea"/>
                        </a:rPr>
                        <a:t>下午 </a:t>
                      </a:r>
                      <a:r>
                        <a:rPr lang="en-US" altLang="zh-CN" sz="1000" b="1" dirty="0">
                          <a:solidFill>
                            <a:schemeClr val="tx1"/>
                          </a:solidFill>
                          <a:latin typeface="+mj-ea"/>
                          <a:ea typeface="+mj-ea"/>
                        </a:rPr>
                        <a:t>(2:30-5:30)</a:t>
                      </a:r>
                      <a:endParaRPr lang="zh-CN" altLang="en-US" sz="1000" dirty="0">
                        <a:solidFill>
                          <a:schemeClr val="tx1"/>
                        </a:solidFill>
                        <a:latin typeface="+mj-ea"/>
                        <a:ea typeface="+mj-ea"/>
                      </a:endParaRPr>
                    </a:p>
                  </a:txBody>
                  <a:tcPr anchor="ctr"/>
                </a:tc>
                <a:tc vMerge="1">
                  <a:txBody>
                    <a:bodyPr/>
                    <a:lstStyle/>
                    <a:p>
                      <a:endParaRPr lang="zh-CN" altLang="en-US" sz="1000" dirty="0">
                        <a:solidFill>
                          <a:schemeClr val="tx1"/>
                        </a:solidFill>
                      </a:endParaRPr>
                    </a:p>
                  </a:txBody>
                  <a:tcPr anchor="ctr"/>
                </a:tc>
                <a:tc>
                  <a:txBody>
                    <a:bodyPr/>
                    <a:lstStyle/>
                    <a:p>
                      <a:r>
                        <a:rPr lang="zh-CN" altLang="en-US" sz="1000" b="0" i="0" u="none" strike="noStrike" dirty="0">
                          <a:solidFill>
                            <a:schemeClr val="tx1"/>
                          </a:solidFill>
                          <a:latin typeface="+mj-ea"/>
                          <a:ea typeface="+mn-ea"/>
                          <a:cs typeface="+mn-cs"/>
                        </a:rPr>
                        <a:t>凯德集团企业探访</a:t>
                      </a:r>
                      <a:r>
                        <a:rPr lang="en-US" altLang="zh-CN" sz="1000" b="0" i="0" u="none" strike="noStrike" dirty="0">
                          <a:solidFill>
                            <a:schemeClr val="tx1"/>
                          </a:solidFill>
                          <a:latin typeface="+mj-ea"/>
                          <a:ea typeface="+mn-ea"/>
                          <a:cs typeface="+mn-cs"/>
                        </a:rPr>
                        <a:t>·</a:t>
                      </a:r>
                      <a:r>
                        <a:rPr lang="zh-CN" altLang="en-US" sz="1000" b="0" i="0" u="none" strike="noStrike" dirty="0">
                          <a:solidFill>
                            <a:schemeClr val="tx1"/>
                          </a:solidFill>
                          <a:latin typeface="+mj-ea"/>
                          <a:ea typeface="+mn-ea"/>
                          <a:cs typeface="+mn-cs"/>
                        </a:rPr>
                        <a:t>招募志愿者岗位分享</a:t>
                      </a:r>
                      <a:endParaRPr lang="en-US" altLang="zh-CN" sz="1000" b="0" i="0" dirty="0">
                        <a:solidFill>
                          <a:schemeClr val="tx1"/>
                        </a:solidFill>
                        <a:effectLst/>
                      </a:endParaRPr>
                    </a:p>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zh-CN" altLang="en-US" sz="1000" b="0" i="0" dirty="0">
                          <a:solidFill>
                            <a:schemeClr val="tx1"/>
                          </a:solidFill>
                          <a:effectLst/>
                        </a:rPr>
                        <a:t>行业前辈分享职场历程</a:t>
                      </a:r>
                      <a:endParaRPr lang="en-US" altLang="zh-CN" sz="1000" b="0" i="0" dirty="0">
                        <a:solidFill>
                          <a:schemeClr val="tx1"/>
                        </a:solidFill>
                        <a:effectLst/>
                      </a:endParaRPr>
                    </a:p>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zh-CN" altLang="en-US" sz="1000" b="0" i="0" dirty="0">
                          <a:solidFill>
                            <a:schemeClr val="tx1"/>
                          </a:solidFill>
                          <a:effectLst/>
                        </a:rPr>
                        <a:t>真人图书馆</a:t>
                      </a:r>
                      <a:r>
                        <a:rPr lang="en-US" altLang="zh-CN" sz="1000" b="0" i="0" dirty="0">
                          <a:solidFill>
                            <a:schemeClr val="tx1"/>
                          </a:solidFill>
                          <a:effectLst/>
                        </a:rPr>
                        <a:t>—</a:t>
                      </a:r>
                      <a:r>
                        <a:rPr lang="zh-CN" altLang="en-US" sz="1000" b="0" i="0" dirty="0">
                          <a:solidFill>
                            <a:schemeClr val="tx1"/>
                          </a:solidFill>
                          <a:effectLst/>
                        </a:rPr>
                        <a:t>招募志愿者</a:t>
                      </a:r>
                      <a:endParaRPr lang="en-US" altLang="zh-CN" sz="1000" b="0" i="0" dirty="0">
                        <a:solidFill>
                          <a:schemeClr val="tx1"/>
                        </a:solidFill>
                        <a:effectLst/>
                      </a:endParaRPr>
                    </a:p>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lang="en-US" altLang="zh-CN" sz="1000" b="0" i="0" dirty="0">
                        <a:solidFill>
                          <a:schemeClr val="tx1"/>
                        </a:solidFill>
                        <a:effectLst/>
                      </a:endParaRPr>
                    </a:p>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zh-CN" altLang="en-US" sz="1000" b="0" i="0" dirty="0">
                          <a:solidFill>
                            <a:schemeClr val="tx1"/>
                          </a:solidFill>
                          <a:effectLst/>
                        </a:rPr>
                        <a:t>认识城市：夜上海</a:t>
                      </a:r>
                      <a:r>
                        <a:rPr lang="en-US" altLang="zh-CN" sz="1000" b="0" i="0" dirty="0">
                          <a:solidFill>
                            <a:schemeClr val="tx1"/>
                          </a:solidFill>
                          <a:effectLst/>
                        </a:rPr>
                        <a:t>·</a:t>
                      </a:r>
                      <a:r>
                        <a:rPr lang="zh-CN" altLang="en-US" sz="1000" b="0" i="0" dirty="0">
                          <a:solidFill>
                            <a:schemeClr val="tx1"/>
                          </a:solidFill>
                          <a:effectLst/>
                        </a:rPr>
                        <a:t>晚上浦江游轮</a:t>
                      </a:r>
                    </a:p>
                    <a:p>
                      <a:br>
                        <a:rPr lang="zh-CN" altLang="en-US" sz="1000" dirty="0">
                          <a:solidFill>
                            <a:schemeClr val="tx1"/>
                          </a:solidFill>
                          <a:latin typeface="+mj-ea"/>
                          <a:ea typeface="+mj-ea"/>
                        </a:rPr>
                      </a:br>
                      <a:endParaRPr lang="zh-CN" altLang="en-US" sz="1000" dirty="0">
                        <a:solidFill>
                          <a:schemeClr val="tx1"/>
                        </a:solidFill>
                        <a:latin typeface="+mj-ea"/>
                        <a:ea typeface="+mj-ea"/>
                      </a:endParaRPr>
                    </a:p>
                  </a:txBody>
                  <a:tcPr anchor="ctr"/>
                </a:tc>
                <a:tc>
                  <a:txBody>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zh-CN" altLang="en-US" sz="1000" b="0" i="0" u="none" strike="noStrike" dirty="0">
                          <a:solidFill>
                            <a:schemeClr val="tx1"/>
                          </a:solidFill>
                          <a:latin typeface="+mj-ea"/>
                          <a:ea typeface="+mn-ea"/>
                          <a:cs typeface="+mn-cs"/>
                        </a:rPr>
                        <a:t>黑暗中对话</a:t>
                      </a:r>
                      <a:r>
                        <a:rPr lang="en-US" altLang="zh-CN" sz="1000" b="0" i="0" u="none" strike="noStrike" dirty="0">
                          <a:solidFill>
                            <a:schemeClr val="tx1"/>
                          </a:solidFill>
                          <a:latin typeface="+mj-ea"/>
                          <a:ea typeface="+mn-ea"/>
                          <a:cs typeface="+mn-cs"/>
                        </a:rPr>
                        <a:t>·</a:t>
                      </a:r>
                      <a:r>
                        <a:rPr lang="zh-CN" altLang="en-US" sz="1000" b="0" i="0" u="none" strike="noStrike" dirty="0">
                          <a:solidFill>
                            <a:schemeClr val="tx1"/>
                          </a:solidFill>
                          <a:latin typeface="+mj-ea"/>
                          <a:ea typeface="+mn-ea"/>
                          <a:cs typeface="+mn-cs"/>
                        </a:rPr>
                        <a:t>沉浸式体验</a:t>
                      </a:r>
                      <a:endParaRPr lang="en-US" altLang="zh-CN" sz="1000" b="0" i="0" u="none" strike="noStrike" dirty="0">
                        <a:solidFill>
                          <a:schemeClr val="tx1"/>
                        </a:solidFill>
                        <a:latin typeface="+mj-ea"/>
                        <a:ea typeface="+mn-ea"/>
                        <a:cs typeface="+mn-cs"/>
                      </a:endParaRPr>
                    </a:p>
                    <a:p>
                      <a:endParaRPr lang="en-US" altLang="zh-CN" sz="1000" dirty="0">
                        <a:solidFill>
                          <a:schemeClr val="tx1"/>
                        </a:solidFill>
                        <a:latin typeface="+mj-ea"/>
                        <a:ea typeface="+mj-ea"/>
                      </a:endParaRPr>
                    </a:p>
                    <a:p>
                      <a:endParaRPr lang="zh-CN" altLang="en-US" sz="1000" dirty="0">
                        <a:solidFill>
                          <a:schemeClr val="tx1"/>
                        </a:solidFill>
                        <a:latin typeface="+mj-ea"/>
                        <a:ea typeface="+mj-ea"/>
                      </a:endParaRPr>
                    </a:p>
                    <a:p>
                      <a:endParaRPr lang="zh-CN" altLang="en-US" sz="1000" dirty="0">
                        <a:solidFill>
                          <a:schemeClr val="tx1"/>
                        </a:solidFill>
                        <a:latin typeface="+mj-ea"/>
                        <a:ea typeface="+mj-ea"/>
                      </a:endParaRPr>
                    </a:p>
                  </a:txBody>
                  <a:tcPr anchor="ctr"/>
                </a:tc>
                <a:tc>
                  <a:txBody>
                    <a:bodyPr/>
                    <a:lstStyle/>
                    <a:p>
                      <a:r>
                        <a:rPr lang="en-US" altLang="zh-CN" sz="1000" dirty="0">
                          <a:solidFill>
                            <a:schemeClr val="tx1"/>
                          </a:solidFill>
                          <a:latin typeface="+mj-ea"/>
                          <a:ea typeface="+mj-ea"/>
                        </a:rPr>
                        <a:t>1 </a:t>
                      </a:r>
                      <a:r>
                        <a:rPr lang="zh-CN" altLang="en-US" sz="1000" dirty="0">
                          <a:solidFill>
                            <a:schemeClr val="tx1"/>
                          </a:solidFill>
                          <a:latin typeface="+mj-ea"/>
                          <a:ea typeface="+mj-ea"/>
                        </a:rPr>
                        <a:t>家科技公司探访</a:t>
                      </a:r>
                      <a:r>
                        <a:rPr lang="en-US" altLang="zh-CN" sz="1000" dirty="0">
                          <a:solidFill>
                            <a:schemeClr val="tx1"/>
                          </a:solidFill>
                          <a:latin typeface="+mj-ea"/>
                          <a:ea typeface="+mj-ea"/>
                        </a:rPr>
                        <a:t>·</a:t>
                      </a:r>
                      <a:r>
                        <a:rPr lang="en" sz="1000" dirty="0">
                          <a:solidFill>
                            <a:schemeClr val="tx1"/>
                          </a:solidFill>
                          <a:latin typeface="+mj-ea"/>
                          <a:ea typeface="+mj-ea"/>
                        </a:rPr>
                        <a:t>AI </a:t>
                      </a:r>
                    </a:p>
                    <a:p>
                      <a:r>
                        <a:rPr lang="zh-CN" altLang="en-US" sz="1000" dirty="0">
                          <a:solidFill>
                            <a:schemeClr val="tx1"/>
                          </a:solidFill>
                          <a:latin typeface="+mj-ea"/>
                          <a:ea typeface="+mj-ea"/>
                        </a:rPr>
                        <a:t>平权 </a:t>
                      </a:r>
                      <a:r>
                        <a:rPr lang="en-US" altLang="zh-CN" sz="1000" dirty="0">
                          <a:solidFill>
                            <a:schemeClr val="tx1"/>
                          </a:solidFill>
                          <a:latin typeface="+mj-ea"/>
                          <a:ea typeface="+mj-ea"/>
                        </a:rPr>
                        <a:t>&amp; </a:t>
                      </a:r>
                      <a:r>
                        <a:rPr lang="en" sz="1000" dirty="0">
                          <a:solidFill>
                            <a:schemeClr val="tx1"/>
                          </a:solidFill>
                          <a:latin typeface="+mj-ea"/>
                          <a:ea typeface="+mj-ea"/>
                        </a:rPr>
                        <a:t>AI </a:t>
                      </a:r>
                      <a:r>
                        <a:rPr lang="zh-CN" altLang="en-US" sz="1000" dirty="0">
                          <a:solidFill>
                            <a:schemeClr val="tx1"/>
                          </a:solidFill>
                          <a:latin typeface="+mj-ea"/>
                          <a:ea typeface="+mj-ea"/>
                        </a:rPr>
                        <a:t>职场技能培训</a:t>
                      </a:r>
                    </a:p>
                  </a:txBody>
                  <a:tcPr anchor="ctr"/>
                </a:tc>
                <a:tc>
                  <a:txBody>
                    <a:bodyPr/>
                    <a:lstStyle/>
                    <a:p>
                      <a:r>
                        <a:rPr lang="zh-CN" altLang="en-US" sz="1000" dirty="0">
                          <a:solidFill>
                            <a:schemeClr val="tx1"/>
                          </a:solidFill>
                          <a:latin typeface="+mj-ea"/>
                          <a:ea typeface="+mj-ea"/>
                        </a:rPr>
                        <a:t>结业仪式 </a:t>
                      </a:r>
                      <a:r>
                        <a:rPr lang="en-US" altLang="zh-CN" sz="1000" dirty="0">
                          <a:solidFill>
                            <a:schemeClr val="tx1"/>
                          </a:solidFill>
                          <a:latin typeface="+mj-ea"/>
                          <a:ea typeface="+mj-ea"/>
                        </a:rPr>
                        <a:t>&amp; </a:t>
                      </a:r>
                      <a:r>
                        <a:rPr lang="zh-CN" altLang="en-US" sz="1000" dirty="0">
                          <a:solidFill>
                            <a:schemeClr val="tx1"/>
                          </a:solidFill>
                          <a:latin typeface="+mj-ea"/>
                          <a:ea typeface="+mj-ea"/>
                        </a:rPr>
                        <a:t>成果展示</a:t>
                      </a:r>
                      <a:endParaRPr lang="en-US" altLang="zh-CN" sz="1000" dirty="0">
                        <a:solidFill>
                          <a:schemeClr val="tx1"/>
                        </a:solidFill>
                        <a:latin typeface="+mj-ea"/>
                        <a:ea typeface="+mj-ea"/>
                      </a:endParaRPr>
                    </a:p>
                    <a:p>
                      <a:r>
                        <a:rPr lang="zh-CN" altLang="en-US" sz="1000" dirty="0">
                          <a:solidFill>
                            <a:schemeClr val="tx1"/>
                          </a:solidFill>
                          <a:latin typeface="+mj-ea"/>
                          <a:ea typeface="+mj-ea"/>
                        </a:rPr>
                        <a:t>航班返程</a:t>
                      </a:r>
                    </a:p>
                  </a:txBody>
                  <a:tcPr anchor="ctr"/>
                </a:tc>
                <a:extLst>
                  <a:ext uri="{0D108BD9-81ED-4DB2-BD59-A6C34878D82A}">
                    <a16:rowId xmlns:a16="http://schemas.microsoft.com/office/drawing/2014/main" val="2482699500"/>
                  </a:ext>
                </a:extLst>
              </a:tr>
            </a:tbl>
          </a:graphicData>
        </a:graphic>
      </p:graphicFrame>
      <p:sp>
        <p:nvSpPr>
          <p:cNvPr id="11" name="矩形 10">
            <a:extLst>
              <a:ext uri="{FF2B5EF4-FFF2-40B4-BE49-F238E27FC236}">
                <a16:creationId xmlns:a16="http://schemas.microsoft.com/office/drawing/2014/main" id="{C0873548-DCEC-A701-8C7F-CE7AAAA17F65}"/>
              </a:ext>
            </a:extLst>
          </p:cNvPr>
          <p:cNvSpPr/>
          <p:nvPr/>
        </p:nvSpPr>
        <p:spPr>
          <a:xfrm>
            <a:off x="165462" y="2887369"/>
            <a:ext cx="2142309" cy="205312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 altLang="zh-CN" sz="1200" b="1" dirty="0">
                <a:solidFill>
                  <a:schemeClr val="accent6"/>
                </a:solidFill>
                <a:latin typeface="Microsoft YaHei" panose="020B0503020204020204" pitchFamily="34" charset="-122"/>
                <a:ea typeface="Microsoft YaHei" panose="020B0503020204020204" pitchFamily="34" charset="-122"/>
              </a:rPr>
              <a:t>Day </a:t>
            </a:r>
            <a:r>
              <a:rPr kumimoji="1" lang="en-US" altLang="zh-CN" sz="1200" b="1" dirty="0">
                <a:solidFill>
                  <a:schemeClr val="accent6"/>
                </a:solidFill>
                <a:latin typeface="Microsoft YaHei" panose="020B0503020204020204" pitchFamily="34" charset="-122"/>
                <a:ea typeface="Microsoft YaHei" panose="020B0503020204020204" pitchFamily="34" charset="-122"/>
              </a:rPr>
              <a:t>2</a:t>
            </a:r>
            <a:endParaRPr kumimoji="1" lang="en" altLang="zh-CN" sz="1200" b="1" dirty="0">
              <a:solidFill>
                <a:schemeClr val="accent6"/>
              </a:solidFill>
              <a:latin typeface="Microsoft YaHei" panose="020B0503020204020204" pitchFamily="34" charset="-122"/>
              <a:ea typeface="Microsoft YaHei" panose="020B0503020204020204" pitchFamily="34" charset="-122"/>
            </a:endParaRPr>
          </a:p>
          <a:p>
            <a:pPr algn="ctr"/>
            <a:r>
              <a:rPr kumimoji="1" lang="zh-CN" altLang="en-US" sz="1200" b="1" dirty="0">
                <a:solidFill>
                  <a:schemeClr val="accent6"/>
                </a:solidFill>
                <a:latin typeface="Microsoft YaHei" panose="020B0503020204020204" pitchFamily="34" charset="-122"/>
                <a:ea typeface="Microsoft YaHei" panose="020B0503020204020204" pitchFamily="34" charset="-122"/>
              </a:rPr>
              <a:t>认识城市 </a:t>
            </a:r>
            <a:r>
              <a:rPr kumimoji="1" lang="en-US" altLang="zh-CN" sz="1200" b="1" dirty="0">
                <a:solidFill>
                  <a:schemeClr val="accent6"/>
                </a:solidFill>
                <a:latin typeface="Microsoft YaHei" panose="020B0503020204020204" pitchFamily="34" charset="-122"/>
                <a:ea typeface="Microsoft YaHei" panose="020B0503020204020204" pitchFamily="34" charset="-122"/>
              </a:rPr>
              <a:t>&amp; </a:t>
            </a:r>
            <a:r>
              <a:rPr kumimoji="1" lang="zh-CN" altLang="en-US" sz="1200" b="1" dirty="0">
                <a:solidFill>
                  <a:schemeClr val="accent6"/>
                </a:solidFill>
                <a:latin typeface="Microsoft YaHei" panose="020B0503020204020204" pitchFamily="34" charset="-122"/>
                <a:ea typeface="Microsoft YaHei" panose="020B0503020204020204" pitchFamily="34" charset="-122"/>
              </a:rPr>
              <a:t>自我探索</a:t>
            </a:r>
          </a:p>
          <a:p>
            <a:pPr algn="ctr"/>
            <a:r>
              <a:rPr kumimoji="1" lang="zh-CN" altLang="en-US" sz="1200" dirty="0">
                <a:solidFill>
                  <a:schemeClr val="accent6"/>
                </a:solidFill>
                <a:latin typeface="Microsoft YaHei" panose="020B0503020204020204" pitchFamily="34" charset="-122"/>
                <a:ea typeface="Microsoft YaHei" panose="020B0503020204020204" pitchFamily="34" charset="-122"/>
              </a:rPr>
              <a:t>通过城市探索活动，帮助学员熟悉上海都市环境，降低陌生感</a:t>
            </a:r>
          </a:p>
          <a:p>
            <a:pPr algn="ctr"/>
            <a:r>
              <a:rPr kumimoji="1" lang="zh-CN" altLang="en-US" sz="1200" dirty="0">
                <a:solidFill>
                  <a:schemeClr val="accent6"/>
                </a:solidFill>
                <a:latin typeface="Microsoft YaHei" panose="020B0503020204020204" pitchFamily="34" charset="-122"/>
                <a:ea typeface="Microsoft YaHei" panose="020B0503020204020204" pitchFamily="34" charset="-122"/>
              </a:rPr>
              <a:t>破冰活动 </a:t>
            </a:r>
            <a:r>
              <a:rPr kumimoji="1" lang="en-US" altLang="zh-CN" sz="1200" dirty="0">
                <a:solidFill>
                  <a:schemeClr val="accent6"/>
                </a:solidFill>
                <a:latin typeface="Microsoft YaHei" panose="020B0503020204020204" pitchFamily="34" charset="-122"/>
                <a:ea typeface="Microsoft YaHei" panose="020B0503020204020204" pitchFamily="34" charset="-122"/>
              </a:rPr>
              <a:t>&amp; </a:t>
            </a:r>
            <a:r>
              <a:rPr kumimoji="1" lang="en" altLang="zh-CN" sz="1200" dirty="0">
                <a:solidFill>
                  <a:schemeClr val="accent6"/>
                </a:solidFill>
                <a:latin typeface="Microsoft YaHei" panose="020B0503020204020204" pitchFamily="34" charset="-122"/>
                <a:ea typeface="Microsoft YaHei" panose="020B0503020204020204" pitchFamily="34" charset="-122"/>
              </a:rPr>
              <a:t>MBTI / DISC </a:t>
            </a:r>
            <a:r>
              <a:rPr kumimoji="1" lang="zh-CN" altLang="en-US" sz="1200" dirty="0">
                <a:solidFill>
                  <a:schemeClr val="accent6"/>
                </a:solidFill>
                <a:latin typeface="Microsoft YaHei" panose="020B0503020204020204" pitchFamily="34" charset="-122"/>
                <a:ea typeface="Microsoft YaHei" panose="020B0503020204020204" pitchFamily="34" charset="-122"/>
              </a:rPr>
              <a:t>测试，结合导师解析性格优势及适合的职业方向</a:t>
            </a:r>
          </a:p>
          <a:p>
            <a:pPr algn="ctr"/>
            <a:r>
              <a:rPr kumimoji="1" lang="zh-CN" altLang="en-US" sz="1200" dirty="0">
                <a:solidFill>
                  <a:schemeClr val="accent6"/>
                </a:solidFill>
                <a:latin typeface="Microsoft YaHei" panose="020B0503020204020204" pitchFamily="34" charset="-122"/>
                <a:ea typeface="Microsoft YaHei" panose="020B0503020204020204" pitchFamily="34" charset="-122"/>
              </a:rPr>
              <a:t>设定个人发展目标，为后续研学营打下基础</a:t>
            </a:r>
          </a:p>
        </p:txBody>
      </p:sp>
      <p:sp>
        <p:nvSpPr>
          <p:cNvPr id="12" name="矩形 11">
            <a:extLst>
              <a:ext uri="{FF2B5EF4-FFF2-40B4-BE49-F238E27FC236}">
                <a16:creationId xmlns:a16="http://schemas.microsoft.com/office/drawing/2014/main" id="{47709A61-A86F-9F73-8CEA-9B2A1AF4D25A}"/>
              </a:ext>
            </a:extLst>
          </p:cNvPr>
          <p:cNvSpPr/>
          <p:nvPr/>
        </p:nvSpPr>
        <p:spPr>
          <a:xfrm>
            <a:off x="2381792" y="2887367"/>
            <a:ext cx="2142309" cy="205312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 altLang="zh-CN" sz="1200" b="1" i="0" u="none" strike="noStrike" dirty="0">
                <a:solidFill>
                  <a:schemeClr val="accent6"/>
                </a:solidFill>
                <a:effectLst/>
                <a:latin typeface="Microsoft YaHei" panose="020B0503020204020204" pitchFamily="34" charset="-122"/>
                <a:ea typeface="Microsoft YaHei" panose="020B0503020204020204" pitchFamily="34" charset="-122"/>
              </a:rPr>
              <a:t>Day </a:t>
            </a:r>
            <a:r>
              <a:rPr lang="en-US" altLang="zh-CN" sz="1200" b="1" i="0" u="none" strike="noStrike" dirty="0">
                <a:solidFill>
                  <a:schemeClr val="accent6"/>
                </a:solidFill>
                <a:effectLst/>
                <a:latin typeface="Microsoft YaHei" panose="020B0503020204020204" pitchFamily="34" charset="-122"/>
                <a:ea typeface="Microsoft YaHei" panose="020B0503020204020204" pitchFamily="34" charset="-122"/>
              </a:rPr>
              <a:t>3</a:t>
            </a:r>
            <a:r>
              <a:rPr lang="en" altLang="zh-CN" sz="1200" b="1" i="0" u="none" strike="noStrike" dirty="0">
                <a:solidFill>
                  <a:schemeClr val="accent6"/>
                </a:solidFill>
                <a:effectLst/>
                <a:latin typeface="Microsoft YaHei" panose="020B0503020204020204" pitchFamily="34" charset="-122"/>
                <a:ea typeface="Microsoft YaHei" panose="020B0503020204020204" pitchFamily="34" charset="-122"/>
              </a:rPr>
              <a:t> </a:t>
            </a:r>
          </a:p>
          <a:p>
            <a:pPr algn="ctr"/>
            <a:r>
              <a:rPr lang="zh-CN" altLang="en-US" sz="1200" b="1" i="0" u="none" strike="noStrike" dirty="0">
                <a:solidFill>
                  <a:schemeClr val="accent6"/>
                </a:solidFill>
                <a:effectLst/>
                <a:latin typeface="Microsoft YaHei" panose="020B0503020204020204" pitchFamily="34" charset="-122"/>
                <a:ea typeface="Microsoft YaHei" panose="020B0503020204020204" pitchFamily="34" charset="-122"/>
              </a:rPr>
              <a:t>职业素养 </a:t>
            </a:r>
            <a:r>
              <a:rPr lang="en-US" altLang="zh-CN" sz="1200" b="1" i="0" u="none" strike="noStrike" dirty="0">
                <a:solidFill>
                  <a:schemeClr val="accent6"/>
                </a:solidFill>
                <a:effectLst/>
                <a:latin typeface="Microsoft YaHei" panose="020B0503020204020204" pitchFamily="34" charset="-122"/>
                <a:ea typeface="Microsoft YaHei" panose="020B0503020204020204" pitchFamily="34" charset="-122"/>
              </a:rPr>
              <a:t>&amp; </a:t>
            </a:r>
            <a:r>
              <a:rPr lang="zh-CN" altLang="en-US" sz="1200" b="1" i="0" u="none" strike="noStrike" dirty="0">
                <a:solidFill>
                  <a:schemeClr val="accent6"/>
                </a:solidFill>
                <a:effectLst/>
                <a:latin typeface="Microsoft YaHei" panose="020B0503020204020204" pitchFamily="34" charset="-122"/>
                <a:ea typeface="Microsoft YaHei" panose="020B0503020204020204" pitchFamily="34" charset="-122"/>
              </a:rPr>
              <a:t>团队合作</a:t>
            </a:r>
            <a:endParaRPr lang="zh-CN" altLang="en-US" sz="1200" b="0" i="0" u="none" strike="noStrike" dirty="0">
              <a:solidFill>
                <a:schemeClr val="accent6"/>
              </a:solidFill>
              <a:effectLst/>
              <a:latin typeface="Microsoft YaHei" panose="020B0503020204020204" pitchFamily="34" charset="-122"/>
              <a:ea typeface="Microsoft YaHei" panose="020B0503020204020204" pitchFamily="34" charset="-122"/>
            </a:endParaRPr>
          </a:p>
          <a:p>
            <a:pPr algn="ctr"/>
            <a:r>
              <a:rPr lang="zh-CN" altLang="en-US" sz="1200" b="0" i="0" u="none" strike="noStrike" dirty="0">
                <a:solidFill>
                  <a:schemeClr val="accent6"/>
                </a:solidFill>
                <a:effectLst/>
                <a:latin typeface="Microsoft YaHei" panose="020B0503020204020204" pitchFamily="34" charset="-122"/>
                <a:ea typeface="Microsoft YaHei" panose="020B0503020204020204" pitchFamily="34" charset="-122"/>
              </a:rPr>
              <a:t>提升沟通技巧和团队协作能力</a:t>
            </a:r>
          </a:p>
          <a:p>
            <a:pPr algn="ctr"/>
            <a:r>
              <a:rPr lang="zh-CN" altLang="en-US" sz="1200" b="0" i="0" u="none" strike="noStrike" dirty="0">
                <a:solidFill>
                  <a:schemeClr val="accent6"/>
                </a:solidFill>
                <a:effectLst/>
                <a:latin typeface="Microsoft YaHei" panose="020B0503020204020204" pitchFamily="34" charset="-122"/>
                <a:ea typeface="Microsoft YaHei" panose="020B0503020204020204" pitchFamily="34" charset="-122"/>
              </a:rPr>
              <a:t>通过真实企业案例分析，帮助学员理解职场核心素养</a:t>
            </a:r>
          </a:p>
          <a:p>
            <a:pPr algn="ctr"/>
            <a:r>
              <a:rPr lang="zh-CN" altLang="en-US" sz="1200" b="0" i="0" u="none" strike="noStrike" dirty="0">
                <a:solidFill>
                  <a:schemeClr val="accent6"/>
                </a:solidFill>
                <a:effectLst/>
                <a:latin typeface="Microsoft YaHei" panose="020B0503020204020204" pitchFamily="34" charset="-122"/>
                <a:ea typeface="Microsoft YaHei" panose="020B0503020204020204" pitchFamily="34" charset="-122"/>
              </a:rPr>
              <a:t>进行团队合作挑战，挖掘个人优势，并通过导师反馈调整职业发展方向</a:t>
            </a:r>
          </a:p>
        </p:txBody>
      </p:sp>
      <p:sp>
        <p:nvSpPr>
          <p:cNvPr id="13" name="矩形 12">
            <a:extLst>
              <a:ext uri="{FF2B5EF4-FFF2-40B4-BE49-F238E27FC236}">
                <a16:creationId xmlns:a16="http://schemas.microsoft.com/office/drawing/2014/main" id="{DFBCA660-0E7B-149D-07A2-FC03A4CE6CC3}"/>
              </a:ext>
            </a:extLst>
          </p:cNvPr>
          <p:cNvSpPr/>
          <p:nvPr/>
        </p:nvSpPr>
        <p:spPr>
          <a:xfrm>
            <a:off x="4598122" y="2887367"/>
            <a:ext cx="2142309" cy="205312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 altLang="zh-CN" sz="1200" b="1" i="0" u="none" strike="noStrike" dirty="0">
                <a:solidFill>
                  <a:schemeClr val="accent6"/>
                </a:solidFill>
                <a:effectLst/>
                <a:latin typeface="Microsoft YaHei" panose="020B0503020204020204" pitchFamily="34" charset="-122"/>
                <a:ea typeface="Microsoft YaHei" panose="020B0503020204020204" pitchFamily="34" charset="-122"/>
              </a:rPr>
              <a:t>Day </a:t>
            </a:r>
            <a:r>
              <a:rPr lang="en-US" altLang="zh-CN" sz="1200" b="1" i="0" u="none" strike="noStrike" dirty="0">
                <a:solidFill>
                  <a:schemeClr val="accent6"/>
                </a:solidFill>
                <a:effectLst/>
                <a:latin typeface="Microsoft YaHei" panose="020B0503020204020204" pitchFamily="34" charset="-122"/>
                <a:ea typeface="Microsoft YaHei" panose="020B0503020204020204" pitchFamily="34" charset="-122"/>
              </a:rPr>
              <a:t>4</a:t>
            </a:r>
            <a:r>
              <a:rPr lang="en" altLang="zh-CN" sz="1200" b="1" i="0" u="none" strike="noStrike" dirty="0">
                <a:solidFill>
                  <a:schemeClr val="accent6"/>
                </a:solidFill>
                <a:effectLst/>
                <a:latin typeface="Microsoft YaHei" panose="020B0503020204020204" pitchFamily="34" charset="-122"/>
                <a:ea typeface="Microsoft YaHei" panose="020B0503020204020204" pitchFamily="34" charset="-122"/>
              </a:rPr>
              <a:t> </a:t>
            </a:r>
          </a:p>
          <a:p>
            <a:pPr algn="ctr"/>
            <a:r>
              <a:rPr lang="zh-CN" altLang="en-US" sz="1200" b="1" i="0" u="none" strike="noStrike" dirty="0">
                <a:solidFill>
                  <a:schemeClr val="accent6"/>
                </a:solidFill>
                <a:effectLst/>
                <a:latin typeface="Microsoft YaHei" panose="020B0503020204020204" pitchFamily="34" charset="-122"/>
                <a:ea typeface="Microsoft YaHei" panose="020B0503020204020204" pitchFamily="34" charset="-122"/>
              </a:rPr>
              <a:t>企业探访 </a:t>
            </a:r>
            <a:r>
              <a:rPr lang="en-US" altLang="zh-CN" sz="1200" b="1" i="0" u="none" strike="noStrike" dirty="0">
                <a:solidFill>
                  <a:schemeClr val="accent6"/>
                </a:solidFill>
                <a:effectLst/>
                <a:latin typeface="Microsoft YaHei" panose="020B0503020204020204" pitchFamily="34" charset="-122"/>
                <a:ea typeface="Microsoft YaHei" panose="020B0503020204020204" pitchFamily="34" charset="-122"/>
              </a:rPr>
              <a:t>&amp; </a:t>
            </a:r>
            <a:r>
              <a:rPr lang="en" altLang="zh-CN" sz="1200" b="1" i="0" u="none" strike="noStrike" dirty="0">
                <a:solidFill>
                  <a:schemeClr val="accent6"/>
                </a:solidFill>
                <a:effectLst/>
                <a:latin typeface="Microsoft YaHei" panose="020B0503020204020204" pitchFamily="34" charset="-122"/>
                <a:ea typeface="Microsoft YaHei" panose="020B0503020204020204" pitchFamily="34" charset="-122"/>
              </a:rPr>
              <a:t>AI </a:t>
            </a:r>
            <a:r>
              <a:rPr lang="zh-CN" altLang="en-US" sz="1200" b="1" i="0" u="none" strike="noStrike" dirty="0">
                <a:solidFill>
                  <a:schemeClr val="accent6"/>
                </a:solidFill>
                <a:effectLst/>
                <a:latin typeface="Microsoft YaHei" panose="020B0503020204020204" pitchFamily="34" charset="-122"/>
                <a:ea typeface="Microsoft YaHei" panose="020B0503020204020204" pitchFamily="34" charset="-122"/>
              </a:rPr>
              <a:t>赋能</a:t>
            </a:r>
            <a:endParaRPr lang="zh-CN" altLang="en-US" sz="1200" b="0" i="0" u="none" strike="noStrike" dirty="0">
              <a:solidFill>
                <a:schemeClr val="accent6"/>
              </a:solidFill>
              <a:effectLst/>
              <a:latin typeface="Microsoft YaHei" panose="020B0503020204020204" pitchFamily="34" charset="-122"/>
              <a:ea typeface="Microsoft YaHei" panose="020B0503020204020204" pitchFamily="34" charset="-122"/>
            </a:endParaRPr>
          </a:p>
          <a:p>
            <a:pPr algn="ctr"/>
            <a:r>
              <a:rPr lang="zh-CN" altLang="en-US" sz="1200" b="0" i="0" u="none" strike="noStrike" dirty="0">
                <a:solidFill>
                  <a:schemeClr val="accent6"/>
                </a:solidFill>
                <a:effectLst/>
                <a:latin typeface="Microsoft YaHei" panose="020B0503020204020204" pitchFamily="34" charset="-122"/>
                <a:ea typeface="Microsoft YaHei" panose="020B0503020204020204" pitchFamily="34" charset="-122"/>
              </a:rPr>
              <a:t>深入行业领先企业，了解企业运作模式与职业发展路径</a:t>
            </a:r>
          </a:p>
          <a:p>
            <a:pPr algn="ctr"/>
            <a:r>
              <a:rPr lang="en" altLang="zh-CN" sz="1200" b="0" i="0" u="none" strike="noStrike" dirty="0">
                <a:solidFill>
                  <a:schemeClr val="accent6"/>
                </a:solidFill>
                <a:effectLst/>
                <a:latin typeface="Microsoft YaHei" panose="020B0503020204020204" pitchFamily="34" charset="-122"/>
                <a:ea typeface="Microsoft YaHei" panose="020B0503020204020204" pitchFamily="34" charset="-122"/>
              </a:rPr>
              <a:t>AI </a:t>
            </a:r>
            <a:r>
              <a:rPr lang="zh-CN" altLang="en-US" sz="1200" b="0" i="0" u="none" strike="noStrike" dirty="0">
                <a:solidFill>
                  <a:schemeClr val="accent6"/>
                </a:solidFill>
                <a:effectLst/>
                <a:latin typeface="Microsoft YaHei" panose="020B0503020204020204" pitchFamily="34" charset="-122"/>
                <a:ea typeface="Microsoft YaHei" panose="020B0503020204020204" pitchFamily="34" charset="-122"/>
              </a:rPr>
              <a:t>赋能工作坊，学习如何利用 </a:t>
            </a:r>
            <a:r>
              <a:rPr lang="en" altLang="zh-CN" sz="1200" b="0" i="0" u="none" strike="noStrike" dirty="0">
                <a:solidFill>
                  <a:schemeClr val="accent6"/>
                </a:solidFill>
                <a:effectLst/>
                <a:latin typeface="Microsoft YaHei" panose="020B0503020204020204" pitchFamily="34" charset="-122"/>
                <a:ea typeface="Microsoft YaHei" panose="020B0503020204020204" pitchFamily="34" charset="-122"/>
              </a:rPr>
              <a:t>AI </a:t>
            </a:r>
            <a:r>
              <a:rPr lang="zh-CN" altLang="en-US" sz="1200" b="0" i="0" u="none" strike="noStrike" dirty="0">
                <a:solidFill>
                  <a:schemeClr val="accent6"/>
                </a:solidFill>
                <a:effectLst/>
                <a:latin typeface="Microsoft YaHei" panose="020B0503020204020204" pitchFamily="34" charset="-122"/>
                <a:ea typeface="Microsoft YaHei" panose="020B0503020204020204" pitchFamily="34" charset="-122"/>
              </a:rPr>
              <a:t>进行职业发展</a:t>
            </a:r>
          </a:p>
        </p:txBody>
      </p:sp>
      <p:sp>
        <p:nvSpPr>
          <p:cNvPr id="14" name="矩形 13">
            <a:extLst>
              <a:ext uri="{FF2B5EF4-FFF2-40B4-BE49-F238E27FC236}">
                <a16:creationId xmlns:a16="http://schemas.microsoft.com/office/drawing/2014/main" id="{09646C3C-1295-BBB9-B831-2D994B073FEA}"/>
              </a:ext>
            </a:extLst>
          </p:cNvPr>
          <p:cNvSpPr/>
          <p:nvPr/>
        </p:nvSpPr>
        <p:spPr>
          <a:xfrm>
            <a:off x="6814452" y="2887367"/>
            <a:ext cx="2142309" cy="205312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 altLang="zh-CN" sz="1200" b="1" i="0" u="none" strike="noStrike" dirty="0">
                <a:solidFill>
                  <a:schemeClr val="accent6"/>
                </a:solidFill>
                <a:effectLst/>
                <a:latin typeface="Microsoft YaHei" panose="020B0503020204020204" pitchFamily="34" charset="-122"/>
                <a:ea typeface="Microsoft YaHei" panose="020B0503020204020204" pitchFamily="34" charset="-122"/>
              </a:rPr>
              <a:t>Day </a:t>
            </a:r>
            <a:r>
              <a:rPr lang="en-US" altLang="zh-CN" sz="1200" b="1" i="0" u="none" strike="noStrike" dirty="0">
                <a:solidFill>
                  <a:schemeClr val="accent6"/>
                </a:solidFill>
                <a:effectLst/>
                <a:latin typeface="Microsoft YaHei" panose="020B0503020204020204" pitchFamily="34" charset="-122"/>
                <a:ea typeface="Microsoft YaHei" panose="020B0503020204020204" pitchFamily="34" charset="-122"/>
              </a:rPr>
              <a:t>5</a:t>
            </a:r>
            <a:r>
              <a:rPr lang="en" altLang="zh-CN" sz="1200" b="1" i="0" u="none" strike="noStrike" dirty="0">
                <a:solidFill>
                  <a:schemeClr val="accent6"/>
                </a:solidFill>
                <a:effectLst/>
                <a:latin typeface="Microsoft YaHei" panose="020B0503020204020204" pitchFamily="34" charset="-122"/>
                <a:ea typeface="Microsoft YaHei" panose="020B0503020204020204" pitchFamily="34" charset="-122"/>
              </a:rPr>
              <a:t> </a:t>
            </a:r>
          </a:p>
          <a:p>
            <a:pPr algn="ctr"/>
            <a:r>
              <a:rPr lang="zh-CN" altLang="en-US" sz="1200" b="1" i="0" u="none" strike="noStrike" dirty="0">
                <a:solidFill>
                  <a:schemeClr val="accent6"/>
                </a:solidFill>
                <a:effectLst/>
                <a:latin typeface="Microsoft YaHei" panose="020B0503020204020204" pitchFamily="34" charset="-122"/>
                <a:ea typeface="Microsoft YaHei" panose="020B0503020204020204" pitchFamily="34" charset="-122"/>
              </a:rPr>
              <a:t>社会责任 </a:t>
            </a:r>
            <a:r>
              <a:rPr lang="en-US" altLang="zh-CN" sz="1200" b="1" i="0" u="none" strike="noStrike" dirty="0">
                <a:solidFill>
                  <a:schemeClr val="accent6"/>
                </a:solidFill>
                <a:effectLst/>
                <a:latin typeface="Microsoft YaHei" panose="020B0503020204020204" pitchFamily="34" charset="-122"/>
                <a:ea typeface="Microsoft YaHei" panose="020B0503020204020204" pitchFamily="34" charset="-122"/>
              </a:rPr>
              <a:t>&amp; </a:t>
            </a:r>
            <a:r>
              <a:rPr lang="zh-CN" altLang="en-US" sz="1200" b="1" i="0" u="none" strike="noStrike" dirty="0">
                <a:solidFill>
                  <a:schemeClr val="accent6"/>
                </a:solidFill>
                <a:effectLst/>
                <a:latin typeface="Microsoft YaHei" panose="020B0503020204020204" pitchFamily="34" charset="-122"/>
                <a:ea typeface="Microsoft YaHei" panose="020B0503020204020204" pitchFamily="34" charset="-122"/>
              </a:rPr>
              <a:t>心理韧性</a:t>
            </a:r>
            <a:endParaRPr lang="zh-CN" altLang="en-US" sz="1200" b="0" i="0" u="none" strike="noStrike" dirty="0">
              <a:solidFill>
                <a:schemeClr val="accent6"/>
              </a:solidFill>
              <a:effectLst/>
              <a:latin typeface="Microsoft YaHei" panose="020B0503020204020204" pitchFamily="34" charset="-122"/>
              <a:ea typeface="Microsoft YaHei" panose="020B0503020204020204" pitchFamily="34" charset="-122"/>
            </a:endParaRPr>
          </a:p>
          <a:p>
            <a:pPr algn="ctr"/>
            <a:r>
              <a:rPr lang="zh-CN" altLang="en-US" sz="1200" b="0" i="0" u="none" strike="noStrike" dirty="0">
                <a:solidFill>
                  <a:schemeClr val="accent6"/>
                </a:solidFill>
                <a:effectLst/>
                <a:latin typeface="Microsoft YaHei" panose="020B0503020204020204" pitchFamily="34" charset="-122"/>
                <a:ea typeface="Microsoft YaHei" panose="020B0503020204020204" pitchFamily="34" charset="-122"/>
              </a:rPr>
              <a:t>探访社会企业 </a:t>
            </a:r>
            <a:r>
              <a:rPr lang="en-US" altLang="zh-CN" sz="1200" b="0" i="0" u="none" strike="noStrike" dirty="0">
                <a:solidFill>
                  <a:schemeClr val="accent6"/>
                </a:solidFill>
                <a:effectLst/>
                <a:latin typeface="Microsoft YaHei" panose="020B0503020204020204" pitchFamily="34" charset="-122"/>
                <a:ea typeface="Microsoft YaHei" panose="020B0503020204020204" pitchFamily="34" charset="-122"/>
              </a:rPr>
              <a:t>&amp; </a:t>
            </a:r>
            <a:r>
              <a:rPr lang="en" altLang="zh-CN" sz="1200" b="0" i="0" u="none" strike="noStrike" dirty="0">
                <a:solidFill>
                  <a:schemeClr val="accent6"/>
                </a:solidFill>
                <a:effectLst/>
                <a:latin typeface="Microsoft YaHei" panose="020B0503020204020204" pitchFamily="34" charset="-122"/>
                <a:ea typeface="Microsoft YaHei" panose="020B0503020204020204" pitchFamily="34" charset="-122"/>
              </a:rPr>
              <a:t>NGO</a:t>
            </a:r>
            <a:r>
              <a:rPr lang="zh-CN" altLang="en" sz="1200" b="0" i="0" u="none" strike="noStrike" dirty="0">
                <a:solidFill>
                  <a:schemeClr val="accent6"/>
                </a:solidFill>
                <a:effectLst/>
                <a:latin typeface="Microsoft YaHei" panose="020B0503020204020204" pitchFamily="34" charset="-122"/>
                <a:ea typeface="Microsoft YaHei" panose="020B0503020204020204" pitchFamily="34" charset="-122"/>
              </a:rPr>
              <a:t>，</a:t>
            </a:r>
            <a:r>
              <a:rPr lang="zh-CN" altLang="en-US" sz="1200" b="0" i="0" u="none" strike="noStrike" dirty="0">
                <a:solidFill>
                  <a:schemeClr val="accent6"/>
                </a:solidFill>
                <a:effectLst/>
                <a:latin typeface="Microsoft YaHei" panose="020B0503020204020204" pitchFamily="34" charset="-122"/>
                <a:ea typeface="Microsoft YaHei" panose="020B0503020204020204" pitchFamily="34" charset="-122"/>
              </a:rPr>
              <a:t>了解公益事业与社会创新</a:t>
            </a:r>
          </a:p>
          <a:p>
            <a:pPr algn="ctr"/>
            <a:r>
              <a:rPr lang="zh-CN" altLang="en-US" sz="1200" b="0" i="0" u="none" strike="noStrike" dirty="0">
                <a:solidFill>
                  <a:schemeClr val="accent6"/>
                </a:solidFill>
                <a:effectLst/>
                <a:latin typeface="Microsoft YaHei" panose="020B0503020204020204" pitchFamily="34" charset="-122"/>
                <a:ea typeface="Microsoft YaHei" panose="020B0503020204020204" pitchFamily="34" charset="-122"/>
              </a:rPr>
              <a:t>结业仪式 </a:t>
            </a:r>
            <a:r>
              <a:rPr lang="en-US" altLang="zh-CN" sz="1200" b="0" i="0" u="none" strike="noStrike" dirty="0">
                <a:solidFill>
                  <a:schemeClr val="accent6"/>
                </a:solidFill>
                <a:effectLst/>
                <a:latin typeface="Microsoft YaHei" panose="020B0503020204020204" pitchFamily="34" charset="-122"/>
                <a:ea typeface="Microsoft YaHei" panose="020B0503020204020204" pitchFamily="34" charset="-122"/>
              </a:rPr>
              <a:t>&amp; </a:t>
            </a:r>
            <a:r>
              <a:rPr lang="zh-CN" altLang="en-US" sz="1200" b="0" i="0" u="none" strike="noStrike" dirty="0">
                <a:solidFill>
                  <a:schemeClr val="accent6"/>
                </a:solidFill>
                <a:effectLst/>
                <a:latin typeface="Microsoft YaHei" panose="020B0503020204020204" pitchFamily="34" charset="-122"/>
                <a:ea typeface="Microsoft YaHei" panose="020B0503020204020204" pitchFamily="34" charset="-122"/>
              </a:rPr>
              <a:t>学员展示个人成长及职业规划</a:t>
            </a:r>
          </a:p>
        </p:txBody>
      </p:sp>
    </p:spTree>
    <p:extLst>
      <p:ext uri="{BB962C8B-B14F-4D97-AF65-F5344CB8AC3E}">
        <p14:creationId xmlns:p14="http://schemas.microsoft.com/office/powerpoint/2010/main" val="678415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F4D7FD82-7588-C220-BBDE-ABB09561C248}"/>
              </a:ext>
            </a:extLst>
          </p:cNvPr>
          <p:cNvGraphicFramePr>
            <a:graphicFrameLocks noGrp="1"/>
          </p:cNvGraphicFramePr>
          <p:nvPr>
            <p:extLst>
              <p:ext uri="{D42A27DB-BD31-4B8C-83A1-F6EECF244321}">
                <p14:modId xmlns:p14="http://schemas.microsoft.com/office/powerpoint/2010/main" val="656539533"/>
              </p:ext>
            </p:extLst>
          </p:nvPr>
        </p:nvGraphicFramePr>
        <p:xfrm>
          <a:off x="176352" y="97118"/>
          <a:ext cx="8791296" cy="3388360"/>
        </p:xfrm>
        <a:graphic>
          <a:graphicData uri="http://schemas.openxmlformats.org/drawingml/2006/table">
            <a:tbl>
              <a:tblPr firstRow="1" bandRow="1">
                <a:tableStyleId>{7826F328-5FE1-4CB8-92DD-3604886CC8B7}</a:tableStyleId>
              </a:tblPr>
              <a:tblGrid>
                <a:gridCol w="1465216">
                  <a:extLst>
                    <a:ext uri="{9D8B030D-6E8A-4147-A177-3AD203B41FA5}">
                      <a16:colId xmlns:a16="http://schemas.microsoft.com/office/drawing/2014/main" val="2591764866"/>
                    </a:ext>
                  </a:extLst>
                </a:gridCol>
                <a:gridCol w="1241731">
                  <a:extLst>
                    <a:ext uri="{9D8B030D-6E8A-4147-A177-3AD203B41FA5}">
                      <a16:colId xmlns:a16="http://schemas.microsoft.com/office/drawing/2014/main" val="1561180763"/>
                    </a:ext>
                  </a:extLst>
                </a:gridCol>
                <a:gridCol w="1582020">
                  <a:extLst>
                    <a:ext uri="{9D8B030D-6E8A-4147-A177-3AD203B41FA5}">
                      <a16:colId xmlns:a16="http://schemas.microsoft.com/office/drawing/2014/main" val="2685530796"/>
                    </a:ext>
                  </a:extLst>
                </a:gridCol>
                <a:gridCol w="1578818">
                  <a:extLst>
                    <a:ext uri="{9D8B030D-6E8A-4147-A177-3AD203B41FA5}">
                      <a16:colId xmlns:a16="http://schemas.microsoft.com/office/drawing/2014/main" val="315491760"/>
                    </a:ext>
                  </a:extLst>
                </a:gridCol>
                <a:gridCol w="1458295">
                  <a:extLst>
                    <a:ext uri="{9D8B030D-6E8A-4147-A177-3AD203B41FA5}">
                      <a16:colId xmlns:a16="http://schemas.microsoft.com/office/drawing/2014/main" val="138244346"/>
                    </a:ext>
                  </a:extLst>
                </a:gridCol>
                <a:gridCol w="1465216">
                  <a:extLst>
                    <a:ext uri="{9D8B030D-6E8A-4147-A177-3AD203B41FA5}">
                      <a16:colId xmlns:a16="http://schemas.microsoft.com/office/drawing/2014/main" val="3904309018"/>
                    </a:ext>
                  </a:extLst>
                </a:gridCol>
              </a:tblGrid>
              <a:tr h="336193">
                <a:tc>
                  <a:txBody>
                    <a:bodyPr/>
                    <a:lstStyle/>
                    <a:p>
                      <a:r>
                        <a:rPr lang="zh-CN" altLang="en-US" sz="1000" dirty="0">
                          <a:solidFill>
                            <a:schemeClr val="tx1"/>
                          </a:solidFill>
                          <a:latin typeface="+mj-ea"/>
                          <a:ea typeface="+mj-ea"/>
                        </a:rPr>
                        <a:t>时间</a:t>
                      </a:r>
                    </a:p>
                  </a:txBody>
                  <a:tcPr anchor="ctr"/>
                </a:tc>
                <a:tc>
                  <a:txBody>
                    <a:bodyPr/>
                    <a:lstStyle/>
                    <a:p>
                      <a:r>
                        <a:rPr lang="en-US" altLang="zh-CN" sz="1000" dirty="0">
                          <a:solidFill>
                            <a:schemeClr val="tx1"/>
                          </a:solidFill>
                          <a:latin typeface="+mj-ea"/>
                          <a:ea typeface="+mj-ea"/>
                        </a:rPr>
                        <a:t>Day1</a:t>
                      </a:r>
                      <a:endParaRPr lang="zh-CN" altLang="en-US" sz="1000" dirty="0">
                        <a:solidFill>
                          <a:schemeClr val="tx1"/>
                        </a:solidFill>
                        <a:latin typeface="+mj-ea"/>
                        <a:ea typeface="+mj-ea"/>
                      </a:endParaRPr>
                    </a:p>
                  </a:txBody>
                  <a:tcPr anchor="ctr"/>
                </a:tc>
                <a:tc>
                  <a:txBody>
                    <a:bodyPr/>
                    <a:lstStyle/>
                    <a:p>
                      <a:r>
                        <a:rPr lang="en" sz="1000" b="1" dirty="0">
                          <a:solidFill>
                            <a:schemeClr val="tx1"/>
                          </a:solidFill>
                          <a:latin typeface="+mj-ea"/>
                          <a:ea typeface="+mj-ea"/>
                        </a:rPr>
                        <a:t>Day </a:t>
                      </a:r>
                      <a:r>
                        <a:rPr lang="en-US" altLang="zh-CN" sz="1000" b="1" dirty="0">
                          <a:solidFill>
                            <a:schemeClr val="tx1"/>
                          </a:solidFill>
                          <a:latin typeface="+mj-ea"/>
                          <a:ea typeface="+mj-ea"/>
                        </a:rPr>
                        <a:t>2</a:t>
                      </a:r>
                      <a:r>
                        <a:rPr lang="en" sz="1000" dirty="0">
                          <a:solidFill>
                            <a:schemeClr val="tx1"/>
                          </a:solidFill>
                          <a:latin typeface="+mj-ea"/>
                          <a:ea typeface="+mj-ea"/>
                        </a:rPr>
                        <a:t> </a:t>
                      </a:r>
                      <a:r>
                        <a:rPr lang="zh-CN" altLang="en-US" sz="1000" dirty="0">
                          <a:solidFill>
                            <a:schemeClr val="tx1"/>
                          </a:solidFill>
                          <a:latin typeface="+mj-ea"/>
                          <a:ea typeface="+mj-ea"/>
                        </a:rPr>
                        <a:t>认识城市 </a:t>
                      </a:r>
                      <a:r>
                        <a:rPr lang="en-US" altLang="zh-CN" sz="1000" dirty="0">
                          <a:solidFill>
                            <a:schemeClr val="tx1"/>
                          </a:solidFill>
                          <a:latin typeface="+mj-ea"/>
                          <a:ea typeface="+mj-ea"/>
                        </a:rPr>
                        <a:t>&amp; </a:t>
                      </a:r>
                      <a:r>
                        <a:rPr lang="zh-CN" altLang="en-US" sz="1000" dirty="0">
                          <a:solidFill>
                            <a:schemeClr val="tx1"/>
                          </a:solidFill>
                          <a:latin typeface="+mj-ea"/>
                          <a:ea typeface="+mj-ea"/>
                        </a:rPr>
                        <a:t>自我探索</a:t>
                      </a:r>
                    </a:p>
                  </a:txBody>
                  <a:tcPr anchor="ctr"/>
                </a:tc>
                <a:tc>
                  <a:txBody>
                    <a:bodyPr/>
                    <a:lstStyle/>
                    <a:p>
                      <a:r>
                        <a:rPr lang="en" sz="1000" b="1" dirty="0">
                          <a:solidFill>
                            <a:schemeClr val="tx1"/>
                          </a:solidFill>
                          <a:latin typeface="+mj-ea"/>
                          <a:ea typeface="+mj-ea"/>
                        </a:rPr>
                        <a:t>Day </a:t>
                      </a:r>
                      <a:r>
                        <a:rPr lang="en-US" altLang="zh-CN" sz="1000" b="1" dirty="0">
                          <a:solidFill>
                            <a:schemeClr val="tx1"/>
                          </a:solidFill>
                          <a:latin typeface="+mj-ea"/>
                          <a:ea typeface="+mj-ea"/>
                        </a:rPr>
                        <a:t>3</a:t>
                      </a:r>
                      <a:r>
                        <a:rPr lang="en" sz="1000" dirty="0">
                          <a:solidFill>
                            <a:schemeClr val="tx1"/>
                          </a:solidFill>
                          <a:latin typeface="+mj-ea"/>
                          <a:ea typeface="+mj-ea"/>
                        </a:rPr>
                        <a:t> </a:t>
                      </a:r>
                      <a:r>
                        <a:rPr lang="zh-CN" altLang="en-US" sz="1000" dirty="0">
                          <a:solidFill>
                            <a:schemeClr val="tx1"/>
                          </a:solidFill>
                          <a:latin typeface="+mj-ea"/>
                          <a:ea typeface="+mj-ea"/>
                        </a:rPr>
                        <a:t>课题制作 </a:t>
                      </a:r>
                      <a:r>
                        <a:rPr lang="en-US" altLang="zh-CN" sz="1000" dirty="0">
                          <a:solidFill>
                            <a:schemeClr val="tx1"/>
                          </a:solidFill>
                          <a:latin typeface="+mj-ea"/>
                          <a:ea typeface="+mj-ea"/>
                        </a:rPr>
                        <a:t>&amp; </a:t>
                      </a:r>
                      <a:r>
                        <a:rPr lang="zh-CN" altLang="en-US" sz="1000" dirty="0">
                          <a:solidFill>
                            <a:schemeClr val="tx1"/>
                          </a:solidFill>
                          <a:latin typeface="+mj-ea"/>
                          <a:ea typeface="+mj-ea"/>
                        </a:rPr>
                        <a:t>团队合作</a:t>
                      </a:r>
                    </a:p>
                  </a:txBody>
                  <a:tcPr anchor="ctr"/>
                </a:tc>
                <a:tc>
                  <a:txBody>
                    <a:bodyPr/>
                    <a:lstStyle/>
                    <a:p>
                      <a:r>
                        <a:rPr lang="en" sz="1000" b="1" dirty="0">
                          <a:solidFill>
                            <a:schemeClr val="tx1"/>
                          </a:solidFill>
                          <a:latin typeface="+mj-ea"/>
                          <a:ea typeface="+mj-ea"/>
                        </a:rPr>
                        <a:t>Day </a:t>
                      </a:r>
                      <a:r>
                        <a:rPr lang="en-US" altLang="zh-CN" sz="1000" b="1" dirty="0">
                          <a:solidFill>
                            <a:schemeClr val="tx1"/>
                          </a:solidFill>
                          <a:latin typeface="+mj-ea"/>
                          <a:ea typeface="+mj-ea"/>
                        </a:rPr>
                        <a:t>4</a:t>
                      </a:r>
                      <a:r>
                        <a:rPr lang="en" sz="1000" dirty="0">
                          <a:solidFill>
                            <a:schemeClr val="tx1"/>
                          </a:solidFill>
                          <a:latin typeface="+mj-ea"/>
                          <a:ea typeface="+mj-ea"/>
                        </a:rPr>
                        <a:t> </a:t>
                      </a:r>
                      <a:r>
                        <a:rPr lang="zh-CN" altLang="en-US" sz="1000" dirty="0">
                          <a:solidFill>
                            <a:schemeClr val="tx1"/>
                          </a:solidFill>
                          <a:latin typeface="+mj-ea"/>
                          <a:ea typeface="+mj-ea"/>
                        </a:rPr>
                        <a:t>企业探访 </a:t>
                      </a:r>
                      <a:r>
                        <a:rPr lang="en-US" altLang="zh-CN" sz="1000" dirty="0">
                          <a:solidFill>
                            <a:schemeClr val="tx1"/>
                          </a:solidFill>
                          <a:latin typeface="+mj-ea"/>
                          <a:ea typeface="+mj-ea"/>
                        </a:rPr>
                        <a:t>&amp; </a:t>
                      </a:r>
                      <a:r>
                        <a:rPr lang="en" sz="1000" dirty="0">
                          <a:solidFill>
                            <a:schemeClr val="tx1"/>
                          </a:solidFill>
                          <a:latin typeface="+mj-ea"/>
                          <a:ea typeface="+mj-ea"/>
                        </a:rPr>
                        <a:t>AI </a:t>
                      </a:r>
                      <a:r>
                        <a:rPr lang="zh-CN" altLang="en-US" sz="1000" dirty="0">
                          <a:solidFill>
                            <a:schemeClr val="tx1"/>
                          </a:solidFill>
                          <a:latin typeface="+mj-ea"/>
                          <a:ea typeface="+mj-ea"/>
                        </a:rPr>
                        <a:t>赋能</a:t>
                      </a:r>
                    </a:p>
                  </a:txBody>
                  <a:tcPr anchor="ctr"/>
                </a:tc>
                <a:tc>
                  <a:txBody>
                    <a:bodyPr/>
                    <a:lstStyle/>
                    <a:p>
                      <a:r>
                        <a:rPr lang="en" sz="1000" b="1" dirty="0">
                          <a:solidFill>
                            <a:schemeClr val="tx1"/>
                          </a:solidFill>
                          <a:latin typeface="+mj-ea"/>
                          <a:ea typeface="+mj-ea"/>
                        </a:rPr>
                        <a:t>Day </a:t>
                      </a:r>
                      <a:r>
                        <a:rPr lang="en-US" altLang="zh-CN" sz="1000" b="1" dirty="0">
                          <a:solidFill>
                            <a:schemeClr val="tx1"/>
                          </a:solidFill>
                          <a:latin typeface="+mj-ea"/>
                          <a:ea typeface="+mj-ea"/>
                        </a:rPr>
                        <a:t>5</a:t>
                      </a:r>
                      <a:r>
                        <a:rPr lang="en" sz="1000" dirty="0">
                          <a:solidFill>
                            <a:schemeClr val="tx1"/>
                          </a:solidFill>
                          <a:latin typeface="+mj-ea"/>
                          <a:ea typeface="+mj-ea"/>
                        </a:rPr>
                        <a:t> </a:t>
                      </a:r>
                      <a:r>
                        <a:rPr lang="zh-CN" altLang="en-US" sz="1000" dirty="0">
                          <a:solidFill>
                            <a:schemeClr val="tx1"/>
                          </a:solidFill>
                          <a:latin typeface="+mj-ea"/>
                          <a:ea typeface="+mj-ea"/>
                        </a:rPr>
                        <a:t>社会责任 </a:t>
                      </a:r>
                      <a:r>
                        <a:rPr lang="en-US" altLang="zh-CN" sz="1000" dirty="0">
                          <a:solidFill>
                            <a:schemeClr val="tx1"/>
                          </a:solidFill>
                          <a:latin typeface="+mj-ea"/>
                          <a:ea typeface="+mj-ea"/>
                        </a:rPr>
                        <a:t>&amp; </a:t>
                      </a:r>
                      <a:r>
                        <a:rPr lang="zh-CN" altLang="en-US" sz="1000" dirty="0">
                          <a:solidFill>
                            <a:schemeClr val="tx1"/>
                          </a:solidFill>
                          <a:latin typeface="+mj-ea"/>
                          <a:ea typeface="+mj-ea"/>
                        </a:rPr>
                        <a:t>心理韧性</a:t>
                      </a:r>
                    </a:p>
                  </a:txBody>
                  <a:tcPr anchor="ctr"/>
                </a:tc>
                <a:extLst>
                  <a:ext uri="{0D108BD9-81ED-4DB2-BD59-A6C34878D82A}">
                    <a16:rowId xmlns:a16="http://schemas.microsoft.com/office/drawing/2014/main" val="4121878492"/>
                  </a:ext>
                </a:extLst>
              </a:tr>
              <a:tr h="370840">
                <a:tc>
                  <a:txBody>
                    <a:bodyPr/>
                    <a:lstStyle/>
                    <a:p>
                      <a:r>
                        <a:rPr lang="zh-CN" altLang="en-US" sz="1000" b="1" dirty="0">
                          <a:solidFill>
                            <a:schemeClr val="tx1"/>
                          </a:solidFill>
                          <a:latin typeface="+mj-ea"/>
                          <a:ea typeface="+mj-ea"/>
                        </a:rPr>
                        <a:t>上午 </a:t>
                      </a:r>
                      <a:r>
                        <a:rPr lang="en-US" altLang="zh-CN" sz="1000" b="1" dirty="0">
                          <a:solidFill>
                            <a:schemeClr val="tx1"/>
                          </a:solidFill>
                          <a:latin typeface="+mj-ea"/>
                          <a:ea typeface="+mj-ea"/>
                        </a:rPr>
                        <a:t>(9:00-12:00)</a:t>
                      </a:r>
                      <a:endParaRPr lang="zh-CN" altLang="en-US" sz="1000" dirty="0">
                        <a:solidFill>
                          <a:schemeClr val="tx1"/>
                        </a:solidFill>
                        <a:latin typeface="+mj-ea"/>
                        <a:ea typeface="+mj-ea"/>
                      </a:endParaRPr>
                    </a:p>
                  </a:txBody>
                  <a:tcPr anchor="ctr"/>
                </a:tc>
                <a:tc rowSpan="3">
                  <a:txBody>
                    <a:bodyPr/>
                    <a:lstStyle/>
                    <a:p>
                      <a:r>
                        <a:rPr lang="zh-CN" altLang="en-US" sz="1000" dirty="0">
                          <a:solidFill>
                            <a:schemeClr val="tx1"/>
                          </a:solidFill>
                          <a:latin typeface="+mj-ea"/>
                          <a:ea typeface="+mj-ea"/>
                        </a:rPr>
                        <a:t>学员各地抵达上海</a:t>
                      </a:r>
                      <a:endParaRPr lang="en-US" altLang="zh-CN" sz="1000" dirty="0">
                        <a:solidFill>
                          <a:schemeClr val="tx1"/>
                        </a:solidFill>
                        <a:latin typeface="+mj-ea"/>
                        <a:ea typeface="+mj-ea"/>
                      </a:endParaRPr>
                    </a:p>
                    <a:p>
                      <a:r>
                        <a:rPr lang="zh-CN" altLang="en-US" sz="1000" dirty="0">
                          <a:solidFill>
                            <a:schemeClr val="tx1"/>
                          </a:solidFill>
                          <a:latin typeface="+mj-ea"/>
                          <a:ea typeface="+mj-ea"/>
                        </a:rPr>
                        <a:t>签到</a:t>
                      </a:r>
                      <a:r>
                        <a:rPr lang="en-US" altLang="zh-CN" sz="1000" dirty="0">
                          <a:solidFill>
                            <a:schemeClr val="tx1"/>
                          </a:solidFill>
                          <a:latin typeface="+mj-ea"/>
                          <a:ea typeface="+mj-ea"/>
                        </a:rPr>
                        <a:t>&amp;</a:t>
                      </a:r>
                      <a:r>
                        <a:rPr lang="zh-CN" altLang="en-US" sz="1000" dirty="0">
                          <a:solidFill>
                            <a:schemeClr val="tx1"/>
                          </a:solidFill>
                          <a:latin typeface="+mj-ea"/>
                          <a:ea typeface="+mj-ea"/>
                        </a:rPr>
                        <a:t>入住酒店</a:t>
                      </a:r>
                    </a:p>
                  </a:txBody>
                  <a:tcPr anchor="ctr"/>
                </a:tc>
                <a:tc>
                  <a:txBody>
                    <a:bodyPr/>
                    <a:lstStyle/>
                    <a:p>
                      <a:r>
                        <a:rPr lang="zh-CN" altLang="en-US" sz="1000" dirty="0">
                          <a:solidFill>
                            <a:schemeClr val="tx1"/>
                          </a:solidFill>
                          <a:latin typeface="+mj-ea"/>
                          <a:ea typeface="+mj-ea"/>
                        </a:rPr>
                        <a:t>启动仪式</a:t>
                      </a:r>
                      <a:r>
                        <a:rPr lang="en-US" altLang="zh-CN" sz="1000" dirty="0">
                          <a:solidFill>
                            <a:schemeClr val="tx1"/>
                          </a:solidFill>
                          <a:latin typeface="+mj-ea"/>
                          <a:ea typeface="+mj-ea"/>
                        </a:rPr>
                        <a:t>&amp;</a:t>
                      </a:r>
                      <a:r>
                        <a:rPr lang="zh-CN" altLang="en-US" sz="1000" dirty="0">
                          <a:solidFill>
                            <a:schemeClr val="tx1"/>
                          </a:solidFill>
                          <a:latin typeface="+mj-ea"/>
                          <a:ea typeface="+mj-ea"/>
                        </a:rPr>
                        <a:t>破冰行动</a:t>
                      </a:r>
                      <a:endParaRPr lang="en-US" altLang="zh-CN" sz="1000" dirty="0">
                        <a:solidFill>
                          <a:schemeClr val="tx1"/>
                        </a:solidFill>
                        <a:latin typeface="+mj-ea"/>
                        <a:ea typeface="+mj-ea"/>
                      </a:endParaRPr>
                    </a:p>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br>
                        <a:rPr lang="zh-CN" altLang="en-US" sz="1000" dirty="0">
                          <a:solidFill>
                            <a:schemeClr val="tx1"/>
                          </a:solidFill>
                          <a:latin typeface="+mj-ea"/>
                          <a:ea typeface="+mj-ea"/>
                        </a:rPr>
                      </a:br>
                      <a:r>
                        <a:rPr lang="zh-CN" altLang="en-US" sz="1000" dirty="0">
                          <a:solidFill>
                            <a:schemeClr val="tx1"/>
                          </a:solidFill>
                          <a:latin typeface="+mj-ea"/>
                          <a:ea typeface="+mj-ea"/>
                        </a:rPr>
                        <a:t>个人发展目标设定</a:t>
                      </a:r>
                      <a:endParaRPr lang="en-US" altLang="zh-CN" sz="1000" dirty="0">
                        <a:solidFill>
                          <a:schemeClr val="tx1"/>
                        </a:solidFill>
                        <a:latin typeface="+mj-ea"/>
                        <a:ea typeface="+mj-ea"/>
                      </a:endParaRPr>
                    </a:p>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zh-CN" altLang="en-US" sz="1000" dirty="0">
                          <a:solidFill>
                            <a:schemeClr val="tx1"/>
                          </a:solidFill>
                          <a:latin typeface="+mj-ea"/>
                          <a:ea typeface="+mj-ea"/>
                        </a:rPr>
                        <a:t>团队协作游戏</a:t>
                      </a:r>
                    </a:p>
                  </a:txBody>
                  <a:tcPr anchor="ctr"/>
                </a:tc>
                <a:tc>
                  <a:txBody>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en" altLang="zh-CN" sz="1000" b="0" i="0" u="none" strike="noStrike" dirty="0">
                          <a:solidFill>
                            <a:schemeClr val="tx1"/>
                          </a:solidFill>
                          <a:latin typeface="+mj-ea"/>
                          <a:ea typeface="+mn-ea"/>
                          <a:cs typeface="+mn-cs"/>
                        </a:rPr>
                        <a:t>MBTI &amp; DISC </a:t>
                      </a:r>
                      <a:r>
                        <a:rPr lang="zh-CN" altLang="en-US" sz="1000" b="0" i="0" u="none" strike="noStrike" dirty="0">
                          <a:solidFill>
                            <a:schemeClr val="tx1"/>
                          </a:solidFill>
                          <a:latin typeface="+mj-ea"/>
                          <a:ea typeface="+mn-ea"/>
                          <a:cs typeface="+mn-cs"/>
                        </a:rPr>
                        <a:t>测试 </a:t>
                      </a:r>
                      <a:r>
                        <a:rPr lang="en-US" altLang="zh-CN" sz="1000" b="0" i="0" u="none" strike="noStrike" dirty="0">
                          <a:solidFill>
                            <a:schemeClr val="tx1"/>
                          </a:solidFill>
                          <a:latin typeface="+mj-ea"/>
                          <a:ea typeface="+mn-ea"/>
                          <a:cs typeface="+mn-cs"/>
                        </a:rPr>
                        <a:t>+</a:t>
                      </a:r>
                      <a:r>
                        <a:rPr lang="zh-CN" altLang="en-US" sz="1000" b="0" i="0" u="none" strike="noStrike" dirty="0">
                          <a:solidFill>
                            <a:schemeClr val="tx1"/>
                          </a:solidFill>
                          <a:latin typeface="+mj-ea"/>
                          <a:ea typeface="+mn-ea"/>
                          <a:cs typeface="+mn-cs"/>
                        </a:rPr>
                        <a:t>职业心理讲座</a:t>
                      </a:r>
                      <a:endParaRPr lang="en-US" altLang="zh-CN" sz="1000" b="0" i="0" u="none" strike="noStrike" dirty="0">
                        <a:solidFill>
                          <a:schemeClr val="tx1"/>
                        </a:solidFill>
                        <a:latin typeface="+mj-ea"/>
                        <a:ea typeface="+mn-ea"/>
                        <a:cs typeface="+mn-cs"/>
                      </a:endParaRPr>
                    </a:p>
                    <a:p>
                      <a:endParaRPr lang="en-US" altLang="zh-CN" sz="1000" b="0" i="0" u="none" strike="noStrike" dirty="0">
                        <a:solidFill>
                          <a:schemeClr val="tx1"/>
                        </a:solidFill>
                        <a:latin typeface="+mj-ea"/>
                        <a:ea typeface="+mn-ea"/>
                        <a:cs typeface="+mn-cs"/>
                      </a:endParaRPr>
                    </a:p>
                    <a:p>
                      <a:r>
                        <a:rPr lang="zh-CN" altLang="en-US" sz="1000" b="0" i="0" u="none" strike="noStrike" dirty="0">
                          <a:solidFill>
                            <a:schemeClr val="tx1"/>
                          </a:solidFill>
                          <a:latin typeface="+mj-ea"/>
                          <a:ea typeface="+mn-ea"/>
                          <a:cs typeface="+mn-cs"/>
                        </a:rPr>
                        <a:t>职场能力赋能</a:t>
                      </a:r>
                      <a:r>
                        <a:rPr lang="en-US" altLang="zh-CN" sz="1000" b="0" i="0" u="none" strike="noStrike" dirty="0">
                          <a:solidFill>
                            <a:schemeClr val="tx1"/>
                          </a:solidFill>
                          <a:latin typeface="+mj-ea"/>
                          <a:ea typeface="+mn-ea"/>
                          <a:cs typeface="+mn-cs"/>
                        </a:rPr>
                        <a:t>—</a:t>
                      </a:r>
                      <a:r>
                        <a:rPr lang="zh-CN" altLang="en-US" sz="1000" b="0" i="0" u="none" strike="noStrike" dirty="0">
                          <a:solidFill>
                            <a:schemeClr val="tx1"/>
                          </a:solidFill>
                          <a:latin typeface="+mj-ea"/>
                          <a:ea typeface="+mn-ea"/>
                          <a:cs typeface="+mn-cs"/>
                        </a:rPr>
                        <a:t>沉淀前一天的内容</a:t>
                      </a:r>
                      <a:endParaRPr lang="en-US" altLang="zh-CN" sz="1000" b="0" i="0" u="none" strike="noStrike" dirty="0">
                        <a:solidFill>
                          <a:schemeClr val="tx1"/>
                        </a:solidFill>
                        <a:latin typeface="+mj-ea"/>
                        <a:ea typeface="+mn-ea"/>
                        <a:cs typeface="+mn-cs"/>
                      </a:endParaRPr>
                    </a:p>
                    <a:p>
                      <a:r>
                        <a:rPr lang="zh-CN" altLang="en-US" sz="1000" b="0" i="0" u="none" strike="noStrike" dirty="0">
                          <a:solidFill>
                            <a:schemeClr val="tx1"/>
                          </a:solidFill>
                          <a:latin typeface="+mj-ea"/>
                          <a:ea typeface="+mn-ea"/>
                          <a:cs typeface="+mn-cs"/>
                        </a:rPr>
                        <a:t>发布 </a:t>
                      </a:r>
                      <a:r>
                        <a:rPr lang="en-US" altLang="zh-CN" sz="1000" b="0" i="0" u="none" strike="noStrike" dirty="0">
                          <a:solidFill>
                            <a:schemeClr val="tx1"/>
                          </a:solidFill>
                          <a:latin typeface="+mj-ea"/>
                          <a:ea typeface="+mn-ea"/>
                          <a:cs typeface="+mn-cs"/>
                        </a:rPr>
                        <a:t>5 </a:t>
                      </a:r>
                      <a:r>
                        <a:rPr lang="zh-CN" altLang="en-US" sz="1000" b="0" i="0" u="none" strike="noStrike" dirty="0">
                          <a:solidFill>
                            <a:schemeClr val="tx1"/>
                          </a:solidFill>
                          <a:latin typeface="+mj-ea"/>
                          <a:ea typeface="+mn-ea"/>
                          <a:cs typeface="+mn-cs"/>
                        </a:rPr>
                        <a:t>个职场类课题</a:t>
                      </a:r>
                      <a:endParaRPr lang="en-US" altLang="zh-CN" sz="1000" b="0" i="0" u="none" strike="noStrike" dirty="0">
                        <a:solidFill>
                          <a:schemeClr val="tx1"/>
                        </a:solidFill>
                        <a:latin typeface="+mj-ea"/>
                        <a:ea typeface="+mn-ea"/>
                        <a:cs typeface="+mn-cs"/>
                      </a:endParaRPr>
                    </a:p>
                    <a:p>
                      <a:endParaRPr lang="zh-CN" altLang="en-US" sz="1000" dirty="0">
                        <a:solidFill>
                          <a:schemeClr val="tx1"/>
                        </a:solidFill>
                        <a:latin typeface="+mj-ea"/>
                        <a:ea typeface="+mj-ea"/>
                      </a:endParaRPr>
                    </a:p>
                  </a:txBody>
                  <a:tcPr anchor="ctr"/>
                </a:tc>
                <a:tc>
                  <a:txBody>
                    <a:bodyPr/>
                    <a:lstStyle/>
                    <a:p>
                      <a:r>
                        <a:rPr lang="en-US" altLang="zh-CN" sz="1000" dirty="0">
                          <a:solidFill>
                            <a:schemeClr val="tx1"/>
                          </a:solidFill>
                          <a:latin typeface="+mj-ea"/>
                          <a:ea typeface="+mj-ea"/>
                        </a:rPr>
                        <a:t>1</a:t>
                      </a:r>
                      <a:r>
                        <a:rPr lang="zh-CN" altLang="en-US" sz="1000" dirty="0">
                          <a:solidFill>
                            <a:schemeClr val="tx1"/>
                          </a:solidFill>
                          <a:latin typeface="+mj-ea"/>
                          <a:ea typeface="+mj-ea"/>
                        </a:rPr>
                        <a:t>家行业领先企业探访</a:t>
                      </a:r>
                      <a:endParaRPr lang="en-US" altLang="zh-CN" sz="1000" dirty="0">
                        <a:solidFill>
                          <a:schemeClr val="tx1"/>
                        </a:solidFill>
                        <a:latin typeface="+mj-ea"/>
                        <a:ea typeface="+mj-ea"/>
                      </a:endParaRPr>
                    </a:p>
                    <a:p>
                      <a:r>
                        <a:rPr lang="zh-CN" altLang="en-US" sz="1000" dirty="0">
                          <a:solidFill>
                            <a:schemeClr val="tx1"/>
                          </a:solidFill>
                          <a:latin typeface="+mj-ea"/>
                          <a:ea typeface="+mj-ea"/>
                        </a:rPr>
                        <a:t>制造业企业</a:t>
                      </a:r>
                    </a:p>
                  </a:txBody>
                  <a:tcPr anchor="ctr"/>
                </a:tc>
                <a:tc>
                  <a:txBody>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zh-CN" altLang="en-US" sz="1000" dirty="0">
                          <a:solidFill>
                            <a:schemeClr val="tx1"/>
                          </a:solidFill>
                          <a:latin typeface="+mj-ea"/>
                          <a:ea typeface="+mj-ea"/>
                        </a:rPr>
                        <a:t>社会企业 </a:t>
                      </a:r>
                      <a:r>
                        <a:rPr lang="en-US" altLang="zh-CN" sz="1000" dirty="0">
                          <a:solidFill>
                            <a:schemeClr val="tx1"/>
                          </a:solidFill>
                          <a:latin typeface="+mj-ea"/>
                          <a:ea typeface="+mj-ea"/>
                        </a:rPr>
                        <a:t>&amp; </a:t>
                      </a:r>
                      <a:r>
                        <a:rPr lang="en" sz="1000" dirty="0">
                          <a:solidFill>
                            <a:schemeClr val="tx1"/>
                          </a:solidFill>
                          <a:latin typeface="+mj-ea"/>
                          <a:ea typeface="+mj-ea"/>
                        </a:rPr>
                        <a:t>NGO </a:t>
                      </a:r>
                      <a:r>
                        <a:rPr lang="zh-CN" altLang="en-US" sz="1000" dirty="0">
                          <a:solidFill>
                            <a:schemeClr val="tx1"/>
                          </a:solidFill>
                          <a:latin typeface="+mj-ea"/>
                          <a:ea typeface="+mj-ea"/>
                        </a:rPr>
                        <a:t>访问</a:t>
                      </a:r>
                      <a:r>
                        <a:rPr lang="en-US" altLang="zh-CN" sz="1000" dirty="0">
                          <a:solidFill>
                            <a:schemeClr val="tx1"/>
                          </a:solidFill>
                          <a:latin typeface="+mj-ea"/>
                          <a:ea typeface="+mj-ea"/>
                        </a:rPr>
                        <a:t>·</a:t>
                      </a:r>
                      <a:r>
                        <a:rPr lang="zh-CN" altLang="en-US" sz="1000" b="0" i="0" u="none" strike="noStrike" dirty="0">
                          <a:solidFill>
                            <a:schemeClr val="tx1"/>
                          </a:solidFill>
                          <a:latin typeface="+mj-ea"/>
                          <a:ea typeface="+mn-ea"/>
                          <a:cs typeface="+mn-cs"/>
                        </a:rPr>
                        <a:t>大鱼营造</a:t>
                      </a:r>
                      <a:br>
                        <a:rPr lang="zh-CN" altLang="en-US" sz="1000" dirty="0">
                          <a:solidFill>
                            <a:schemeClr val="tx1"/>
                          </a:solidFill>
                          <a:latin typeface="+mj-ea"/>
                          <a:ea typeface="+mj-ea"/>
                        </a:rPr>
                      </a:br>
                      <a:r>
                        <a:rPr lang="zh-CN" altLang="en-US" sz="1000" dirty="0">
                          <a:solidFill>
                            <a:schemeClr val="tx1"/>
                          </a:solidFill>
                          <a:latin typeface="+mj-ea"/>
                          <a:ea typeface="+mj-ea"/>
                        </a:rPr>
                        <a:t>公益事业与社会创新学习</a:t>
                      </a:r>
                      <a:endParaRPr lang="en-US" altLang="zh-CN" sz="1000" dirty="0">
                        <a:solidFill>
                          <a:schemeClr val="tx1"/>
                        </a:solidFill>
                        <a:latin typeface="+mj-ea"/>
                        <a:ea typeface="+mj-ea"/>
                      </a:endParaRPr>
                    </a:p>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lang="en-US" altLang="zh-CN" sz="1000" dirty="0">
                        <a:solidFill>
                          <a:schemeClr val="tx1"/>
                        </a:solidFill>
                        <a:latin typeface="+mj-ea"/>
                        <a:ea typeface="+mj-ea"/>
                      </a:endParaRPr>
                    </a:p>
                  </a:txBody>
                  <a:tcPr anchor="ctr"/>
                </a:tc>
                <a:extLst>
                  <a:ext uri="{0D108BD9-81ED-4DB2-BD59-A6C34878D82A}">
                    <a16:rowId xmlns:a16="http://schemas.microsoft.com/office/drawing/2014/main" val="3565153814"/>
                  </a:ext>
                </a:extLst>
              </a:tr>
              <a:tr h="370840">
                <a:tc>
                  <a:txBody>
                    <a:bodyPr/>
                    <a:lstStyle/>
                    <a:p>
                      <a:r>
                        <a:rPr lang="zh-CN" altLang="en-US" sz="1000" b="1" i="0" u="none" strike="noStrike" dirty="0">
                          <a:solidFill>
                            <a:schemeClr val="tx1"/>
                          </a:solidFill>
                          <a:latin typeface="+mj-ea"/>
                          <a:ea typeface="+mn-ea"/>
                          <a:cs typeface="+mn-cs"/>
                        </a:rPr>
                        <a:t>下午 </a:t>
                      </a:r>
                      <a:r>
                        <a:rPr lang="en-US" altLang="zh-CN" sz="1000" b="1" i="0" u="none" strike="noStrike" dirty="0">
                          <a:solidFill>
                            <a:schemeClr val="tx1"/>
                          </a:solidFill>
                          <a:latin typeface="+mj-ea"/>
                          <a:ea typeface="+mn-ea"/>
                          <a:cs typeface="+mn-cs"/>
                        </a:rPr>
                        <a:t>(2:00-5:30)</a:t>
                      </a:r>
                      <a:endParaRPr lang="zh-CN" altLang="en-US" sz="1000" b="0" i="0" u="none" strike="noStrike" dirty="0">
                        <a:solidFill>
                          <a:schemeClr val="tx1"/>
                        </a:solidFill>
                        <a:latin typeface="+mj-ea"/>
                        <a:ea typeface="+mn-ea"/>
                        <a:cs typeface="+mn-cs"/>
                      </a:endParaRPr>
                    </a:p>
                  </a:txBody>
                  <a:tcPr anchor="ctr"/>
                </a:tc>
                <a:tc vMerge="1">
                  <a:txBody>
                    <a:bodyPr/>
                    <a:lstStyle/>
                    <a:p>
                      <a:endParaRPr lang="zh-CN" altLang="en-US" sz="1000" dirty="0">
                        <a:solidFill>
                          <a:schemeClr val="tx1"/>
                        </a:solidFill>
                      </a:endParaRPr>
                    </a:p>
                  </a:txBody>
                  <a:tcPr anchor="ctr"/>
                </a:tc>
                <a:tc>
                  <a:txBody>
                    <a:bodyPr/>
                    <a:lstStyle/>
                    <a:p>
                      <a:r>
                        <a:rPr lang="zh-CN" altLang="en-US" sz="1000" b="0" i="0" u="none" strike="noStrike" dirty="0">
                          <a:solidFill>
                            <a:schemeClr val="tx1"/>
                          </a:solidFill>
                          <a:latin typeface="+mj-ea"/>
                          <a:ea typeface="+mn-ea"/>
                          <a:cs typeface="+mn-cs"/>
                        </a:rPr>
                        <a:t>凯德集团企业探访</a:t>
                      </a:r>
                      <a:r>
                        <a:rPr lang="en-US" altLang="zh-CN" sz="1000" b="0" i="0" u="none" strike="noStrike" dirty="0">
                          <a:solidFill>
                            <a:schemeClr val="tx1"/>
                          </a:solidFill>
                          <a:latin typeface="+mj-ea"/>
                          <a:ea typeface="+mn-ea"/>
                          <a:cs typeface="+mn-cs"/>
                        </a:rPr>
                        <a:t>·</a:t>
                      </a:r>
                      <a:r>
                        <a:rPr lang="zh-CN" altLang="en-US" sz="1000" b="0" i="0" u="none" strike="noStrike" dirty="0">
                          <a:solidFill>
                            <a:schemeClr val="tx1"/>
                          </a:solidFill>
                          <a:latin typeface="+mj-ea"/>
                          <a:ea typeface="+mn-ea"/>
                          <a:cs typeface="+mn-cs"/>
                        </a:rPr>
                        <a:t>招募志愿者岗位分享</a:t>
                      </a:r>
                      <a:endParaRPr lang="en-US" altLang="zh-CN" sz="1000" b="0" i="0" dirty="0">
                        <a:solidFill>
                          <a:schemeClr val="tx1"/>
                        </a:solidFill>
                        <a:effectLst/>
                      </a:endParaRPr>
                    </a:p>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zh-CN" altLang="en-US" sz="1000" b="0" i="0" dirty="0">
                          <a:solidFill>
                            <a:schemeClr val="tx1"/>
                          </a:solidFill>
                          <a:effectLst/>
                        </a:rPr>
                        <a:t>行业前辈分享职场历程</a:t>
                      </a:r>
                      <a:endParaRPr lang="en-US" altLang="zh-CN" sz="1000" b="0" i="0" dirty="0">
                        <a:solidFill>
                          <a:schemeClr val="tx1"/>
                        </a:solidFill>
                        <a:effectLst/>
                      </a:endParaRPr>
                    </a:p>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zh-CN" altLang="en-US" sz="1000" b="0" i="0" dirty="0">
                          <a:solidFill>
                            <a:schemeClr val="tx1"/>
                          </a:solidFill>
                          <a:effectLst/>
                        </a:rPr>
                        <a:t>真人图书馆</a:t>
                      </a:r>
                      <a:r>
                        <a:rPr lang="en-US" altLang="zh-CN" sz="1000" b="0" i="0" dirty="0">
                          <a:solidFill>
                            <a:schemeClr val="tx1"/>
                          </a:solidFill>
                          <a:effectLst/>
                        </a:rPr>
                        <a:t>—</a:t>
                      </a:r>
                      <a:r>
                        <a:rPr lang="zh-CN" altLang="en-US" sz="1000" b="0" i="0" dirty="0">
                          <a:solidFill>
                            <a:schemeClr val="tx1"/>
                          </a:solidFill>
                          <a:effectLst/>
                        </a:rPr>
                        <a:t>招募志愿者</a:t>
                      </a:r>
                      <a:endParaRPr lang="en-US" altLang="zh-CN" sz="1000" b="0" i="0" dirty="0">
                        <a:solidFill>
                          <a:schemeClr val="tx1"/>
                        </a:solidFill>
                        <a:effectLst/>
                      </a:endParaRPr>
                    </a:p>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lang="en-US" altLang="zh-CN" sz="1000" b="0" i="0" dirty="0">
                        <a:solidFill>
                          <a:schemeClr val="tx1"/>
                        </a:solidFill>
                        <a:effectLst/>
                      </a:endParaRPr>
                    </a:p>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zh-CN" altLang="en-US" sz="1000" b="0" i="0" dirty="0">
                          <a:solidFill>
                            <a:schemeClr val="tx1"/>
                          </a:solidFill>
                          <a:effectLst/>
                        </a:rPr>
                        <a:t>认识城市：夜上海</a:t>
                      </a:r>
                      <a:r>
                        <a:rPr lang="en-US" altLang="zh-CN" sz="1000" b="0" i="0" dirty="0">
                          <a:solidFill>
                            <a:schemeClr val="tx1"/>
                          </a:solidFill>
                          <a:effectLst/>
                        </a:rPr>
                        <a:t>·</a:t>
                      </a:r>
                      <a:r>
                        <a:rPr lang="zh-CN" altLang="en-US" sz="1000" b="0" i="0" dirty="0">
                          <a:solidFill>
                            <a:schemeClr val="tx1"/>
                          </a:solidFill>
                          <a:effectLst/>
                        </a:rPr>
                        <a:t>晚上浦江游轮</a:t>
                      </a:r>
                    </a:p>
                    <a:p>
                      <a:br>
                        <a:rPr lang="zh-CN" altLang="en-US" sz="1000" dirty="0">
                          <a:solidFill>
                            <a:schemeClr val="tx1"/>
                          </a:solidFill>
                          <a:latin typeface="+mj-ea"/>
                          <a:ea typeface="+mj-ea"/>
                        </a:rPr>
                      </a:br>
                      <a:endParaRPr lang="zh-CN" altLang="en-US" sz="1000" dirty="0">
                        <a:solidFill>
                          <a:schemeClr val="tx1"/>
                        </a:solidFill>
                        <a:latin typeface="+mj-ea"/>
                        <a:ea typeface="+mj-ea"/>
                      </a:endParaRPr>
                    </a:p>
                  </a:txBody>
                  <a:tcPr anchor="ctr"/>
                </a:tc>
                <a:tc>
                  <a:txBody>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zh-CN" altLang="en-US" sz="1000" b="0" i="0" u="none" strike="noStrike" dirty="0">
                          <a:solidFill>
                            <a:schemeClr val="tx1"/>
                          </a:solidFill>
                          <a:latin typeface="+mj-ea"/>
                          <a:ea typeface="+mn-ea"/>
                          <a:cs typeface="+mn-cs"/>
                        </a:rPr>
                        <a:t>黑暗中对话</a:t>
                      </a:r>
                      <a:r>
                        <a:rPr lang="en-US" altLang="zh-CN" sz="1000" b="0" i="0" u="none" strike="noStrike" dirty="0">
                          <a:solidFill>
                            <a:schemeClr val="tx1"/>
                          </a:solidFill>
                          <a:latin typeface="+mj-ea"/>
                          <a:ea typeface="+mn-ea"/>
                          <a:cs typeface="+mn-cs"/>
                        </a:rPr>
                        <a:t>·</a:t>
                      </a:r>
                      <a:r>
                        <a:rPr lang="zh-CN" altLang="en-US" sz="1000" b="0" i="0" u="none" strike="noStrike" dirty="0">
                          <a:solidFill>
                            <a:schemeClr val="tx1"/>
                          </a:solidFill>
                          <a:latin typeface="+mj-ea"/>
                          <a:ea typeface="+mn-ea"/>
                          <a:cs typeface="+mn-cs"/>
                        </a:rPr>
                        <a:t>沉浸式体验</a:t>
                      </a:r>
                      <a:endParaRPr lang="en-US" altLang="zh-CN" sz="1000" b="0" i="0" u="none" strike="noStrike" dirty="0">
                        <a:solidFill>
                          <a:schemeClr val="tx1"/>
                        </a:solidFill>
                        <a:latin typeface="+mj-ea"/>
                        <a:ea typeface="+mn-ea"/>
                        <a:cs typeface="+mn-cs"/>
                      </a:endParaRPr>
                    </a:p>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endParaRPr lang="en-US" altLang="zh-CN" sz="1000" b="0" i="0" u="none" strike="noStrike" dirty="0">
                        <a:solidFill>
                          <a:schemeClr val="tx1"/>
                        </a:solidFill>
                        <a:latin typeface="+mj-ea"/>
                        <a:ea typeface="+mn-ea"/>
                        <a:cs typeface="+mn-cs"/>
                      </a:endParaRPr>
                    </a:p>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zh-CN" altLang="en-US" sz="1000" b="0" i="0" u="none" strike="noStrike" dirty="0">
                          <a:solidFill>
                            <a:schemeClr val="tx1"/>
                          </a:solidFill>
                          <a:latin typeface="+mj-ea"/>
                          <a:ea typeface="+mn-ea"/>
                          <a:cs typeface="+mn-cs"/>
                        </a:rPr>
                        <a:t>营期内要完成软技能</a:t>
                      </a:r>
                      <a:r>
                        <a:rPr lang="en-US" altLang="zh-CN" sz="1000" b="0" i="0" u="none" strike="noStrike" dirty="0">
                          <a:solidFill>
                            <a:schemeClr val="tx1"/>
                          </a:solidFill>
                          <a:latin typeface="+mj-ea"/>
                          <a:ea typeface="+mn-ea"/>
                          <a:cs typeface="+mn-cs"/>
                        </a:rPr>
                        <a:t>·</a:t>
                      </a:r>
                      <a:r>
                        <a:rPr lang="zh-CN" altLang="en-US" sz="1000" b="0" i="0" u="none" strike="noStrike" dirty="0">
                          <a:solidFill>
                            <a:schemeClr val="tx1"/>
                          </a:solidFill>
                          <a:latin typeface="+mj-ea"/>
                          <a:ea typeface="+mn-ea"/>
                          <a:cs typeface="+mn-cs"/>
                        </a:rPr>
                        <a:t>沟通、协同</a:t>
                      </a:r>
                      <a:endParaRPr lang="en-US" altLang="zh-CN" sz="1000" b="0" i="0" u="none" strike="noStrike" dirty="0">
                        <a:solidFill>
                          <a:schemeClr val="tx1"/>
                        </a:solidFill>
                        <a:latin typeface="+mj-ea"/>
                        <a:ea typeface="+mn-ea"/>
                        <a:cs typeface="+mn-cs"/>
                      </a:endParaRPr>
                    </a:p>
                    <a:p>
                      <a:endParaRPr lang="en-US" altLang="zh-CN" sz="1000" dirty="0">
                        <a:solidFill>
                          <a:schemeClr val="tx1"/>
                        </a:solidFill>
                        <a:latin typeface="+mj-ea"/>
                        <a:ea typeface="+mj-ea"/>
                      </a:endParaRPr>
                    </a:p>
                    <a:p>
                      <a:r>
                        <a:rPr lang="en-US" altLang="zh-CN" sz="1000" dirty="0" err="1">
                          <a:solidFill>
                            <a:schemeClr val="tx1"/>
                          </a:solidFill>
                          <a:latin typeface="+mj-ea"/>
                          <a:ea typeface="+mj-ea"/>
                        </a:rPr>
                        <a:t>Eg</a:t>
                      </a:r>
                      <a:r>
                        <a:rPr lang="zh-CN" altLang="en-US" sz="1000" dirty="0">
                          <a:solidFill>
                            <a:schemeClr val="tx1"/>
                          </a:solidFill>
                          <a:latin typeface="+mj-ea"/>
                          <a:ea typeface="+mj-ea"/>
                        </a:rPr>
                        <a:t>：采访一位职场前辈，制作视频</a:t>
                      </a:r>
                    </a:p>
                  </a:txBody>
                  <a:tcPr anchor="ctr"/>
                </a:tc>
                <a:tc>
                  <a:txBody>
                    <a:bodyPr/>
                    <a:lstStyle/>
                    <a:p>
                      <a:r>
                        <a:rPr lang="en-US" altLang="zh-CN" sz="1000" dirty="0">
                          <a:solidFill>
                            <a:schemeClr val="tx1"/>
                          </a:solidFill>
                          <a:latin typeface="+mj-ea"/>
                          <a:ea typeface="+mj-ea"/>
                        </a:rPr>
                        <a:t>1 </a:t>
                      </a:r>
                      <a:r>
                        <a:rPr lang="zh-CN" altLang="en-US" sz="1000" dirty="0">
                          <a:solidFill>
                            <a:schemeClr val="tx1"/>
                          </a:solidFill>
                          <a:latin typeface="+mj-ea"/>
                          <a:ea typeface="+mj-ea"/>
                        </a:rPr>
                        <a:t>家科技公司探访</a:t>
                      </a:r>
                      <a:r>
                        <a:rPr lang="en-US" altLang="zh-CN" sz="1000" dirty="0">
                          <a:solidFill>
                            <a:schemeClr val="tx1"/>
                          </a:solidFill>
                          <a:latin typeface="+mj-ea"/>
                          <a:ea typeface="+mj-ea"/>
                        </a:rPr>
                        <a:t>·</a:t>
                      </a:r>
                      <a:r>
                        <a:rPr lang="en" sz="1000" dirty="0">
                          <a:solidFill>
                            <a:schemeClr val="tx1"/>
                          </a:solidFill>
                          <a:latin typeface="+mj-ea"/>
                          <a:ea typeface="+mj-ea"/>
                        </a:rPr>
                        <a:t>AI </a:t>
                      </a:r>
                    </a:p>
                    <a:p>
                      <a:r>
                        <a:rPr lang="zh-CN" altLang="en-US" sz="1000" dirty="0">
                          <a:solidFill>
                            <a:schemeClr val="tx1"/>
                          </a:solidFill>
                          <a:latin typeface="+mj-ea"/>
                          <a:ea typeface="+mj-ea"/>
                        </a:rPr>
                        <a:t>平权 </a:t>
                      </a:r>
                      <a:r>
                        <a:rPr lang="en-US" altLang="zh-CN" sz="1000" dirty="0">
                          <a:solidFill>
                            <a:schemeClr val="tx1"/>
                          </a:solidFill>
                          <a:latin typeface="+mj-ea"/>
                          <a:ea typeface="+mj-ea"/>
                        </a:rPr>
                        <a:t>&amp; </a:t>
                      </a:r>
                      <a:r>
                        <a:rPr lang="en" sz="1000" dirty="0">
                          <a:solidFill>
                            <a:schemeClr val="tx1"/>
                          </a:solidFill>
                          <a:latin typeface="+mj-ea"/>
                          <a:ea typeface="+mj-ea"/>
                        </a:rPr>
                        <a:t>AI </a:t>
                      </a:r>
                      <a:r>
                        <a:rPr lang="zh-CN" altLang="en-US" sz="1000" dirty="0">
                          <a:solidFill>
                            <a:schemeClr val="tx1"/>
                          </a:solidFill>
                          <a:latin typeface="+mj-ea"/>
                          <a:ea typeface="+mj-ea"/>
                        </a:rPr>
                        <a:t>职场技能培训</a:t>
                      </a:r>
                    </a:p>
                  </a:txBody>
                  <a:tcPr anchor="ctr"/>
                </a:tc>
                <a:tc>
                  <a:txBody>
                    <a:bodyPr/>
                    <a:lstStyle/>
                    <a:p>
                      <a:r>
                        <a:rPr lang="zh-CN" altLang="en-US" sz="1000" dirty="0">
                          <a:solidFill>
                            <a:schemeClr val="tx1"/>
                          </a:solidFill>
                          <a:latin typeface="+mj-ea"/>
                          <a:ea typeface="+mj-ea"/>
                        </a:rPr>
                        <a:t>结业仪式 </a:t>
                      </a:r>
                      <a:endParaRPr lang="en-US" altLang="zh-CN" sz="1000" dirty="0">
                        <a:solidFill>
                          <a:schemeClr val="tx1"/>
                        </a:solidFill>
                        <a:latin typeface="+mj-ea"/>
                        <a:ea typeface="+mj-ea"/>
                      </a:endParaRPr>
                    </a:p>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zh-CN" altLang="en-US" sz="1000" b="0" i="0" u="none" strike="noStrike" dirty="0">
                          <a:solidFill>
                            <a:schemeClr val="tx1"/>
                          </a:solidFill>
                          <a:latin typeface="+mj-ea"/>
                          <a:ea typeface="+mn-ea"/>
                          <a:cs typeface="+mn-cs"/>
                        </a:rPr>
                        <a:t>勾画自己理想的模样</a:t>
                      </a:r>
                      <a:endParaRPr lang="en-US" altLang="zh-CN" sz="1000" b="0" i="0" u="none" strike="noStrike" dirty="0">
                        <a:solidFill>
                          <a:schemeClr val="tx1"/>
                        </a:solidFill>
                        <a:latin typeface="+mj-ea"/>
                        <a:ea typeface="+mn-ea"/>
                        <a:cs typeface="+mn-cs"/>
                      </a:endParaRPr>
                    </a:p>
                    <a:p>
                      <a:endParaRPr lang="en-US" altLang="zh-CN" sz="1000" dirty="0">
                        <a:solidFill>
                          <a:schemeClr val="tx1"/>
                        </a:solidFill>
                        <a:latin typeface="+mj-ea"/>
                        <a:ea typeface="+mj-ea"/>
                      </a:endParaRPr>
                    </a:p>
                    <a:p>
                      <a:r>
                        <a:rPr lang="en-US" altLang="zh-CN" sz="1000" dirty="0">
                          <a:solidFill>
                            <a:schemeClr val="tx1"/>
                          </a:solidFill>
                          <a:latin typeface="+mj-ea"/>
                          <a:ea typeface="+mj-ea"/>
                        </a:rPr>
                        <a:t>&amp; </a:t>
                      </a:r>
                      <a:r>
                        <a:rPr lang="zh-CN" altLang="en-US" sz="1000" dirty="0">
                          <a:solidFill>
                            <a:schemeClr val="tx1"/>
                          </a:solidFill>
                          <a:latin typeface="+mj-ea"/>
                          <a:ea typeface="+mj-ea"/>
                        </a:rPr>
                        <a:t>成果展示</a:t>
                      </a:r>
                      <a:r>
                        <a:rPr lang="en-US" altLang="zh-CN" sz="1000" dirty="0">
                          <a:solidFill>
                            <a:schemeClr val="tx1"/>
                          </a:solidFill>
                          <a:latin typeface="+mj-ea"/>
                          <a:ea typeface="+mj-ea"/>
                        </a:rPr>
                        <a:t>—</a:t>
                      </a:r>
                      <a:r>
                        <a:rPr lang="zh-CN" altLang="en-US" sz="1000" dirty="0">
                          <a:solidFill>
                            <a:schemeClr val="tx1"/>
                          </a:solidFill>
                          <a:latin typeface="+mj-ea"/>
                          <a:ea typeface="+mj-ea"/>
                        </a:rPr>
                        <a:t>采访？</a:t>
                      </a:r>
                      <a:endParaRPr lang="en-US" altLang="zh-CN" sz="1000" dirty="0">
                        <a:solidFill>
                          <a:schemeClr val="tx1"/>
                        </a:solidFill>
                        <a:latin typeface="+mj-ea"/>
                        <a:ea typeface="+mj-ea"/>
                      </a:endParaRPr>
                    </a:p>
                    <a:p>
                      <a:r>
                        <a:rPr lang="zh-CN" altLang="en-US" sz="1000" dirty="0">
                          <a:solidFill>
                            <a:schemeClr val="tx1"/>
                          </a:solidFill>
                          <a:latin typeface="+mj-ea"/>
                          <a:ea typeface="+mj-ea"/>
                        </a:rPr>
                        <a:t>航班返程</a:t>
                      </a:r>
                    </a:p>
                  </a:txBody>
                  <a:tcPr anchor="ctr"/>
                </a:tc>
                <a:extLst>
                  <a:ext uri="{0D108BD9-81ED-4DB2-BD59-A6C34878D82A}">
                    <a16:rowId xmlns:a16="http://schemas.microsoft.com/office/drawing/2014/main" val="874102874"/>
                  </a:ext>
                </a:extLst>
              </a:tr>
              <a:tr h="370840">
                <a:tc>
                  <a:txBody>
                    <a:bodyPr/>
                    <a:lstStyle/>
                    <a:p>
                      <a:endParaRPr lang="zh-CN" altLang="en-US" sz="1000" dirty="0">
                        <a:solidFill>
                          <a:schemeClr val="tx1"/>
                        </a:solidFill>
                        <a:latin typeface="+mj-ea"/>
                        <a:ea typeface="+mj-ea"/>
                      </a:endParaRPr>
                    </a:p>
                  </a:txBody>
                  <a:tcPr anchor="ctr"/>
                </a:tc>
                <a:tc vMerge="1">
                  <a:txBody>
                    <a:bodyPr/>
                    <a:lstStyle/>
                    <a:p>
                      <a:endParaRPr lang="zh-CN" altLang="en-US" sz="1000" dirty="0">
                        <a:solidFill>
                          <a:schemeClr val="tx1"/>
                        </a:solidFill>
                      </a:endParaRPr>
                    </a:p>
                  </a:txBody>
                  <a:tcPr anchor="ctr"/>
                </a:tc>
                <a:tc gridSpan="4">
                  <a:txBody>
                    <a:bodyPr/>
                    <a:lstStyle/>
                    <a:p>
                      <a:pPr algn="ctr"/>
                      <a:r>
                        <a:rPr lang="zh-CN" altLang="en-US" sz="1000" dirty="0">
                          <a:solidFill>
                            <a:schemeClr val="tx1"/>
                          </a:solidFill>
                          <a:latin typeface="+mj-ea"/>
                          <a:ea typeface="+mj-ea"/>
                        </a:rPr>
                        <a:t>晚上复盘</a:t>
                      </a:r>
                    </a:p>
                  </a:txBody>
                  <a:tcPr anchor="ctr"/>
                </a:tc>
                <a:tc hMerge="1">
                  <a:txBody>
                    <a:bodyPr/>
                    <a:lstStyle/>
                    <a:p>
                      <a:endParaRPr lang="zh-CN" altLang="en-US" sz="1000" dirty="0">
                        <a:solidFill>
                          <a:schemeClr val="tx1"/>
                        </a:solidFill>
                        <a:latin typeface="+mj-ea"/>
                        <a:ea typeface="+mj-ea"/>
                      </a:endParaRPr>
                    </a:p>
                  </a:txBody>
                  <a:tcPr anchor="ctr"/>
                </a:tc>
                <a:tc hMerge="1">
                  <a:txBody>
                    <a:bodyPr/>
                    <a:lstStyle/>
                    <a:p>
                      <a:endParaRPr lang="zh-CN" altLang="en-US" sz="1000" dirty="0">
                        <a:solidFill>
                          <a:schemeClr val="tx1"/>
                        </a:solidFill>
                        <a:latin typeface="+mj-ea"/>
                        <a:ea typeface="+mj-ea"/>
                      </a:endParaRPr>
                    </a:p>
                  </a:txBody>
                  <a:tcPr anchor="ctr"/>
                </a:tc>
                <a:tc hMerge="1">
                  <a:txBody>
                    <a:bodyPr/>
                    <a:lstStyle/>
                    <a:p>
                      <a:endParaRPr lang="zh-CN" altLang="en-US" sz="1000" dirty="0">
                        <a:solidFill>
                          <a:schemeClr val="tx1"/>
                        </a:solidFill>
                        <a:latin typeface="+mj-ea"/>
                        <a:ea typeface="+mj-ea"/>
                      </a:endParaRPr>
                    </a:p>
                  </a:txBody>
                  <a:tcPr anchor="ctr"/>
                </a:tc>
                <a:extLst>
                  <a:ext uri="{0D108BD9-81ED-4DB2-BD59-A6C34878D82A}">
                    <a16:rowId xmlns:a16="http://schemas.microsoft.com/office/drawing/2014/main" val="2482699500"/>
                  </a:ext>
                </a:extLst>
              </a:tr>
            </a:tbl>
          </a:graphicData>
        </a:graphic>
      </p:graphicFrame>
      <p:pic>
        <p:nvPicPr>
          <p:cNvPr id="5" name="图片 4">
            <a:extLst>
              <a:ext uri="{FF2B5EF4-FFF2-40B4-BE49-F238E27FC236}">
                <a16:creationId xmlns:a16="http://schemas.microsoft.com/office/drawing/2014/main" id="{20F6E06C-B9B2-8512-169A-823F7B9F63AA}"/>
              </a:ext>
            </a:extLst>
          </p:cNvPr>
          <p:cNvPicPr>
            <a:picLocks noChangeAspect="1"/>
          </p:cNvPicPr>
          <p:nvPr/>
        </p:nvPicPr>
        <p:blipFill>
          <a:blip r:embed="rId2"/>
          <a:srcRect t="31099" b="7087"/>
          <a:stretch/>
        </p:blipFill>
        <p:spPr>
          <a:xfrm>
            <a:off x="3949736" y="3100156"/>
            <a:ext cx="1048735" cy="1982086"/>
          </a:xfrm>
          <a:prstGeom prst="rect">
            <a:avLst/>
          </a:prstGeom>
        </p:spPr>
      </p:pic>
    </p:spTree>
    <p:extLst>
      <p:ext uri="{BB962C8B-B14F-4D97-AF65-F5344CB8AC3E}">
        <p14:creationId xmlns:p14="http://schemas.microsoft.com/office/powerpoint/2010/main" val="16852787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F31827-C345-A85D-1D90-2C10C67B6D14}"/>
              </a:ext>
            </a:extLst>
          </p:cNvPr>
          <p:cNvSpPr>
            <a:spLocks noGrp="1"/>
          </p:cNvSpPr>
          <p:nvPr>
            <p:ph type="title"/>
          </p:nvPr>
        </p:nvSpPr>
        <p:spPr/>
        <p:txBody>
          <a:bodyPr/>
          <a:lstStyle/>
          <a:p>
            <a:r>
              <a:rPr kumimoji="1" lang="zh-CN" altLang="en-US" dirty="0"/>
              <a:t>每日的详细解读 目标</a:t>
            </a:r>
            <a:r>
              <a:rPr kumimoji="1" lang="en-US" altLang="zh-CN" dirty="0"/>
              <a:t>&amp;</a:t>
            </a:r>
            <a:r>
              <a:rPr kumimoji="1" lang="zh-CN" altLang="en-US" dirty="0"/>
              <a:t>简要日程</a:t>
            </a:r>
          </a:p>
        </p:txBody>
      </p:sp>
      <p:sp>
        <p:nvSpPr>
          <p:cNvPr id="3" name="文本占位符 2">
            <a:extLst>
              <a:ext uri="{FF2B5EF4-FFF2-40B4-BE49-F238E27FC236}">
                <a16:creationId xmlns:a16="http://schemas.microsoft.com/office/drawing/2014/main" id="{899999F8-D192-4ED0-8B50-399F1FE4EDDA}"/>
              </a:ext>
            </a:extLst>
          </p:cNvPr>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2880764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41"/>
          <p:cNvSpPr txBox="1">
            <a:spLocks noGrp="1"/>
          </p:cNvSpPr>
          <p:nvPr>
            <p:ph type="title"/>
          </p:nvPr>
        </p:nvSpPr>
        <p:spPr>
          <a:xfrm>
            <a:off x="93825" y="154125"/>
            <a:ext cx="8920500" cy="309600"/>
          </a:xfrm>
          <a:prstGeom prst="rect">
            <a:avLst/>
          </a:prstGeom>
        </p:spPr>
        <p:txBody>
          <a:bodyPr wrap="square" lIns="91425" tIns="91425" rIns="91425" bIns="91425" anchor="t" anchorCtr="0"/>
          <a:lstStyle/>
          <a:p>
            <a:pPr marL="0" lvl="0" indent="0" algn="l">
              <a:spcBef>
                <a:spcPts val="0"/>
              </a:spcBef>
              <a:spcAft>
                <a:spcPts val="0"/>
              </a:spcAft>
              <a:buNone/>
            </a:pPr>
            <a:r>
              <a:rPr lang="zh-CN" altLang="zh-CN" b="1">
                <a:solidFill>
                  <a:srgbClr val="125284"/>
                </a:solidFill>
                <a:latin typeface="Microsoft YaHei"/>
                <a:ea typeface="Microsoft YaHei"/>
              </a:rPr>
              <a:t>设计与交付</a:t>
            </a:r>
            <a:r>
              <a:rPr lang="zh-CN" altLang="zh-CN" b="1">
                <a:latin typeface="Microsoft YaHei"/>
                <a:ea typeface="Microsoft YaHei"/>
              </a:rPr>
              <a:t>乡村大学生职业认知研学营项目</a:t>
            </a:r>
            <a:r>
              <a:rPr lang="zh-CN" altLang="zh-CN" b="1">
                <a:solidFill>
                  <a:srgbClr val="125284"/>
                </a:solidFill>
                <a:latin typeface="Microsoft YaHei"/>
                <a:ea typeface="Microsoft YaHei"/>
              </a:rPr>
              <a:t>的主要步骤</a:t>
            </a:r>
            <a:endParaRPr b="1">
              <a:solidFill>
                <a:srgbClr val="125284"/>
              </a:solidFill>
              <a:latin typeface="Microsoft YaHei"/>
              <a:ea typeface="Microsoft YaHei"/>
            </a:endParaRPr>
          </a:p>
        </p:txBody>
      </p:sp>
      <p:sp>
        <p:nvSpPr>
          <p:cNvPr id="288" name="Google Shape;288;p41"/>
          <p:cNvSpPr txBox="1"/>
          <p:nvPr/>
        </p:nvSpPr>
        <p:spPr>
          <a:xfrm>
            <a:off x="170025" y="1739391"/>
            <a:ext cx="2413000" cy="2492960"/>
          </a:xfrm>
          <a:prstGeom prst="rect">
            <a:avLst/>
          </a:prstGeom>
          <a:noFill/>
          <a:ln>
            <a:noFill/>
          </a:ln>
        </p:spPr>
        <p:txBody>
          <a:bodyPr wrap="square" lIns="91425" tIns="91425" rIns="91425" bIns="91425" anchor="t" anchorCtr="0">
            <a:spAutoFit/>
          </a:bodyPr>
          <a:lstStyle>
            <a:lvl1pPr marL="457200" lvl="0" indent="-292100">
              <a:spcBef>
                <a:spcPts val="1200"/>
              </a:spcBef>
              <a:buClr>
                <a:schemeClr val="dk1"/>
              </a:buClr>
              <a:buSzPts val="1000"/>
              <a:buFont typeface="Nunito"/>
              <a:buChar char="●"/>
              <a:defRPr sz="1000" b="1">
                <a:solidFill>
                  <a:schemeClr val="dk1"/>
                </a:solidFill>
                <a:latin typeface="Nunito"/>
              </a:defRPr>
            </a:lvl1pPr>
          </a:lstStyle>
          <a:p>
            <a:pPr marL="457200" lvl="0" indent="-292100" algn="l" defTabSz="914400">
              <a:lnSpc>
                <a:spcPct val="100000"/>
              </a:lnSpc>
              <a:spcBef>
                <a:spcPts val="1200"/>
              </a:spcBef>
              <a:spcAft>
                <a:spcPts val="0"/>
              </a:spcAft>
              <a:buClr>
                <a:srgbClr val="125284"/>
              </a:buClr>
              <a:buSzPts val="1000"/>
              <a:buFont typeface="Nunito"/>
              <a:buChar char="●"/>
              <a:defRPr/>
            </a:pPr>
            <a:r>
              <a:rPr lang="zh-CN" altLang="zh-CN" sz="1000" b="1" i="0" u="none" strike="noStrike" kern="0" spc="0" baseline="0">
                <a:ln>
                  <a:noFill/>
                </a:ln>
                <a:solidFill>
                  <a:srgbClr val="125284"/>
                </a:solidFill>
                <a:effectLst/>
                <a:latin typeface="Microsoft YaHei"/>
                <a:ea typeface="Microsoft YaHei"/>
              </a:rPr>
              <a:t>举行</a:t>
            </a:r>
            <a:r>
              <a:rPr lang="en-US" altLang="en-US" sz="1000" b="1" i="0" u="none" strike="noStrike" kern="0" spc="0" baseline="0">
                <a:ln>
                  <a:noFill/>
                </a:ln>
                <a:solidFill>
                  <a:srgbClr val="125284"/>
                </a:solidFill>
                <a:effectLst/>
                <a:latin typeface="Microsoft YaHei"/>
                <a:ea typeface="Microsoft YaHei"/>
              </a:rPr>
              <a:t>1</a:t>
            </a:r>
            <a:r>
              <a:rPr lang="zh-CN" altLang="zh-CN" sz="1000" b="1" i="0" u="none" strike="noStrike" kern="0" spc="0" baseline="0">
                <a:ln>
                  <a:noFill/>
                </a:ln>
                <a:solidFill>
                  <a:srgbClr val="125284"/>
                </a:solidFill>
                <a:effectLst/>
                <a:latin typeface="Microsoft YaHei"/>
                <a:ea typeface="Microsoft YaHei"/>
              </a:rPr>
              <a:t>次启动会议</a:t>
            </a:r>
            <a:r>
              <a:rPr lang="zh-CN" altLang="zh-CN" sz="1000" b="0" i="0" u="none" strike="noStrike" kern="0" spc="0" baseline="0">
                <a:ln>
                  <a:noFill/>
                </a:ln>
                <a:solidFill>
                  <a:srgbClr val="125284"/>
                </a:solidFill>
                <a:effectLst/>
                <a:latin typeface="Microsoft YaHei"/>
                <a:ea typeface="Microsoft YaHei"/>
              </a:rPr>
              <a:t>，以最终确定工作范围和交付成果，例如学习旅程、对话和培训课程。</a:t>
            </a:r>
          </a:p>
          <a:p>
            <a:pPr marL="457200" lvl="0" indent="-292100" algn="l" defTabSz="914400">
              <a:lnSpc>
                <a:spcPct val="100000"/>
              </a:lnSpc>
              <a:spcBef>
                <a:spcPts val="1200"/>
              </a:spcBef>
              <a:spcAft>
                <a:spcPts val="0"/>
              </a:spcAft>
              <a:buClr>
                <a:srgbClr val="125284"/>
              </a:buClr>
              <a:buSzPts val="1000"/>
              <a:buFont typeface="Nunito"/>
              <a:buChar char="●"/>
              <a:defRPr/>
            </a:pPr>
            <a:r>
              <a:rPr lang="zh-CN" altLang="zh-CN" sz="1000" b="1" i="0" u="none" strike="noStrike" kern="0" spc="0" baseline="0">
                <a:ln>
                  <a:noFill/>
                </a:ln>
                <a:solidFill>
                  <a:srgbClr val="125284"/>
                </a:solidFill>
                <a:effectLst/>
                <a:latin typeface="Microsoft YaHei"/>
                <a:ea typeface="Microsoft YaHei"/>
              </a:rPr>
              <a:t>制定资格标准</a:t>
            </a:r>
            <a:r>
              <a:rPr lang="zh-CN" altLang="zh-CN" sz="1000" b="0" i="0" u="none" strike="noStrike" kern="0" spc="0" baseline="0">
                <a:ln>
                  <a:noFill/>
                </a:ln>
                <a:solidFill>
                  <a:srgbClr val="125284"/>
                </a:solidFill>
                <a:effectLst/>
                <a:latin typeface="Microsoft YaHei"/>
                <a:ea typeface="Microsoft YaHei"/>
              </a:rPr>
              <a:t>，以支持对项目潜在参与者的筛选。</a:t>
            </a:r>
          </a:p>
          <a:p>
            <a:pPr marL="457200" lvl="0" indent="-292100" algn="l" defTabSz="914400">
              <a:lnSpc>
                <a:spcPct val="100000"/>
              </a:lnSpc>
              <a:spcBef>
                <a:spcPts val="1200"/>
              </a:spcBef>
              <a:spcAft>
                <a:spcPts val="0"/>
              </a:spcAft>
              <a:buClr>
                <a:srgbClr val="125284"/>
              </a:buClr>
              <a:buSzPts val="1000"/>
              <a:buFont typeface="Nunito"/>
              <a:buChar char="●"/>
              <a:defRPr/>
            </a:pPr>
            <a:r>
              <a:rPr lang="zh-CN" altLang="zh-CN" sz="1000" b="1" i="0" u="none" strike="noStrike" kern="0" spc="0" baseline="0">
                <a:ln>
                  <a:noFill/>
                </a:ln>
                <a:solidFill>
                  <a:srgbClr val="125284"/>
                </a:solidFill>
                <a:effectLst/>
                <a:latin typeface="Microsoft YaHei"/>
                <a:ea typeface="Microsoft YaHei"/>
              </a:rPr>
              <a:t>制定学习目标</a:t>
            </a:r>
            <a:r>
              <a:rPr lang="zh-CN" altLang="zh-CN" sz="1000" b="0" i="0" u="none" strike="noStrike" kern="0" spc="0" baseline="0">
                <a:ln>
                  <a:noFill/>
                </a:ln>
                <a:solidFill>
                  <a:srgbClr val="125284"/>
                </a:solidFill>
                <a:effectLst/>
                <a:latin typeface="Microsoft YaHei"/>
                <a:ea typeface="Microsoft YaHei"/>
              </a:rPr>
              <a:t>，以指导项目的设计。</a:t>
            </a:r>
          </a:p>
          <a:p>
            <a:pPr marL="457200" lvl="0" indent="-292100" algn="l" defTabSz="914400">
              <a:lnSpc>
                <a:spcPct val="100000"/>
              </a:lnSpc>
              <a:spcBef>
                <a:spcPts val="1200"/>
              </a:spcBef>
              <a:spcAft>
                <a:spcPts val="0"/>
              </a:spcAft>
              <a:buClr>
                <a:srgbClr val="125284"/>
              </a:buClr>
              <a:buSzPts val="1000"/>
              <a:buFont typeface="Nunito"/>
              <a:buChar char="●"/>
              <a:defRPr/>
            </a:pPr>
            <a:r>
              <a:rPr lang="zh-CN" altLang="zh-CN" sz="1000" b="1" i="0" u="none" strike="noStrike" kern="0" spc="0" baseline="0">
                <a:ln>
                  <a:noFill/>
                </a:ln>
                <a:solidFill>
                  <a:srgbClr val="125284"/>
                </a:solidFill>
                <a:effectLst/>
                <a:latin typeface="Microsoft YaHei"/>
                <a:ea typeface="Microsoft YaHei"/>
              </a:rPr>
              <a:t>设计学习与发展需求分析调研</a:t>
            </a:r>
            <a:r>
              <a:rPr lang="zh-CN" altLang="zh-CN" sz="1000" b="0" i="0" u="none" strike="noStrike" kern="0" spc="0" baseline="0">
                <a:ln>
                  <a:noFill/>
                </a:ln>
                <a:solidFill>
                  <a:srgbClr val="125284"/>
                </a:solidFill>
                <a:effectLst/>
                <a:latin typeface="Microsoft YaHei"/>
                <a:ea typeface="Microsoft YaHei"/>
              </a:rPr>
              <a:t>。</a:t>
            </a:r>
          </a:p>
          <a:p>
            <a:pPr marL="457200" lvl="0" indent="-292100" algn="l" defTabSz="914400">
              <a:lnSpc>
                <a:spcPct val="100000"/>
              </a:lnSpc>
              <a:spcBef>
                <a:spcPts val="1200"/>
              </a:spcBef>
              <a:spcAft>
                <a:spcPts val="0"/>
              </a:spcAft>
              <a:buClr>
                <a:srgbClr val="125284"/>
              </a:buClr>
              <a:buSzPts val="1000"/>
              <a:buFont typeface="Nunito"/>
              <a:buChar char="●"/>
              <a:defRPr/>
            </a:pPr>
            <a:r>
              <a:rPr lang="zh-CN" altLang="zh-CN" sz="1000" b="1" i="0" u="none" strike="noStrike" kern="0" spc="0" baseline="0">
                <a:ln>
                  <a:noFill/>
                </a:ln>
                <a:solidFill>
                  <a:srgbClr val="125284"/>
                </a:solidFill>
                <a:effectLst/>
                <a:latin typeface="Microsoft YaHei"/>
                <a:ea typeface="Microsoft YaHei"/>
              </a:rPr>
              <a:t>制定监测流程，</a:t>
            </a:r>
            <a:r>
              <a:rPr lang="zh-CN" altLang="zh-CN" sz="1000" b="0" i="0" u="none" strike="noStrike" kern="0" spc="0" baseline="0">
                <a:ln>
                  <a:noFill/>
                </a:ln>
                <a:solidFill>
                  <a:srgbClr val="125284"/>
                </a:solidFill>
                <a:effectLst/>
                <a:latin typeface="Microsoft YaHei"/>
                <a:ea typeface="Microsoft YaHei"/>
              </a:rPr>
              <a:t>以有效跟踪参与者在项目结束后心理状态提升以及对未来规划的进展</a:t>
            </a:r>
            <a:r>
              <a:rPr lang="zh-CN" altLang="zh-CN" sz="1000" b="1" i="0" u="none" strike="noStrike" kern="0" spc="0" baseline="0">
                <a:ln>
                  <a:noFill/>
                </a:ln>
                <a:solidFill>
                  <a:srgbClr val="125284"/>
                </a:solidFill>
                <a:effectLst/>
                <a:latin typeface="Microsoft YaHei"/>
                <a:ea typeface="Microsoft YaHei"/>
              </a:rPr>
              <a:t>。</a:t>
            </a:r>
          </a:p>
        </p:txBody>
      </p:sp>
      <p:sp>
        <p:nvSpPr>
          <p:cNvPr id="289" name="Google Shape;289;p41"/>
          <p:cNvSpPr txBox="1"/>
          <p:nvPr/>
        </p:nvSpPr>
        <p:spPr>
          <a:xfrm>
            <a:off x="4978750" y="1739391"/>
            <a:ext cx="1880100" cy="1569630"/>
          </a:xfrm>
          <a:prstGeom prst="rect">
            <a:avLst/>
          </a:prstGeom>
          <a:noFill/>
          <a:ln>
            <a:noFill/>
          </a:ln>
        </p:spPr>
        <p:txBody>
          <a:bodyPr wrap="square" lIns="91425" tIns="91425" rIns="91425" bIns="91425" anchor="t" anchorCtr="0">
            <a:spAutoFit/>
          </a:bodyPr>
          <a:lstStyle/>
          <a:p>
            <a:pPr marL="457200" lvl="0" indent="-292100" algn="l" defTabSz="914400">
              <a:lnSpc>
                <a:spcPct val="100000"/>
              </a:lnSpc>
              <a:spcBef>
                <a:spcPts val="1200"/>
              </a:spcBef>
              <a:spcAft>
                <a:spcPts val="0"/>
              </a:spcAft>
              <a:buClr>
                <a:srgbClr val="125284"/>
              </a:buClr>
              <a:buSzPts val="1000"/>
              <a:buFont typeface="Nunito"/>
              <a:buChar char="●"/>
              <a:defRPr/>
            </a:pPr>
            <a:r>
              <a:rPr lang="zh-CN" altLang="en-US" sz="1000" b="0" i="0" u="none" strike="noStrike" kern="0" spc="0" baseline="0">
                <a:ln>
                  <a:noFill/>
                </a:ln>
                <a:solidFill>
                  <a:srgbClr val="125284"/>
                </a:solidFill>
                <a:effectLst/>
                <a:latin typeface="Microsoft YaHei"/>
                <a:ea typeface="Microsoft YaHei"/>
              </a:rPr>
              <a:t>按照约定的项目时间表</a:t>
            </a:r>
            <a:r>
              <a:rPr lang="zh-CN" altLang="en-US" sz="1000" b="1" i="0" u="none" strike="noStrike" kern="0" spc="0" baseline="0">
                <a:ln>
                  <a:noFill/>
                </a:ln>
                <a:solidFill>
                  <a:srgbClr val="125284"/>
                </a:solidFill>
                <a:effectLst/>
                <a:latin typeface="Microsoft YaHei"/>
                <a:ea typeface="Microsoft YaHei"/>
              </a:rPr>
              <a:t>实施现场培训课程</a:t>
            </a:r>
            <a:r>
              <a:rPr lang="zh-CN" altLang="en-US" sz="1000" b="0" i="0" u="none" strike="noStrike" kern="0" spc="0" baseline="0">
                <a:ln>
                  <a:noFill/>
                </a:ln>
                <a:solidFill>
                  <a:srgbClr val="125284"/>
                </a:solidFill>
                <a:effectLst/>
                <a:latin typeface="Microsoft YaHei"/>
                <a:ea typeface="Microsoft YaHei"/>
              </a:rPr>
              <a:t>。</a:t>
            </a:r>
          </a:p>
          <a:p>
            <a:pPr marL="457200" lvl="0" indent="-292100" algn="l" defTabSz="914400">
              <a:lnSpc>
                <a:spcPct val="100000"/>
              </a:lnSpc>
              <a:spcBef>
                <a:spcPts val="1200"/>
              </a:spcBef>
              <a:spcAft>
                <a:spcPts val="0"/>
              </a:spcAft>
              <a:buClr>
                <a:srgbClr val="125284"/>
              </a:buClr>
              <a:buSzPts val="1000"/>
              <a:buFont typeface="Nunito"/>
              <a:buChar char="●"/>
              <a:defRPr/>
            </a:pPr>
            <a:r>
              <a:rPr lang="zh-CN" altLang="en-US" sz="1000" b="1" i="0" u="none" strike="noStrike" kern="0" spc="0" baseline="0">
                <a:ln>
                  <a:noFill/>
                </a:ln>
                <a:solidFill>
                  <a:srgbClr val="125284"/>
                </a:solidFill>
                <a:effectLst/>
                <a:latin typeface="Microsoft YaHei"/>
                <a:ea typeface="Microsoft YaHei"/>
              </a:rPr>
              <a:t>每天举行一次当日总结会议</a:t>
            </a:r>
            <a:r>
              <a:rPr lang="zh-CN" altLang="en-US" sz="1000" b="0" i="0" u="none" strike="noStrike" kern="0" spc="0" baseline="0">
                <a:ln>
                  <a:noFill/>
                </a:ln>
                <a:solidFill>
                  <a:srgbClr val="125284"/>
                </a:solidFill>
                <a:effectLst/>
                <a:latin typeface="Microsoft YaHei"/>
                <a:ea typeface="Microsoft YaHei"/>
              </a:rPr>
              <a:t>，以回顾每日项目实施情况。</a:t>
            </a:r>
          </a:p>
          <a:p>
            <a:pPr marL="457200" lvl="0" indent="-292100" algn="l" defTabSz="914400">
              <a:lnSpc>
                <a:spcPct val="100000"/>
              </a:lnSpc>
              <a:spcBef>
                <a:spcPts val="1200"/>
              </a:spcBef>
              <a:spcAft>
                <a:spcPts val="0"/>
              </a:spcAft>
              <a:buClr>
                <a:srgbClr val="125284"/>
              </a:buClr>
              <a:buSzPts val="1000"/>
              <a:buFont typeface="Nunito"/>
              <a:buChar char="●"/>
              <a:defRPr/>
            </a:pPr>
            <a:r>
              <a:rPr lang="zh-CN" altLang="en-US" sz="1000" b="0" i="0" u="none" strike="noStrike" kern="0" spc="0" baseline="0">
                <a:ln>
                  <a:noFill/>
                </a:ln>
                <a:solidFill>
                  <a:srgbClr val="125284"/>
                </a:solidFill>
                <a:effectLst/>
                <a:latin typeface="Microsoft YaHei"/>
                <a:ea typeface="Microsoft YaHei"/>
              </a:rPr>
              <a:t>对所有参与者进行</a:t>
            </a:r>
            <a:r>
              <a:rPr lang="zh-CN" altLang="en-US" sz="1000" b="1" i="0" u="none" strike="noStrike" kern="0" spc="0" baseline="0">
                <a:ln>
                  <a:noFill/>
                </a:ln>
                <a:solidFill>
                  <a:srgbClr val="125284"/>
                </a:solidFill>
                <a:effectLst/>
                <a:latin typeface="Microsoft YaHei"/>
                <a:ea typeface="Microsoft YaHei"/>
              </a:rPr>
              <a:t>前测和</a:t>
            </a:r>
            <a:r>
              <a:rPr lang="en-US" altLang="zh-CN" sz="1000" b="1" i="0" u="none" strike="noStrike" kern="0" spc="0" baseline="0">
                <a:ln>
                  <a:noFill/>
                </a:ln>
                <a:solidFill>
                  <a:srgbClr val="125284"/>
                </a:solidFill>
                <a:effectLst/>
                <a:latin typeface="Microsoft YaHei"/>
                <a:ea typeface="Microsoft YaHei"/>
              </a:rPr>
              <a:t>/</a:t>
            </a:r>
            <a:r>
              <a:rPr lang="zh-CN" altLang="en-US" sz="1000" b="1" i="0" u="none" strike="noStrike" kern="0" spc="0" baseline="0">
                <a:ln>
                  <a:noFill/>
                </a:ln>
                <a:solidFill>
                  <a:srgbClr val="125284"/>
                </a:solidFill>
                <a:effectLst/>
                <a:latin typeface="Microsoft YaHei"/>
                <a:ea typeface="Microsoft YaHei"/>
              </a:rPr>
              <a:t>或后测问卷</a:t>
            </a:r>
            <a:r>
              <a:rPr lang="zh-CN" altLang="en-US" sz="1000" b="0" i="0" u="none" strike="noStrike" kern="0" spc="0" baseline="0">
                <a:ln>
                  <a:noFill/>
                </a:ln>
                <a:solidFill>
                  <a:srgbClr val="125284"/>
                </a:solidFill>
                <a:effectLst/>
                <a:latin typeface="Microsoft YaHei"/>
                <a:ea typeface="Microsoft YaHei"/>
              </a:rPr>
              <a:t>。</a:t>
            </a:r>
          </a:p>
        </p:txBody>
      </p:sp>
      <p:pic>
        <p:nvPicPr>
          <p:cNvPr id="290" name="Google Shape;290;p41"/>
          <p:cNvPicPr preferRelativeResize="0">
            <a:picLocks/>
          </p:cNvPicPr>
          <p:nvPr/>
        </p:nvPicPr>
        <p:blipFill>
          <a:blip r:embed="rId3">
            <a:alphaModFix/>
          </a:blip>
          <a:stretch>
            <a:fillRect/>
          </a:stretch>
        </p:blipFill>
        <p:spPr>
          <a:xfrm flipH="1">
            <a:off x="1051175" y="1142783"/>
            <a:ext cx="644575" cy="644575"/>
          </a:xfrm>
          <a:prstGeom prst="rect">
            <a:avLst/>
          </a:prstGeom>
          <a:noFill/>
          <a:ln>
            <a:noFill/>
          </a:ln>
        </p:spPr>
      </p:pic>
      <p:sp>
        <p:nvSpPr>
          <p:cNvPr id="291" name="Google Shape;291;p41"/>
          <p:cNvSpPr txBox="1"/>
          <p:nvPr/>
        </p:nvSpPr>
        <p:spPr>
          <a:xfrm>
            <a:off x="2625575" y="1739391"/>
            <a:ext cx="2353200" cy="2031295"/>
          </a:xfrm>
          <a:prstGeom prst="rect">
            <a:avLst/>
          </a:prstGeom>
          <a:noFill/>
          <a:ln>
            <a:noFill/>
          </a:ln>
        </p:spPr>
        <p:txBody>
          <a:bodyPr wrap="square" lIns="91425" tIns="91425" rIns="91425" bIns="91425" anchor="t" anchorCtr="0">
            <a:spAutoFit/>
          </a:bodyPr>
          <a:lstStyle/>
          <a:p>
            <a:pPr marL="457200" lvl="0" indent="-292100" algn="l" defTabSz="914400">
              <a:lnSpc>
                <a:spcPct val="100000"/>
              </a:lnSpc>
              <a:spcBef>
                <a:spcPts val="1200"/>
              </a:spcBef>
              <a:spcAft>
                <a:spcPts val="0"/>
              </a:spcAft>
              <a:buClr>
                <a:srgbClr val="125284"/>
              </a:buClr>
              <a:buSzPts val="1000"/>
              <a:buFont typeface="Nunito"/>
              <a:buChar char="●"/>
              <a:defRPr/>
            </a:pPr>
            <a:r>
              <a:rPr lang="zh-CN" altLang="en-US" sz="1000" b="1" i="0" u="none" strike="noStrike" kern="0" spc="0" baseline="0">
                <a:ln>
                  <a:noFill/>
                </a:ln>
                <a:solidFill>
                  <a:srgbClr val="125284"/>
                </a:solidFill>
                <a:effectLst/>
                <a:latin typeface="Microsoft YaHei"/>
                <a:ea typeface="Microsoft YaHei"/>
              </a:rPr>
              <a:t>开发培训内容和学习旅程</a:t>
            </a:r>
            <a:r>
              <a:rPr lang="zh-CN" altLang="en-US" sz="1000" b="0" i="0" u="none" strike="noStrike" kern="0" spc="0" baseline="0">
                <a:ln>
                  <a:noFill/>
                </a:ln>
                <a:solidFill>
                  <a:srgbClr val="125284"/>
                </a:solidFill>
                <a:effectLst/>
                <a:latin typeface="Microsoft YaHei"/>
                <a:ea typeface="Microsoft YaHei"/>
              </a:rPr>
              <a:t>。</a:t>
            </a:r>
          </a:p>
          <a:p>
            <a:pPr marL="457200" lvl="0" indent="-292100" algn="l" defTabSz="914400">
              <a:lnSpc>
                <a:spcPct val="100000"/>
              </a:lnSpc>
              <a:spcBef>
                <a:spcPts val="1200"/>
              </a:spcBef>
              <a:spcAft>
                <a:spcPts val="0"/>
              </a:spcAft>
              <a:buClr>
                <a:srgbClr val="125284"/>
              </a:buClr>
              <a:buSzPts val="1000"/>
              <a:buFont typeface="Nunito"/>
              <a:buChar char="●"/>
              <a:defRPr/>
            </a:pPr>
            <a:r>
              <a:rPr lang="zh-CN" altLang="en-US" sz="1000" b="1" i="0" u="none" strike="noStrike" kern="0" spc="0" baseline="0">
                <a:ln>
                  <a:noFill/>
                </a:ln>
                <a:solidFill>
                  <a:srgbClr val="125284"/>
                </a:solidFill>
                <a:effectLst/>
                <a:latin typeface="Microsoft YaHei"/>
                <a:ea typeface="Microsoft YaHei"/>
              </a:rPr>
              <a:t>进行培训需求分析调研</a:t>
            </a:r>
            <a:r>
              <a:rPr lang="zh-CN" altLang="en-US" sz="1000" b="0" i="0" u="none" strike="noStrike" kern="0" spc="0" baseline="0">
                <a:ln>
                  <a:noFill/>
                </a:ln>
                <a:solidFill>
                  <a:srgbClr val="125284"/>
                </a:solidFill>
                <a:effectLst/>
                <a:latin typeface="Microsoft YaHei"/>
                <a:ea typeface="Microsoft YaHei"/>
              </a:rPr>
              <a:t>，以识别参与者面临的需要和挑战。</a:t>
            </a:r>
          </a:p>
          <a:p>
            <a:pPr marL="457200" lvl="0" indent="-292100" algn="l" defTabSz="914400">
              <a:lnSpc>
                <a:spcPct val="100000"/>
              </a:lnSpc>
              <a:spcBef>
                <a:spcPts val="1200"/>
              </a:spcBef>
              <a:spcAft>
                <a:spcPts val="0"/>
              </a:spcAft>
              <a:buClr>
                <a:srgbClr val="125284"/>
              </a:buClr>
              <a:buSzPts val="1000"/>
              <a:buFont typeface="Nunito"/>
              <a:buChar char="●"/>
              <a:defRPr/>
            </a:pPr>
            <a:r>
              <a:rPr lang="zh-CN" altLang="en-US" sz="1000" b="1" i="0" u="none" strike="noStrike" kern="0" spc="0" baseline="0">
                <a:ln>
                  <a:noFill/>
                </a:ln>
                <a:solidFill>
                  <a:srgbClr val="125284"/>
                </a:solidFill>
                <a:effectLst/>
                <a:latin typeface="Microsoft YaHei"/>
                <a:ea typeface="Microsoft YaHei"/>
              </a:rPr>
              <a:t>审核培训内容，以纳入已识别的挑战</a:t>
            </a:r>
            <a:r>
              <a:rPr lang="zh-CN" altLang="en-US" sz="1000" b="0" i="0" u="none" strike="noStrike" kern="0" spc="0" baseline="0">
                <a:ln>
                  <a:noFill/>
                </a:ln>
                <a:solidFill>
                  <a:srgbClr val="125284"/>
                </a:solidFill>
                <a:effectLst/>
                <a:latin typeface="Microsoft YaHei"/>
                <a:ea typeface="Microsoft YaHei"/>
              </a:rPr>
              <a:t>。</a:t>
            </a:r>
          </a:p>
          <a:p>
            <a:pPr marL="457200" lvl="0" indent="-292100" algn="l" defTabSz="914400">
              <a:lnSpc>
                <a:spcPct val="100000"/>
              </a:lnSpc>
              <a:spcBef>
                <a:spcPts val="1200"/>
              </a:spcBef>
              <a:spcAft>
                <a:spcPts val="0"/>
              </a:spcAft>
              <a:buClr>
                <a:srgbClr val="125284"/>
              </a:buClr>
              <a:buSzPts val="1000"/>
              <a:buFont typeface="Nunito"/>
              <a:buChar char="●"/>
              <a:defRPr/>
            </a:pPr>
            <a:r>
              <a:rPr lang="zh-CN" altLang="en-US" sz="1000" b="1" i="0" u="none" strike="noStrike" kern="0" spc="0" baseline="0">
                <a:ln>
                  <a:noFill/>
                </a:ln>
                <a:solidFill>
                  <a:srgbClr val="125284"/>
                </a:solidFill>
                <a:effectLst/>
                <a:latin typeface="Microsoft YaHei"/>
                <a:ea typeface="Microsoft YaHei"/>
              </a:rPr>
              <a:t>举行</a:t>
            </a:r>
            <a:r>
              <a:rPr lang="en-US" altLang="zh-CN" sz="1000" b="1" i="0" u="none" strike="noStrike" kern="0" spc="0" baseline="0">
                <a:ln>
                  <a:noFill/>
                </a:ln>
                <a:solidFill>
                  <a:srgbClr val="125284"/>
                </a:solidFill>
                <a:effectLst/>
                <a:latin typeface="Microsoft YaHei"/>
                <a:ea typeface="Microsoft YaHei"/>
              </a:rPr>
              <a:t>1</a:t>
            </a:r>
            <a:r>
              <a:rPr lang="zh-CN" altLang="en-US" sz="1000" b="1" i="0" u="none" strike="noStrike" kern="0" spc="0" baseline="0">
                <a:ln>
                  <a:noFill/>
                </a:ln>
                <a:solidFill>
                  <a:srgbClr val="125284"/>
                </a:solidFill>
                <a:effectLst/>
                <a:latin typeface="Microsoft YaHei"/>
                <a:ea typeface="Microsoft YaHei"/>
              </a:rPr>
              <a:t>次会议</a:t>
            </a:r>
            <a:r>
              <a:rPr lang="zh-CN" altLang="en-US" sz="1000" b="0" i="0" u="none" strike="noStrike" kern="0" spc="0" baseline="0">
                <a:ln>
                  <a:noFill/>
                </a:ln>
                <a:solidFill>
                  <a:srgbClr val="125284"/>
                </a:solidFill>
                <a:effectLst/>
                <a:latin typeface="Microsoft YaHei"/>
                <a:ea typeface="Microsoft YaHei"/>
              </a:rPr>
              <a:t>，以批准项目和培训内容。</a:t>
            </a:r>
          </a:p>
          <a:p>
            <a:pPr marL="457200" lvl="0" indent="-292100" algn="l" defTabSz="914400">
              <a:lnSpc>
                <a:spcPct val="100000"/>
              </a:lnSpc>
              <a:spcBef>
                <a:spcPts val="1200"/>
              </a:spcBef>
              <a:spcAft>
                <a:spcPts val="0"/>
              </a:spcAft>
              <a:buClr>
                <a:srgbClr val="125284"/>
              </a:buClr>
              <a:buSzPts val="1000"/>
              <a:buFont typeface="Nunito"/>
              <a:buChar char="●"/>
              <a:defRPr/>
            </a:pPr>
            <a:r>
              <a:rPr lang="zh-CN" altLang="en-US" sz="1000" b="1" i="0" u="none" strike="noStrike" kern="0" spc="0" baseline="0">
                <a:ln>
                  <a:noFill/>
                </a:ln>
                <a:solidFill>
                  <a:srgbClr val="125284"/>
                </a:solidFill>
                <a:effectLst/>
                <a:latin typeface="Microsoft YaHei"/>
                <a:ea typeface="Microsoft YaHei"/>
              </a:rPr>
              <a:t>设计并开发前测和</a:t>
            </a:r>
            <a:r>
              <a:rPr lang="en-US" altLang="zh-CN" sz="1000" b="1" i="0" u="none" strike="noStrike" kern="0" spc="0" baseline="0">
                <a:ln>
                  <a:noFill/>
                </a:ln>
                <a:solidFill>
                  <a:srgbClr val="125284"/>
                </a:solidFill>
                <a:effectLst/>
                <a:latin typeface="Microsoft YaHei"/>
                <a:ea typeface="Microsoft YaHei"/>
              </a:rPr>
              <a:t>/</a:t>
            </a:r>
            <a:r>
              <a:rPr lang="zh-CN" altLang="en-US" sz="1000" b="1" i="0" u="none" strike="noStrike" kern="0" spc="0" baseline="0">
                <a:ln>
                  <a:noFill/>
                </a:ln>
                <a:solidFill>
                  <a:srgbClr val="125284"/>
                </a:solidFill>
                <a:effectLst/>
                <a:latin typeface="Microsoft YaHei"/>
                <a:ea typeface="Microsoft YaHei"/>
              </a:rPr>
              <a:t>或后测问卷</a:t>
            </a:r>
            <a:r>
              <a:rPr lang="zh-CN" altLang="en-US" sz="1000" b="0" i="0" u="none" strike="noStrike" kern="0" spc="0" baseline="0">
                <a:ln>
                  <a:noFill/>
                </a:ln>
                <a:solidFill>
                  <a:srgbClr val="125284"/>
                </a:solidFill>
                <a:effectLst/>
                <a:latin typeface="Microsoft YaHei"/>
                <a:ea typeface="Microsoft YaHei"/>
              </a:rPr>
              <a:t>。</a:t>
            </a:r>
          </a:p>
        </p:txBody>
      </p:sp>
      <p:sp>
        <p:nvSpPr>
          <p:cNvPr id="292" name="Google Shape;292;p41"/>
          <p:cNvSpPr txBox="1"/>
          <p:nvPr/>
        </p:nvSpPr>
        <p:spPr>
          <a:xfrm>
            <a:off x="6815346" y="1739391"/>
            <a:ext cx="1936750" cy="2006600"/>
          </a:xfrm>
          <a:prstGeom prst="rect">
            <a:avLst/>
          </a:prstGeom>
          <a:noFill/>
          <a:ln>
            <a:noFill/>
          </a:ln>
        </p:spPr>
        <p:txBody>
          <a:bodyPr wrap="square" lIns="91425" tIns="91425" rIns="91425" bIns="91425" anchor="t" anchorCtr="0">
            <a:spAutoFit/>
          </a:bodyPr>
          <a:lstStyle/>
          <a:p>
            <a:pPr marL="457200" lvl="0" indent="-292100" algn="l" defTabSz="914400">
              <a:lnSpc>
                <a:spcPct val="100000"/>
              </a:lnSpc>
              <a:spcBef>
                <a:spcPts val="1200"/>
              </a:spcBef>
              <a:spcAft>
                <a:spcPts val="0"/>
              </a:spcAft>
              <a:buClr>
                <a:srgbClr val="125284"/>
              </a:buClr>
              <a:buSzPts val="1000"/>
              <a:buFont typeface="Nunito"/>
              <a:buChar char="●"/>
              <a:defRPr/>
            </a:pPr>
            <a:r>
              <a:rPr lang="zh-CN" altLang="zh-CN" sz="1000" b="0" i="0" strike="noStrike" spc="0" baseline="0">
                <a:ln>
                  <a:noFill/>
                </a:ln>
                <a:solidFill>
                  <a:srgbClr val="125284"/>
                </a:solidFill>
                <a:effectLst/>
                <a:latin typeface="Microsoft YaHei"/>
                <a:ea typeface="Microsoft YaHei"/>
              </a:rPr>
              <a:t>分析所有数据，以</a:t>
            </a:r>
            <a:r>
              <a:rPr lang="zh-CN" altLang="zh-CN" sz="1000" b="1" i="0" strike="noStrike" spc="0" baseline="0">
                <a:ln>
                  <a:noFill/>
                </a:ln>
                <a:solidFill>
                  <a:srgbClr val="125284"/>
                </a:solidFill>
                <a:effectLst/>
                <a:latin typeface="Microsoft YaHei"/>
                <a:ea typeface="Microsoft YaHei"/>
              </a:rPr>
              <a:t>评估学习成果</a:t>
            </a:r>
            <a:r>
              <a:rPr lang="zh-CN" altLang="zh-CN" sz="1000" b="0" i="0" strike="noStrike" spc="0" baseline="0">
                <a:ln>
                  <a:noFill/>
                </a:ln>
                <a:solidFill>
                  <a:srgbClr val="125284"/>
                </a:solidFill>
                <a:effectLst/>
                <a:latin typeface="Microsoft YaHei"/>
                <a:ea typeface="Microsoft YaHei"/>
              </a:rPr>
              <a:t>。</a:t>
            </a:r>
          </a:p>
          <a:p>
            <a:pPr marL="457200" lvl="0" indent="-292100" algn="l" defTabSz="914400">
              <a:lnSpc>
                <a:spcPct val="100000"/>
              </a:lnSpc>
              <a:spcBef>
                <a:spcPts val="1200"/>
              </a:spcBef>
              <a:spcAft>
                <a:spcPts val="0"/>
              </a:spcAft>
              <a:buClr>
                <a:srgbClr val="125284"/>
              </a:buClr>
              <a:buSzPts val="1000"/>
              <a:buFont typeface="Nunito"/>
              <a:buChar char="●"/>
              <a:defRPr/>
            </a:pPr>
            <a:r>
              <a:rPr lang="zh-CN" altLang="zh-CN" sz="1000" b="1" i="0" strike="noStrike" spc="0" baseline="0">
                <a:ln>
                  <a:noFill/>
                </a:ln>
                <a:solidFill>
                  <a:srgbClr val="125284"/>
                </a:solidFill>
                <a:effectLst/>
                <a:latin typeface="Microsoft YaHei"/>
                <a:ea typeface="Microsoft YaHei"/>
              </a:rPr>
              <a:t>起草项目结案报告</a:t>
            </a:r>
            <a:r>
              <a:rPr lang="zh-CN" altLang="zh-CN" sz="1000" b="0" i="0" strike="noStrike" spc="0" baseline="0">
                <a:ln>
                  <a:noFill/>
                </a:ln>
                <a:solidFill>
                  <a:srgbClr val="125284"/>
                </a:solidFill>
                <a:effectLst/>
                <a:latin typeface="Microsoft YaHei"/>
                <a:ea typeface="Microsoft YaHei"/>
              </a:rPr>
              <a:t>。</a:t>
            </a:r>
          </a:p>
          <a:p>
            <a:pPr marL="457200" lvl="0" indent="-292100" algn="l" defTabSz="914400">
              <a:lnSpc>
                <a:spcPct val="100000"/>
              </a:lnSpc>
              <a:spcBef>
                <a:spcPts val="1200"/>
              </a:spcBef>
              <a:spcAft>
                <a:spcPts val="0"/>
              </a:spcAft>
              <a:buClr>
                <a:srgbClr val="125284"/>
              </a:buClr>
              <a:buSzPts val="1000"/>
              <a:buFont typeface="Nunito"/>
              <a:buChar char="●"/>
              <a:defRPr/>
            </a:pPr>
            <a:r>
              <a:rPr lang="zh-CN" altLang="zh-CN" sz="1000" b="1" i="0" strike="noStrike" spc="0" baseline="0">
                <a:ln>
                  <a:noFill/>
                </a:ln>
                <a:solidFill>
                  <a:srgbClr val="125284"/>
                </a:solidFill>
                <a:effectLst/>
                <a:latin typeface="Microsoft YaHei"/>
                <a:ea typeface="Microsoft YaHei"/>
              </a:rPr>
              <a:t>起草供</a:t>
            </a:r>
            <a:r>
              <a:rPr lang="en-US" altLang="en-US" sz="1000" b="1" i="0" strike="noStrike" spc="0" baseline="0">
                <a:ln>
                  <a:noFill/>
                </a:ln>
                <a:solidFill>
                  <a:srgbClr val="125284"/>
                </a:solidFill>
                <a:effectLst/>
                <a:latin typeface="Microsoft YaHei"/>
                <a:ea typeface="Microsoft YaHei"/>
              </a:rPr>
              <a:t>CHF</a:t>
            </a:r>
            <a:r>
              <a:rPr lang="zh-CN" altLang="zh-CN" sz="1000" b="1" i="0" strike="noStrike" spc="0" baseline="0">
                <a:ln>
                  <a:noFill/>
                </a:ln>
                <a:solidFill>
                  <a:srgbClr val="125284"/>
                </a:solidFill>
                <a:effectLst/>
                <a:latin typeface="Microsoft YaHei"/>
                <a:ea typeface="Microsoft YaHei"/>
              </a:rPr>
              <a:t>在项目结束后使用的监测流程和模板</a:t>
            </a:r>
            <a:r>
              <a:rPr lang="zh-CN" altLang="zh-CN" sz="1000" b="0" i="0" strike="noStrike" spc="0" baseline="0">
                <a:ln>
                  <a:noFill/>
                </a:ln>
                <a:solidFill>
                  <a:srgbClr val="125284"/>
                </a:solidFill>
                <a:effectLst/>
                <a:latin typeface="Microsoft YaHei"/>
                <a:ea typeface="Microsoft YaHei"/>
              </a:rPr>
              <a:t>。</a:t>
            </a:r>
          </a:p>
          <a:p>
            <a:pPr marL="457200" lvl="0" indent="-292100" algn="l" defTabSz="914400">
              <a:lnSpc>
                <a:spcPct val="100000"/>
              </a:lnSpc>
              <a:spcBef>
                <a:spcPts val="1200"/>
              </a:spcBef>
              <a:spcAft>
                <a:spcPts val="0"/>
              </a:spcAft>
              <a:buClr>
                <a:srgbClr val="125284"/>
              </a:buClr>
              <a:buSzPts val="1000"/>
              <a:buFont typeface="Nunito"/>
              <a:buChar char="●"/>
              <a:defRPr/>
            </a:pPr>
            <a:endParaRPr lang="zh-CN" altLang="zh-CN" sz="1000" b="1" i="0" strike="noStrike" spc="0" baseline="0">
              <a:ln>
                <a:noFill/>
              </a:ln>
              <a:solidFill>
                <a:srgbClr val="125284"/>
              </a:solidFill>
              <a:effectLst/>
              <a:highlight>
                <a:srgbClr val="FFF2CC"/>
              </a:highlight>
              <a:latin typeface="Microsoft YaHei"/>
              <a:ea typeface="Microsoft YaHei"/>
            </a:endParaRPr>
          </a:p>
          <a:p>
            <a:pPr marL="457200" lvl="0" indent="-292100" algn="l" defTabSz="914400">
              <a:lnSpc>
                <a:spcPct val="100000"/>
              </a:lnSpc>
              <a:spcBef>
                <a:spcPts val="1200"/>
              </a:spcBef>
              <a:spcAft>
                <a:spcPts val="0"/>
              </a:spcAft>
              <a:buClr>
                <a:srgbClr val="125284"/>
              </a:buClr>
              <a:buSzPts val="1000"/>
              <a:buFont typeface="Nunito"/>
              <a:buChar char="●"/>
              <a:defRPr/>
            </a:pPr>
            <a:endParaRPr sz="1000" b="1" i="0" strike="noStrike" spc="0" baseline="0">
              <a:ln>
                <a:noFill/>
              </a:ln>
              <a:solidFill>
                <a:srgbClr val="125284"/>
              </a:solidFill>
              <a:effectLst/>
              <a:latin typeface="Microsoft YaHei"/>
              <a:ea typeface="Microsoft YaHei"/>
            </a:endParaRPr>
          </a:p>
        </p:txBody>
      </p:sp>
      <p:pic>
        <p:nvPicPr>
          <p:cNvPr id="293" name="Google Shape;293;p41"/>
          <p:cNvPicPr preferRelativeResize="0">
            <a:picLocks/>
          </p:cNvPicPr>
          <p:nvPr/>
        </p:nvPicPr>
        <p:blipFill>
          <a:blip r:embed="rId4">
            <a:alphaModFix/>
          </a:blip>
          <a:stretch>
            <a:fillRect/>
          </a:stretch>
        </p:blipFill>
        <p:spPr>
          <a:xfrm>
            <a:off x="5570225" y="1161325"/>
            <a:ext cx="554100" cy="554100"/>
          </a:xfrm>
          <a:prstGeom prst="rect">
            <a:avLst/>
          </a:prstGeom>
          <a:noFill/>
          <a:ln>
            <a:noFill/>
          </a:ln>
        </p:spPr>
      </p:pic>
      <p:pic>
        <p:nvPicPr>
          <p:cNvPr id="294" name="Google Shape;294;p41"/>
          <p:cNvPicPr preferRelativeResize="0">
            <a:picLocks/>
          </p:cNvPicPr>
          <p:nvPr/>
        </p:nvPicPr>
        <p:blipFill>
          <a:blip r:embed="rId5">
            <a:alphaModFix/>
          </a:blip>
          <a:stretch>
            <a:fillRect/>
          </a:stretch>
        </p:blipFill>
        <p:spPr>
          <a:xfrm>
            <a:off x="7490563" y="1147200"/>
            <a:ext cx="584550" cy="584550"/>
          </a:xfrm>
          <a:prstGeom prst="rect">
            <a:avLst/>
          </a:prstGeom>
          <a:noFill/>
          <a:ln>
            <a:noFill/>
          </a:ln>
        </p:spPr>
      </p:pic>
      <p:pic>
        <p:nvPicPr>
          <p:cNvPr id="295" name="Google Shape;295;p41"/>
          <p:cNvPicPr preferRelativeResize="0">
            <a:picLocks/>
          </p:cNvPicPr>
          <p:nvPr/>
        </p:nvPicPr>
        <p:blipFill>
          <a:blip r:embed="rId6">
            <a:alphaModFix/>
          </a:blip>
          <a:stretch>
            <a:fillRect/>
          </a:stretch>
        </p:blipFill>
        <p:spPr>
          <a:xfrm>
            <a:off x="3409527" y="1142800"/>
            <a:ext cx="644575" cy="644575"/>
          </a:xfrm>
          <a:prstGeom prst="rect">
            <a:avLst/>
          </a:prstGeom>
          <a:noFill/>
          <a:ln>
            <a:noFill/>
          </a:ln>
        </p:spPr>
      </p:pic>
      <p:sp>
        <p:nvSpPr>
          <p:cNvPr id="296" name="Google Shape;296;p41"/>
          <p:cNvSpPr/>
          <p:nvPr/>
        </p:nvSpPr>
        <p:spPr>
          <a:xfrm>
            <a:off x="345841" y="809250"/>
            <a:ext cx="2406900" cy="309600"/>
          </a:xfrm>
          <a:prstGeom prst="homePlate">
            <a:avLst>
              <a:gd name="adj" fmla="val 50000"/>
            </a:avLst>
          </a:prstGeom>
          <a:solidFill>
            <a:schemeClr val="dk1"/>
          </a:solidFill>
          <a:ln>
            <a:noFill/>
          </a:ln>
        </p:spPr>
        <p:txBody>
          <a:bodyPr wrap="square" lIns="91425" tIns="91425" rIns="91425" bIns="91425" anchor="ctr" anchorCtr="0"/>
          <a:lstStyle/>
          <a:p>
            <a:pPr marL="0" lvl="0" indent="0" algn="ctr" defTabSz="914400">
              <a:lnSpc>
                <a:spcPct val="100000"/>
              </a:lnSpc>
              <a:spcBef>
                <a:spcPts val="0"/>
              </a:spcBef>
              <a:spcAft>
                <a:spcPts val="0"/>
              </a:spcAft>
              <a:buClr>
                <a:srgbClr val="000000"/>
              </a:buClr>
              <a:buSzTx/>
              <a:buFont typeface="Arial"/>
              <a:buNone/>
              <a:defRPr/>
            </a:pPr>
            <a:r>
              <a:rPr lang="zh-CN" altLang="en-US" sz="1300" b="1" i="0" u="none" strike="noStrike" kern="0" spc="0" baseline="0">
                <a:ln>
                  <a:noFill/>
                </a:ln>
                <a:solidFill>
                  <a:srgbClr val="FAFAFA"/>
                </a:solidFill>
                <a:effectLst/>
                <a:latin typeface="Microsoft YaHei"/>
                <a:ea typeface="Microsoft YaHei"/>
              </a:rPr>
              <a:t>调研</a:t>
            </a:r>
            <a:endParaRPr sz="1300" b="1" i="0" u="none" strike="noStrike" kern="0" spc="0" baseline="0">
              <a:ln>
                <a:noFill/>
              </a:ln>
              <a:solidFill>
                <a:srgbClr val="FAFAFA"/>
              </a:solidFill>
              <a:effectLst/>
              <a:latin typeface="Microsoft YaHei"/>
              <a:ea typeface="Microsoft YaHei"/>
            </a:endParaRPr>
          </a:p>
        </p:txBody>
      </p:sp>
      <p:sp>
        <p:nvSpPr>
          <p:cNvPr id="297" name="Google Shape;297;p41"/>
          <p:cNvSpPr/>
          <p:nvPr/>
        </p:nvSpPr>
        <p:spPr>
          <a:xfrm>
            <a:off x="2762350" y="811475"/>
            <a:ext cx="2216400" cy="309600"/>
          </a:xfrm>
          <a:prstGeom prst="homePlate">
            <a:avLst>
              <a:gd name="adj" fmla="val 50000"/>
            </a:avLst>
          </a:prstGeom>
          <a:solidFill>
            <a:schemeClr val="accent2"/>
          </a:solidFill>
          <a:ln>
            <a:noFill/>
          </a:ln>
        </p:spPr>
        <p:txBody>
          <a:bodyPr wrap="square" lIns="91425" tIns="91425" rIns="91425" bIns="91425" anchor="ctr" anchorCtr="0"/>
          <a:lstStyle/>
          <a:p>
            <a:pPr marL="0" lvl="0" indent="0" algn="ctr" defTabSz="914400">
              <a:lnSpc>
                <a:spcPct val="100000"/>
              </a:lnSpc>
              <a:spcBef>
                <a:spcPts val="0"/>
              </a:spcBef>
              <a:spcAft>
                <a:spcPts val="0"/>
              </a:spcAft>
              <a:buClr>
                <a:srgbClr val="000000"/>
              </a:buClr>
              <a:buSzTx/>
              <a:buFont typeface="Arial"/>
              <a:buNone/>
              <a:defRPr/>
            </a:pPr>
            <a:r>
              <a:rPr lang="zh-CN" altLang="en-US" sz="1300" b="1" i="0" u="none" strike="noStrike" kern="0" spc="0" baseline="0">
                <a:ln>
                  <a:noFill/>
                </a:ln>
                <a:solidFill>
                  <a:srgbClr val="FAFAFA"/>
                </a:solidFill>
                <a:effectLst/>
                <a:latin typeface="Microsoft YaHei"/>
                <a:ea typeface="Microsoft YaHei"/>
              </a:rPr>
              <a:t>设计</a:t>
            </a:r>
            <a:endParaRPr sz="1300" b="1" i="0" u="none" strike="noStrike" kern="0" spc="0" baseline="0">
              <a:ln>
                <a:noFill/>
              </a:ln>
              <a:solidFill>
                <a:srgbClr val="FAFAFA"/>
              </a:solidFill>
              <a:effectLst/>
              <a:latin typeface="Microsoft YaHei"/>
              <a:ea typeface="Microsoft YaHei"/>
            </a:endParaRPr>
          </a:p>
        </p:txBody>
      </p:sp>
      <p:sp>
        <p:nvSpPr>
          <p:cNvPr id="298" name="Google Shape;298;p41"/>
          <p:cNvSpPr/>
          <p:nvPr/>
        </p:nvSpPr>
        <p:spPr>
          <a:xfrm>
            <a:off x="4978776" y="809250"/>
            <a:ext cx="1935000" cy="309600"/>
          </a:xfrm>
          <a:prstGeom prst="homePlate">
            <a:avLst>
              <a:gd name="adj" fmla="val 50000"/>
            </a:avLst>
          </a:prstGeom>
          <a:solidFill>
            <a:srgbClr val="F4B400"/>
          </a:solidFill>
          <a:ln>
            <a:noFill/>
          </a:ln>
        </p:spPr>
        <p:txBody>
          <a:bodyPr wrap="square" lIns="91425" tIns="91425" rIns="91425" bIns="91425" anchor="ctr" anchorCtr="0"/>
          <a:lstStyle/>
          <a:p>
            <a:pPr marL="0" lvl="0" indent="0" algn="ctr" defTabSz="914400">
              <a:lnSpc>
                <a:spcPct val="100000"/>
              </a:lnSpc>
              <a:spcBef>
                <a:spcPts val="0"/>
              </a:spcBef>
              <a:spcAft>
                <a:spcPts val="0"/>
              </a:spcAft>
              <a:buClr>
                <a:srgbClr val="000000"/>
              </a:buClr>
              <a:buSzTx/>
              <a:buFont typeface="Arial"/>
              <a:buNone/>
              <a:defRPr/>
            </a:pPr>
            <a:r>
              <a:rPr lang="zh-CN" altLang="en-US" sz="1300" b="1" i="0" u="none" strike="noStrike" kern="0" spc="0" baseline="0">
                <a:ln>
                  <a:noFill/>
                </a:ln>
                <a:solidFill>
                  <a:srgbClr val="FAFAFA"/>
                </a:solidFill>
                <a:effectLst/>
                <a:latin typeface="Microsoft YaHei"/>
                <a:ea typeface="Microsoft YaHei"/>
              </a:rPr>
              <a:t>执行</a:t>
            </a:r>
            <a:endParaRPr sz="1300" b="1" i="0" u="none" strike="noStrike" kern="0" spc="0" baseline="0">
              <a:ln>
                <a:noFill/>
              </a:ln>
              <a:solidFill>
                <a:srgbClr val="FAFAFA"/>
              </a:solidFill>
              <a:effectLst/>
              <a:latin typeface="Microsoft YaHei"/>
              <a:ea typeface="Microsoft YaHei"/>
            </a:endParaRPr>
          </a:p>
        </p:txBody>
      </p:sp>
      <p:sp>
        <p:nvSpPr>
          <p:cNvPr id="299" name="Google Shape;299;p41"/>
          <p:cNvSpPr/>
          <p:nvPr/>
        </p:nvSpPr>
        <p:spPr>
          <a:xfrm>
            <a:off x="6913948" y="809250"/>
            <a:ext cx="1935000" cy="309600"/>
          </a:xfrm>
          <a:prstGeom prst="homePlate">
            <a:avLst>
              <a:gd name="adj" fmla="val 50000"/>
            </a:avLst>
          </a:prstGeom>
          <a:solidFill>
            <a:schemeClr val="dk2"/>
          </a:solidFill>
          <a:ln>
            <a:noFill/>
          </a:ln>
        </p:spPr>
        <p:txBody>
          <a:bodyPr wrap="square" lIns="91425" tIns="91425" rIns="91425" bIns="91425" anchor="ctr" anchorCtr="0"/>
          <a:lstStyle/>
          <a:p>
            <a:pPr marL="0" lvl="0" indent="0" algn="ctr" defTabSz="914400">
              <a:lnSpc>
                <a:spcPct val="100000"/>
              </a:lnSpc>
              <a:spcBef>
                <a:spcPts val="0"/>
              </a:spcBef>
              <a:spcAft>
                <a:spcPts val="0"/>
              </a:spcAft>
              <a:buClr>
                <a:srgbClr val="000000"/>
              </a:buClr>
              <a:buSzTx/>
              <a:buFont typeface="Arial"/>
              <a:buNone/>
              <a:defRPr/>
            </a:pPr>
            <a:r>
              <a:rPr lang="zh-CN" altLang="en-US" sz="1300" b="1" i="0" u="none" strike="noStrike" kern="0" spc="0" baseline="0">
                <a:ln>
                  <a:noFill/>
                </a:ln>
                <a:solidFill>
                  <a:srgbClr val="FAFAFA"/>
                </a:solidFill>
                <a:effectLst/>
                <a:latin typeface="Microsoft YaHei"/>
                <a:ea typeface="Microsoft YaHei"/>
              </a:rPr>
              <a:t>评估</a:t>
            </a:r>
            <a:endParaRPr sz="1300" b="1" i="0" u="none" strike="noStrike" kern="0" spc="0" baseline="0">
              <a:ln>
                <a:noFill/>
              </a:ln>
              <a:solidFill>
                <a:srgbClr val="FAFAFA"/>
              </a:solidFill>
              <a:effectLst/>
              <a:latin typeface="Microsoft YaHei"/>
              <a:ea typeface="Microsoft YaHei"/>
            </a:endParaRPr>
          </a:p>
        </p:txBody>
      </p:sp>
      <p:sp>
        <p:nvSpPr>
          <p:cNvPr id="300" name="文本框 299"/>
          <p:cNvSpPr txBox="1"/>
          <p:nvPr/>
        </p:nvSpPr>
        <p:spPr>
          <a:xfrm>
            <a:off x="805025" y="4168796"/>
            <a:ext cx="1778000" cy="304800"/>
          </a:xfrm>
          <a:prstGeom prst="rect">
            <a:avLst/>
          </a:prstGeom>
          <a:noFill/>
          <a:ln w="12700">
            <a:prstDash val="solid"/>
            <a:miter/>
          </a:ln>
        </p:spPr>
        <p:txBody>
          <a:bodyPr>
            <a:spAutoFit/>
          </a:bodyPr>
          <a:lstStyle/>
          <a:p>
            <a:pPr lvl="0"/>
            <a:r>
              <a:rPr lang="en-US" altLang="en-US"/>
              <a:t>2025</a:t>
            </a:r>
            <a:r>
              <a:rPr lang="zh-CN" altLang="zh-CN"/>
              <a:t>年</a:t>
            </a:r>
            <a:r>
              <a:rPr lang="en-US" altLang="en-US"/>
              <a:t>3</a:t>
            </a:r>
            <a:r>
              <a:rPr lang="zh-CN" altLang="zh-CN"/>
              <a:t>月</a:t>
            </a:r>
          </a:p>
        </p:txBody>
      </p:sp>
      <p:sp>
        <p:nvSpPr>
          <p:cNvPr id="301" name="文本框 300"/>
          <p:cNvSpPr txBox="1"/>
          <p:nvPr/>
        </p:nvSpPr>
        <p:spPr>
          <a:xfrm>
            <a:off x="3358509" y="4232351"/>
            <a:ext cx="1778000" cy="304800"/>
          </a:xfrm>
          <a:prstGeom prst="rect">
            <a:avLst/>
          </a:prstGeom>
          <a:noFill/>
          <a:ln w="12700">
            <a:prstDash val="solid"/>
            <a:miter/>
          </a:ln>
        </p:spPr>
        <p:txBody>
          <a:bodyPr>
            <a:spAutoFit/>
          </a:bodyPr>
          <a:lstStyle/>
          <a:p>
            <a:pPr lvl="0"/>
            <a:r>
              <a:rPr lang="en-US" altLang="en-US"/>
              <a:t>2025</a:t>
            </a:r>
            <a:r>
              <a:rPr lang="zh-CN" altLang="zh-CN"/>
              <a:t>年</a:t>
            </a:r>
            <a:r>
              <a:rPr lang="en-US" altLang="en-US"/>
              <a:t>4</a:t>
            </a:r>
            <a:r>
              <a:rPr lang="zh-CN" altLang="zh-CN"/>
              <a:t>月</a:t>
            </a:r>
          </a:p>
        </p:txBody>
      </p:sp>
      <p:sp>
        <p:nvSpPr>
          <p:cNvPr id="302" name="文本框 301"/>
          <p:cNvSpPr txBox="1"/>
          <p:nvPr/>
        </p:nvSpPr>
        <p:spPr>
          <a:xfrm>
            <a:off x="7637070" y="4168796"/>
            <a:ext cx="1778000" cy="304800"/>
          </a:xfrm>
          <a:prstGeom prst="rect">
            <a:avLst/>
          </a:prstGeom>
          <a:noFill/>
          <a:ln w="12700">
            <a:prstDash val="solid"/>
            <a:miter/>
          </a:ln>
        </p:spPr>
        <p:txBody>
          <a:bodyPr>
            <a:spAutoFit/>
          </a:bodyPr>
          <a:lstStyle/>
          <a:p>
            <a:pPr lvl="0"/>
            <a:r>
              <a:rPr lang="en-US" altLang="en-US"/>
              <a:t>2025</a:t>
            </a:r>
            <a:r>
              <a:rPr lang="zh-CN" altLang="zh-CN"/>
              <a:t>年</a:t>
            </a:r>
            <a:r>
              <a:rPr lang="en-US" altLang="en-US"/>
              <a:t>8</a:t>
            </a:r>
            <a:r>
              <a:rPr lang="zh-CN" altLang="zh-CN"/>
              <a:t>月</a:t>
            </a:r>
          </a:p>
        </p:txBody>
      </p:sp>
      <p:sp>
        <p:nvSpPr>
          <p:cNvPr id="303" name="文本框 302"/>
          <p:cNvSpPr txBox="1"/>
          <p:nvPr/>
        </p:nvSpPr>
        <p:spPr>
          <a:xfrm>
            <a:off x="5636523" y="4168796"/>
            <a:ext cx="1778000" cy="304800"/>
          </a:xfrm>
          <a:prstGeom prst="rect">
            <a:avLst/>
          </a:prstGeom>
          <a:noFill/>
          <a:ln w="12700">
            <a:prstDash val="solid"/>
            <a:miter/>
          </a:ln>
        </p:spPr>
        <p:txBody>
          <a:bodyPr>
            <a:spAutoFit/>
          </a:bodyPr>
          <a:lstStyle/>
          <a:p>
            <a:pPr lvl="0"/>
            <a:r>
              <a:rPr lang="en-US" altLang="en-US"/>
              <a:t>2025</a:t>
            </a:r>
            <a:r>
              <a:rPr lang="zh-CN" altLang="zh-CN"/>
              <a:t>年</a:t>
            </a:r>
            <a:r>
              <a:rPr lang="en-US" altLang="en-US"/>
              <a:t>7</a:t>
            </a:r>
            <a:r>
              <a:rPr lang="zh-CN" altLang="zh-CN"/>
              <a:t>月</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504133-86FE-F20B-566D-BE3A9FB20FD9}"/>
              </a:ext>
            </a:extLst>
          </p:cNvPr>
          <p:cNvSpPr>
            <a:spLocks noGrp="1"/>
          </p:cNvSpPr>
          <p:nvPr>
            <p:ph type="title"/>
          </p:nvPr>
        </p:nvSpPr>
        <p:spPr/>
        <p:txBody>
          <a:bodyPr/>
          <a:lstStyle/>
          <a:p>
            <a:r>
              <a:rPr kumimoji="1" lang="zh-CN" altLang="en-US" dirty="0"/>
              <a:t>时间表</a:t>
            </a:r>
          </a:p>
        </p:txBody>
      </p:sp>
    </p:spTree>
    <p:extLst>
      <p:ext uri="{BB962C8B-B14F-4D97-AF65-F5344CB8AC3E}">
        <p14:creationId xmlns:p14="http://schemas.microsoft.com/office/powerpoint/2010/main" val="24545285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054">
          <a:extLst>
            <a:ext uri="{FF2B5EF4-FFF2-40B4-BE49-F238E27FC236}">
              <a16:creationId xmlns:a16="http://schemas.microsoft.com/office/drawing/2014/main" id="{B76B85A1-09AE-4BA8-9BF4-36F496374992}"/>
            </a:ext>
          </a:extLst>
        </p:cNvPr>
        <p:cNvGrpSpPr/>
        <p:nvPr/>
      </p:nvGrpSpPr>
      <p:grpSpPr>
        <a:xfrm>
          <a:off x="0" y="0"/>
          <a:ext cx="0" cy="0"/>
          <a:chOff x="0" y="0"/>
          <a:chExt cx="0" cy="0"/>
        </a:xfrm>
      </p:grpSpPr>
      <p:sp>
        <p:nvSpPr>
          <p:cNvPr id="2055" name="Google Shape;2055;p118">
            <a:extLst>
              <a:ext uri="{FF2B5EF4-FFF2-40B4-BE49-F238E27FC236}">
                <a16:creationId xmlns:a16="http://schemas.microsoft.com/office/drawing/2014/main" id="{E90A5BB2-0402-66B9-BE47-3400BA5983F1}"/>
              </a:ext>
            </a:extLst>
          </p:cNvPr>
          <p:cNvSpPr/>
          <p:nvPr/>
        </p:nvSpPr>
        <p:spPr>
          <a:xfrm>
            <a:off x="1582200" y="1050125"/>
            <a:ext cx="1993200" cy="1993200"/>
          </a:xfrm>
          <a:prstGeom prst="rect">
            <a:avLst/>
          </a:prstGeom>
          <a:solidFill>
            <a:srgbClr val="FB6171"/>
          </a:solidFill>
          <a:ln>
            <a:noFill/>
          </a:ln>
        </p:spPr>
        <p:txBody>
          <a:bodyPr wrap="square" lIns="91425" tIns="91425" rIns="91425" bIns="91425" anchor="ctr" anchorCtr="0"/>
          <a:lstStyle/>
          <a:p>
            <a:pPr marL="0" lvl="0" indent="0" algn="ctr" defTabSz="914400">
              <a:lnSpc>
                <a:spcPct val="100000"/>
              </a:lnSpc>
              <a:spcBef>
                <a:spcPts val="0"/>
              </a:spcBef>
              <a:spcAft>
                <a:spcPts val="0"/>
              </a:spcAft>
              <a:buClr>
                <a:srgbClr val="000000"/>
              </a:buClr>
              <a:buSzTx/>
              <a:buFont typeface="Arial"/>
              <a:buNone/>
              <a:defRPr/>
            </a:pPr>
            <a:r>
              <a:rPr lang="zh-CN" altLang="zh-CN" sz="1300" b="1" i="0" strike="noStrike" spc="0" baseline="0">
                <a:ln>
                  <a:noFill/>
                </a:ln>
                <a:solidFill>
                  <a:srgbClr val="FFFFFF"/>
                </a:solidFill>
                <a:effectLst/>
                <a:latin typeface="Microsoft YaHei"/>
                <a:ea typeface="Microsoft YaHei"/>
              </a:rPr>
              <a:t>每个项目都使用积极心理学：</a:t>
            </a:r>
            <a:r>
              <a:rPr lang="en-US" altLang="en-US" sz="1300" b="1" i="0" strike="noStrike" spc="0" baseline="0">
                <a:ln>
                  <a:noFill/>
                </a:ln>
                <a:solidFill>
                  <a:srgbClr val="FFFFFF"/>
                </a:solidFill>
                <a:effectLst/>
                <a:latin typeface="Microsoft YaHei"/>
                <a:ea typeface="Microsoft YaHei"/>
              </a:rPr>
              <a:t>PERMA</a:t>
            </a:r>
            <a:r>
              <a:rPr lang="zh-CN" altLang="zh-CN" sz="1300" b="1" i="0" strike="noStrike" spc="0" baseline="0">
                <a:ln>
                  <a:noFill/>
                </a:ln>
                <a:solidFill>
                  <a:srgbClr val="FFFFFF"/>
                </a:solidFill>
                <a:effectLst/>
                <a:latin typeface="Microsoft YaHei"/>
                <a:ea typeface="Microsoft YaHei"/>
              </a:rPr>
              <a:t>理论进行评估考核</a:t>
            </a:r>
          </a:p>
          <a:p>
            <a:pPr marL="0" lvl="0" indent="0" algn="ctr" defTabSz="914400">
              <a:lnSpc>
                <a:spcPct val="100000"/>
              </a:lnSpc>
              <a:spcBef>
                <a:spcPts val="0"/>
              </a:spcBef>
              <a:spcAft>
                <a:spcPts val="0"/>
              </a:spcAft>
              <a:buClr>
                <a:srgbClr val="000000"/>
              </a:buClr>
              <a:buSzTx/>
              <a:buFont typeface="Arial"/>
              <a:buNone/>
              <a:defRPr/>
            </a:pPr>
            <a:endParaRPr sz="1300" b="1" i="0" strike="noStrike" spc="0" baseline="0">
              <a:ln>
                <a:noFill/>
              </a:ln>
              <a:solidFill>
                <a:srgbClr val="FFFFFF"/>
              </a:solidFill>
              <a:effectLst/>
              <a:latin typeface="Microsoft YaHei"/>
              <a:ea typeface="Microsoft YaHei"/>
            </a:endParaRPr>
          </a:p>
        </p:txBody>
      </p:sp>
      <p:sp>
        <p:nvSpPr>
          <p:cNvPr id="2056" name="Google Shape;2056;p118">
            <a:extLst>
              <a:ext uri="{FF2B5EF4-FFF2-40B4-BE49-F238E27FC236}">
                <a16:creationId xmlns:a16="http://schemas.microsoft.com/office/drawing/2014/main" id="{55F6E2A7-E722-CB69-6CB5-C9A48AC705D6}"/>
              </a:ext>
            </a:extLst>
          </p:cNvPr>
          <p:cNvSpPr/>
          <p:nvPr/>
        </p:nvSpPr>
        <p:spPr>
          <a:xfrm>
            <a:off x="3575400" y="1050125"/>
            <a:ext cx="1993200" cy="1993200"/>
          </a:xfrm>
          <a:prstGeom prst="rect">
            <a:avLst/>
          </a:prstGeom>
          <a:solidFill>
            <a:srgbClr val="2CB3B9"/>
          </a:solidFill>
          <a:ln>
            <a:noFill/>
          </a:ln>
        </p:spPr>
        <p:txBody>
          <a:bodyPr wrap="square" lIns="91425" tIns="91425" rIns="91425" bIns="91425" anchor="ctr" anchorCtr="0"/>
          <a:lstStyle/>
          <a:p>
            <a:pPr lvl="0" algn="ctr">
              <a:defRPr/>
            </a:pPr>
            <a:r>
              <a:rPr lang="zh-CN" altLang="zh-CN" sz="1300" b="1" i="0" strike="noStrike" spc="0" baseline="0">
                <a:ln>
                  <a:noFill/>
                </a:ln>
                <a:solidFill>
                  <a:srgbClr val="FFFFFF"/>
                </a:solidFill>
                <a:effectLst/>
                <a:latin typeface="Microsoft YaHei"/>
                <a:ea typeface="Microsoft YaHei"/>
              </a:rPr>
              <a:t>重点评估维度：
</a:t>
            </a:r>
            <a:r>
              <a:rPr lang="en-US" altLang="en-US" sz="1300" b="1" i="0" strike="noStrike" spc="0" baseline="0">
                <a:ln>
                  <a:noFill/>
                </a:ln>
                <a:solidFill>
                  <a:srgbClr val="FFFFFF"/>
                </a:solidFill>
                <a:effectLst/>
                <a:latin typeface="Microsoft YaHei"/>
                <a:ea typeface="Microsoft YaHei"/>
              </a:rPr>
              <a:t>1</a:t>
            </a:r>
            <a:r>
              <a:rPr lang="zh-CN" altLang="zh-CN" sz="1300" b="1" i="0" strike="noStrike" spc="0" baseline="0">
                <a:ln>
                  <a:noFill/>
                </a:ln>
                <a:solidFill>
                  <a:srgbClr val="FFFFFF"/>
                </a:solidFill>
                <a:effectLst/>
                <a:latin typeface="Microsoft YaHei"/>
                <a:ea typeface="Microsoft YaHei"/>
              </a:rPr>
              <a:t>、</a:t>
            </a:r>
            <a:r>
              <a:rPr lang="zh-CN" altLang="zh-CN" sz="1300" b="1">
                <a:solidFill>
                  <a:srgbClr val="FFFFFF"/>
                </a:solidFill>
                <a:latin typeface="Microsoft YaHei"/>
                <a:ea typeface="Microsoft YaHei"/>
              </a:rPr>
              <a:t>自我认知
</a:t>
            </a:r>
            <a:r>
              <a:rPr lang="en-US" altLang="en-US" sz="1300" b="1" i="0" strike="noStrike" spc="0" baseline="0">
                <a:ln>
                  <a:noFill/>
                </a:ln>
                <a:solidFill>
                  <a:srgbClr val="FFFFFF"/>
                </a:solidFill>
                <a:effectLst/>
                <a:latin typeface="Microsoft YaHei"/>
                <a:ea typeface="Microsoft YaHei"/>
              </a:rPr>
              <a:t>2</a:t>
            </a:r>
            <a:r>
              <a:rPr lang="zh-CN" altLang="zh-CN" sz="1300" b="1" i="0" strike="noStrike" spc="0" baseline="0">
                <a:ln>
                  <a:noFill/>
                </a:ln>
                <a:solidFill>
                  <a:srgbClr val="FFFFFF"/>
                </a:solidFill>
                <a:effectLst/>
                <a:latin typeface="Microsoft YaHei"/>
                <a:ea typeface="Microsoft YaHei"/>
              </a:rPr>
              <a:t>、对行业</a:t>
            </a:r>
            <a:r>
              <a:rPr lang="en-US" altLang="en-US" sz="1300" b="1" i="0" strike="noStrike" spc="0" baseline="0">
                <a:ln>
                  <a:noFill/>
                </a:ln>
                <a:solidFill>
                  <a:srgbClr val="FFFFFF"/>
                </a:solidFill>
                <a:effectLst/>
                <a:latin typeface="Microsoft YaHei"/>
                <a:ea typeface="Microsoft YaHei"/>
              </a:rPr>
              <a:t>/</a:t>
            </a:r>
            <a:r>
              <a:rPr lang="zh-CN" altLang="zh-CN" sz="1300" b="1" i="0" strike="noStrike" spc="0" baseline="0">
                <a:ln>
                  <a:noFill/>
                </a:ln>
                <a:solidFill>
                  <a:srgbClr val="FFFFFF"/>
                </a:solidFill>
                <a:effectLst/>
                <a:latin typeface="Microsoft YaHei"/>
                <a:ea typeface="Microsoft YaHei"/>
              </a:rPr>
              <a:t>职业了解度
</a:t>
            </a:r>
            <a:r>
              <a:rPr lang="en-US" altLang="en-US" sz="1300" b="1" i="0" strike="noStrike" spc="0" baseline="0">
                <a:ln>
                  <a:noFill/>
                </a:ln>
                <a:solidFill>
                  <a:srgbClr val="FFFFFF"/>
                </a:solidFill>
                <a:effectLst/>
                <a:latin typeface="Microsoft YaHei"/>
                <a:ea typeface="Microsoft YaHei"/>
              </a:rPr>
              <a:t>3</a:t>
            </a:r>
            <a:r>
              <a:rPr lang="zh-CN" altLang="zh-CN" sz="1300" b="1" i="0" strike="noStrike" spc="0" baseline="0">
                <a:ln>
                  <a:noFill/>
                </a:ln>
                <a:solidFill>
                  <a:srgbClr val="FFFFFF"/>
                </a:solidFill>
                <a:effectLst/>
                <a:latin typeface="Microsoft YaHei"/>
                <a:ea typeface="Microsoft YaHei"/>
              </a:rPr>
              <a:t>、对未来规划的清晰度</a:t>
            </a:r>
          </a:p>
          <a:p>
            <a:pPr lvl="0" algn="ctr">
              <a:defRPr/>
            </a:pPr>
            <a:r>
              <a:rPr lang="en-US" altLang="en-US" sz="1300" b="1">
                <a:solidFill>
                  <a:srgbClr val="FFFFFF"/>
                </a:solidFill>
                <a:latin typeface="Microsoft YaHei"/>
                <a:ea typeface="Microsoft YaHei"/>
              </a:rPr>
              <a:t>4</a:t>
            </a:r>
            <a:r>
              <a:rPr lang="zh-CN" altLang="zh-CN" sz="1300" b="1">
                <a:solidFill>
                  <a:srgbClr val="FFFFFF"/>
                </a:solidFill>
                <a:latin typeface="Microsoft YaHei"/>
                <a:ea typeface="Microsoft YaHei"/>
              </a:rPr>
              <a:t>、</a:t>
            </a:r>
            <a:r>
              <a:rPr lang="en-US" altLang="en-US" sz="1300" b="1">
                <a:solidFill>
                  <a:srgbClr val="FFFFFF"/>
                </a:solidFill>
                <a:latin typeface="Microsoft YaHei"/>
                <a:ea typeface="Microsoft YaHei"/>
              </a:rPr>
              <a:t>AI </a:t>
            </a:r>
            <a:r>
              <a:rPr lang="zh-CN" altLang="zh-CN" sz="1300" b="1">
                <a:solidFill>
                  <a:srgbClr val="FFFFFF"/>
                </a:solidFill>
                <a:latin typeface="Microsoft YaHei"/>
                <a:ea typeface="Microsoft YaHei"/>
              </a:rPr>
              <a:t>工具的掌握程度</a:t>
            </a:r>
          </a:p>
          <a:p>
            <a:pPr lvl="0" algn="ctr">
              <a:defRPr/>
            </a:pPr>
            <a:r>
              <a:rPr lang="en-US" altLang="en-US" sz="1300" b="1">
                <a:solidFill>
                  <a:srgbClr val="FFFFFF"/>
                </a:solidFill>
                <a:latin typeface="Microsoft YaHei"/>
                <a:ea typeface="Microsoft YaHei"/>
              </a:rPr>
              <a:t>5</a:t>
            </a:r>
            <a:r>
              <a:rPr lang="zh-CN" altLang="zh-CN" sz="1300" b="1" i="0" strike="noStrike" spc="0" baseline="0">
                <a:ln>
                  <a:noFill/>
                </a:ln>
                <a:solidFill>
                  <a:srgbClr val="FFFFFF"/>
                </a:solidFill>
                <a:effectLst/>
                <a:latin typeface="Microsoft YaHei"/>
                <a:ea typeface="Microsoft YaHei"/>
              </a:rPr>
              <a:t>、自我效能感</a:t>
            </a:r>
          </a:p>
        </p:txBody>
      </p:sp>
      <p:sp>
        <p:nvSpPr>
          <p:cNvPr id="2057" name="Google Shape;2057;p118">
            <a:extLst>
              <a:ext uri="{FF2B5EF4-FFF2-40B4-BE49-F238E27FC236}">
                <a16:creationId xmlns:a16="http://schemas.microsoft.com/office/drawing/2014/main" id="{7D215E35-2958-E0DC-79D3-E8C74BBBDB9A}"/>
              </a:ext>
            </a:extLst>
          </p:cNvPr>
          <p:cNvSpPr/>
          <p:nvPr/>
        </p:nvSpPr>
        <p:spPr>
          <a:xfrm>
            <a:off x="5568600" y="1050125"/>
            <a:ext cx="1993200" cy="1993200"/>
          </a:xfrm>
          <a:prstGeom prst="rect">
            <a:avLst/>
          </a:prstGeom>
          <a:solidFill>
            <a:srgbClr val="8D64A3"/>
          </a:solidFill>
          <a:ln>
            <a:noFill/>
          </a:ln>
        </p:spPr>
        <p:txBody>
          <a:bodyPr wrap="square" lIns="91425" tIns="91425" rIns="91425" bIns="91425" anchor="ctr" anchorCtr="0"/>
          <a:lstStyle/>
          <a:p>
            <a:pPr marL="0" lvl="0" indent="0" algn="ctr" defTabSz="914400">
              <a:lnSpc>
                <a:spcPct val="100000"/>
              </a:lnSpc>
              <a:spcBef>
                <a:spcPts val="0"/>
              </a:spcBef>
              <a:spcAft>
                <a:spcPts val="0"/>
              </a:spcAft>
              <a:buClr>
                <a:srgbClr val="000000"/>
              </a:buClr>
              <a:buSzTx/>
              <a:buFont typeface="Arial"/>
              <a:buNone/>
              <a:defRPr/>
            </a:pPr>
            <a:r>
              <a:rPr lang="zh-CN" altLang="zh-CN" sz="1300" b="1" i="0" strike="noStrike" spc="0" baseline="0">
                <a:ln>
                  <a:noFill/>
                </a:ln>
                <a:solidFill>
                  <a:srgbClr val="FFFFFF"/>
                </a:solidFill>
                <a:effectLst/>
                <a:latin typeface="Microsoft YaHei"/>
                <a:ea typeface="Microsoft YaHei"/>
              </a:rPr>
              <a:t>频次：</a:t>
            </a:r>
            <a:endParaRPr lang="en-US" altLang="en-US" sz="1300" b="1" i="0" strike="noStrike" spc="0" baseline="0">
              <a:ln>
                <a:noFill/>
              </a:ln>
              <a:solidFill>
                <a:srgbClr val="FFFFFF"/>
              </a:solidFill>
              <a:effectLst/>
              <a:latin typeface="Microsoft YaHei"/>
              <a:ea typeface="Microsoft YaHei"/>
            </a:endParaRPr>
          </a:p>
          <a:p>
            <a:pPr marL="0" lvl="0" indent="0" algn="ctr" defTabSz="914400">
              <a:lnSpc>
                <a:spcPct val="100000"/>
              </a:lnSpc>
              <a:spcBef>
                <a:spcPts val="0"/>
              </a:spcBef>
              <a:spcAft>
                <a:spcPts val="0"/>
              </a:spcAft>
              <a:buClr>
                <a:srgbClr val="000000"/>
              </a:buClr>
              <a:buSzTx/>
              <a:buFont typeface="Arial"/>
              <a:buNone/>
              <a:defRPr/>
            </a:pPr>
            <a:r>
              <a:rPr lang="zh-CN" altLang="zh-CN" sz="1300" b="1" i="0" strike="noStrike" spc="0" baseline="0">
                <a:ln>
                  <a:noFill/>
                </a:ln>
                <a:solidFill>
                  <a:srgbClr val="FFFFFF"/>
                </a:solidFill>
                <a:effectLst/>
                <a:latin typeface="Microsoft YaHei"/>
                <a:ea typeface="Microsoft YaHei"/>
              </a:rPr>
              <a:t>项目启动前</a:t>
            </a:r>
            <a:r>
              <a:rPr lang="en-US" altLang="en-US" sz="1300" b="1" i="0" strike="noStrike" spc="0" baseline="0">
                <a:ln>
                  <a:noFill/>
                </a:ln>
                <a:solidFill>
                  <a:srgbClr val="FFFFFF"/>
                </a:solidFill>
                <a:effectLst/>
                <a:latin typeface="Microsoft YaHei"/>
                <a:ea typeface="Microsoft YaHei"/>
              </a:rPr>
              <a:t>(</a:t>
            </a:r>
            <a:r>
              <a:rPr lang="zh-CN" altLang="zh-CN" sz="1300" b="1" i="0" strike="noStrike" spc="0" baseline="0">
                <a:ln>
                  <a:noFill/>
                </a:ln>
                <a:solidFill>
                  <a:srgbClr val="FFFFFF"/>
                </a:solidFill>
                <a:effectLst/>
                <a:latin typeface="Microsoft YaHei"/>
                <a:ea typeface="Microsoft YaHei"/>
              </a:rPr>
              <a:t>基线</a:t>
            </a:r>
            <a:r>
              <a:rPr lang="en-US" altLang="en-US" sz="1300" b="1" i="0" strike="noStrike" spc="0" baseline="0">
                <a:ln>
                  <a:noFill/>
                </a:ln>
                <a:solidFill>
                  <a:srgbClr val="FFFFFF"/>
                </a:solidFill>
                <a:effectLst/>
                <a:latin typeface="Microsoft YaHei"/>
                <a:ea typeface="Microsoft YaHei"/>
              </a:rPr>
              <a:t>) </a:t>
            </a:r>
          </a:p>
          <a:p>
            <a:pPr marL="0" lvl="0" indent="0" algn="ctr" defTabSz="914400">
              <a:lnSpc>
                <a:spcPct val="100000"/>
              </a:lnSpc>
              <a:spcBef>
                <a:spcPts val="0"/>
              </a:spcBef>
              <a:spcAft>
                <a:spcPts val="0"/>
              </a:spcAft>
              <a:buClr>
                <a:srgbClr val="000000"/>
              </a:buClr>
              <a:buSzTx/>
              <a:buFont typeface="Arial"/>
              <a:buNone/>
              <a:defRPr/>
            </a:pPr>
            <a:r>
              <a:rPr lang="zh-CN" altLang="zh-CN" sz="1300" b="1" i="0" strike="noStrike" spc="0" baseline="0">
                <a:ln>
                  <a:noFill/>
                </a:ln>
                <a:solidFill>
                  <a:srgbClr val="FFFFFF"/>
                </a:solidFill>
                <a:effectLst/>
                <a:latin typeface="Microsoft YaHei"/>
                <a:ea typeface="Microsoft YaHei"/>
              </a:rPr>
              <a:t>—&gt; 项目中期</a:t>
            </a:r>
          </a:p>
          <a:p>
            <a:pPr marL="0" lvl="0" indent="0" algn="ctr" defTabSz="914400">
              <a:lnSpc>
                <a:spcPct val="100000"/>
              </a:lnSpc>
              <a:spcBef>
                <a:spcPts val="0"/>
              </a:spcBef>
              <a:spcAft>
                <a:spcPts val="0"/>
              </a:spcAft>
              <a:buClr>
                <a:srgbClr val="000000"/>
              </a:buClr>
              <a:buSzTx/>
              <a:buFont typeface="Arial"/>
              <a:buNone/>
              <a:defRPr/>
            </a:pPr>
            <a:r>
              <a:rPr lang="zh-CN" altLang="zh-CN" sz="1300" b="1" i="0" strike="noStrike" spc="0" baseline="0">
                <a:ln>
                  <a:noFill/>
                </a:ln>
                <a:solidFill>
                  <a:srgbClr val="FFFFFF"/>
                </a:solidFill>
                <a:effectLst/>
                <a:latin typeface="Microsoft YaHei"/>
                <a:ea typeface="Microsoft YaHei"/>
              </a:rPr>
              <a:t> —&gt; 项目结业</a:t>
            </a:r>
          </a:p>
          <a:p>
            <a:pPr marL="0" lvl="0" indent="0" algn="ctr" defTabSz="914400">
              <a:lnSpc>
                <a:spcPct val="100000"/>
              </a:lnSpc>
              <a:spcBef>
                <a:spcPts val="0"/>
              </a:spcBef>
              <a:spcAft>
                <a:spcPts val="0"/>
              </a:spcAft>
              <a:buClr>
                <a:srgbClr val="000000"/>
              </a:buClr>
              <a:buSzTx/>
              <a:buFont typeface="Arial"/>
              <a:buNone/>
              <a:defRPr/>
            </a:pPr>
            <a:r>
              <a:rPr lang="zh-CN" altLang="zh-CN" sz="1300" b="1" i="0" strike="noStrike" spc="0" baseline="0">
                <a:ln>
                  <a:noFill/>
                </a:ln>
                <a:solidFill>
                  <a:srgbClr val="FFFFFF"/>
                </a:solidFill>
                <a:effectLst/>
                <a:latin typeface="Microsoft YaHei"/>
                <a:ea typeface="Microsoft YaHei"/>
              </a:rPr>
              <a:t> —&gt; 追踪</a:t>
            </a:r>
            <a:r>
              <a:rPr lang="en-US" altLang="en-US" sz="1300" b="1" i="0" strike="noStrike" spc="0" baseline="0">
                <a:ln>
                  <a:noFill/>
                </a:ln>
                <a:solidFill>
                  <a:srgbClr val="FFFFFF"/>
                </a:solidFill>
                <a:effectLst/>
                <a:latin typeface="Microsoft YaHei"/>
                <a:ea typeface="Microsoft YaHei"/>
              </a:rPr>
              <a:t>(</a:t>
            </a:r>
            <a:r>
              <a:rPr lang="zh-CN" altLang="zh-CN" sz="1300" b="1" i="0" strike="noStrike" spc="0" baseline="0">
                <a:ln>
                  <a:noFill/>
                </a:ln>
                <a:solidFill>
                  <a:srgbClr val="FFFFFF"/>
                </a:solidFill>
                <a:effectLst/>
                <a:latin typeface="Microsoft YaHei"/>
                <a:ea typeface="Microsoft YaHei"/>
              </a:rPr>
              <a:t>半年</a:t>
            </a:r>
            <a:r>
              <a:rPr lang="en-US" altLang="en-US" sz="1300" b="1" i="0" strike="noStrike" spc="0" baseline="0">
                <a:ln>
                  <a:noFill/>
                </a:ln>
                <a:solidFill>
                  <a:srgbClr val="FFFFFF"/>
                </a:solidFill>
                <a:effectLst/>
                <a:latin typeface="Microsoft YaHei"/>
                <a:ea typeface="Microsoft YaHei"/>
              </a:rPr>
              <a:t>/</a:t>
            </a:r>
            <a:r>
              <a:rPr lang="zh-CN" altLang="zh-CN" sz="1300" b="1" i="0" strike="noStrike" spc="0" baseline="0">
                <a:ln>
                  <a:noFill/>
                </a:ln>
                <a:solidFill>
                  <a:srgbClr val="FFFFFF"/>
                </a:solidFill>
                <a:effectLst/>
                <a:latin typeface="Microsoft YaHei"/>
                <a:ea typeface="Microsoft YaHei"/>
              </a:rPr>
              <a:t>一年</a:t>
            </a:r>
            <a:r>
              <a:rPr lang="en-US" altLang="en-US" sz="1300" b="1" i="0" strike="noStrike" spc="0" baseline="0">
                <a:ln>
                  <a:noFill/>
                </a:ln>
                <a:solidFill>
                  <a:srgbClr val="FFFFFF"/>
                </a:solidFill>
                <a:effectLst/>
                <a:latin typeface="Microsoft YaHei"/>
                <a:ea typeface="Microsoft YaHei"/>
              </a:rPr>
              <a:t>)</a:t>
            </a:r>
          </a:p>
        </p:txBody>
      </p:sp>
      <p:sp>
        <p:nvSpPr>
          <p:cNvPr id="2058" name="Google Shape;2058;p118">
            <a:extLst>
              <a:ext uri="{FF2B5EF4-FFF2-40B4-BE49-F238E27FC236}">
                <a16:creationId xmlns:a16="http://schemas.microsoft.com/office/drawing/2014/main" id="{1F6AE154-DF35-CD99-98B9-6CCB6BF29F2B}"/>
              </a:ext>
            </a:extLst>
          </p:cNvPr>
          <p:cNvSpPr/>
          <p:nvPr/>
        </p:nvSpPr>
        <p:spPr>
          <a:xfrm>
            <a:off x="1266299" y="3043325"/>
            <a:ext cx="6611402" cy="1722724"/>
          </a:xfrm>
          <a:prstGeom prst="upArrowCallout">
            <a:avLst>
              <a:gd name="adj1" fmla="val 25000"/>
              <a:gd name="adj2" fmla="val 25000"/>
              <a:gd name="adj3" fmla="val 25000"/>
              <a:gd name="adj4" fmla="val 64977"/>
            </a:avLst>
          </a:prstGeom>
          <a:solidFill>
            <a:srgbClr val="7197B5"/>
          </a:solidFill>
          <a:ln w="9525" cap="flat" cmpd="sng">
            <a:solidFill>
              <a:srgbClr val="FFFFFF"/>
            </a:solidFill>
            <a:prstDash val="solid"/>
            <a:round/>
            <a:headEnd type="none" w="sm" len="sm"/>
            <a:tailEnd type="none" w="sm" len="sm"/>
          </a:ln>
        </p:spPr>
        <p:txBody>
          <a:bodyPr wrap="square" lIns="91425" tIns="91425" rIns="91425" bIns="91425" anchor="ctr" anchorCtr="0"/>
          <a:lstStyle/>
          <a:p>
            <a:pPr marL="0" lvl="0" indent="0" algn="ctr" defTabSz="914400">
              <a:lnSpc>
                <a:spcPct val="100000"/>
              </a:lnSpc>
              <a:spcBef>
                <a:spcPts val="0"/>
              </a:spcBef>
              <a:spcAft>
                <a:spcPts val="0"/>
              </a:spcAft>
              <a:buClr>
                <a:srgbClr val="000000"/>
              </a:buClr>
              <a:buSzTx/>
              <a:buFont typeface="Arial"/>
              <a:buNone/>
              <a:defRPr/>
            </a:pPr>
            <a:r>
              <a:rPr lang="en-US" altLang="zh-CN" sz="1400" b="1" i="0" u="none" strike="noStrike" kern="0" spc="0" baseline="0">
                <a:ln>
                  <a:noFill/>
                </a:ln>
                <a:solidFill>
                  <a:srgbClr val="FFFFFF"/>
                </a:solidFill>
                <a:effectLst/>
                <a:latin typeface="Microsoft YaHei"/>
                <a:ea typeface="Microsoft YaHei"/>
              </a:rPr>
              <a:t>【</a:t>
            </a:r>
            <a:r>
              <a:rPr lang="zh-CN" altLang="en-US" sz="1400" b="1" i="0" u="none" strike="noStrike" kern="0" spc="0" baseline="0">
                <a:ln>
                  <a:noFill/>
                </a:ln>
                <a:solidFill>
                  <a:srgbClr val="FFFFFF"/>
                </a:solidFill>
                <a:effectLst/>
                <a:latin typeface="Microsoft YaHei"/>
                <a:ea typeface="Microsoft YaHei"/>
              </a:rPr>
              <a:t>预期</a:t>
            </a:r>
            <a:r>
              <a:rPr lang="en" altLang="en" sz="1400" b="1" i="0" u="none" strike="noStrike" kern="0" spc="0" baseline="0">
                <a:ln>
                  <a:noFill/>
                </a:ln>
                <a:solidFill>
                  <a:srgbClr val="FFFFFF"/>
                </a:solidFill>
                <a:effectLst/>
                <a:latin typeface="Microsoft YaHei"/>
                <a:ea typeface="Microsoft YaHei"/>
              </a:rPr>
              <a:t>Outcome &amp; </a:t>
            </a:r>
            <a:r>
              <a:rPr lang="zh-CN" altLang="en-US" sz="1400" b="1" i="0" u="none" strike="noStrike" kern="0" spc="0" baseline="0">
                <a:ln>
                  <a:noFill/>
                </a:ln>
                <a:solidFill>
                  <a:srgbClr val="FFFFFF"/>
                </a:solidFill>
                <a:effectLst/>
                <a:latin typeface="Microsoft YaHei"/>
                <a:ea typeface="Microsoft YaHei"/>
              </a:rPr>
              <a:t>成果</a:t>
            </a:r>
            <a:r>
              <a:rPr lang="en-US" altLang="zh-CN" sz="1400" b="1" i="0" u="none" strike="noStrike" kern="0" spc="0" baseline="0">
                <a:ln>
                  <a:noFill/>
                </a:ln>
                <a:solidFill>
                  <a:srgbClr val="FFFFFF"/>
                </a:solidFill>
                <a:effectLst/>
                <a:latin typeface="Microsoft YaHei"/>
                <a:ea typeface="Microsoft YaHei"/>
              </a:rPr>
              <a:t>】</a:t>
            </a:r>
            <a:br>
              <a:rPr lang="en-US" altLang="zh-CN" sz="1400" b="1" i="0" u="none" strike="noStrike" kern="0" spc="0" baseline="0">
                <a:ln>
                  <a:noFill/>
                </a:ln>
                <a:solidFill>
                  <a:srgbClr val="FFFFFF"/>
                </a:solidFill>
                <a:effectLst/>
                <a:latin typeface="Microsoft YaHei"/>
                <a:ea typeface="Microsoft YaHei"/>
              </a:rPr>
            </a:br>
            <a:r>
              <a:rPr lang="en-US" altLang="zh-CN" sz="1400" b="1" i="0" u="none" strike="noStrike" kern="0" spc="0" baseline="0">
                <a:ln>
                  <a:noFill/>
                </a:ln>
                <a:solidFill>
                  <a:srgbClr val="FFFFFF"/>
                </a:solidFill>
                <a:effectLst/>
                <a:latin typeface="Microsoft YaHei"/>
                <a:ea typeface="Microsoft YaHei"/>
              </a:rPr>
              <a:t> 1</a:t>
            </a:r>
            <a:r>
              <a:rPr lang="zh-CN" altLang="en-US" sz="1400" b="1" i="0" u="none" strike="noStrike" kern="0" spc="0" baseline="0">
                <a:ln>
                  <a:noFill/>
                </a:ln>
                <a:solidFill>
                  <a:srgbClr val="FFFFFF"/>
                </a:solidFill>
                <a:effectLst/>
                <a:latin typeface="Microsoft YaHei"/>
                <a:ea typeface="Microsoft YaHei"/>
              </a:rPr>
              <a:t>、</a:t>
            </a:r>
            <a:r>
              <a:rPr lang="en-US" altLang="zh-CN" sz="1400" b="1" i="0" u="none" strike="noStrike" kern="0" spc="0" baseline="0">
                <a:ln>
                  <a:noFill/>
                </a:ln>
                <a:solidFill>
                  <a:srgbClr val="FFFFFF"/>
                </a:solidFill>
                <a:effectLst/>
                <a:latin typeface="Microsoft YaHei"/>
                <a:ea typeface="Microsoft YaHei"/>
              </a:rPr>
              <a:t> </a:t>
            </a:r>
            <a:r>
              <a:rPr lang="zh-CN" altLang="en-US" sz="1400" b="1" i="0" u="none" strike="noStrike" kern="0" spc="0" baseline="0">
                <a:ln>
                  <a:noFill/>
                </a:ln>
                <a:solidFill>
                  <a:srgbClr val="FFFFFF"/>
                </a:solidFill>
                <a:effectLst/>
                <a:latin typeface="Microsoft YaHei"/>
                <a:ea typeface="Microsoft YaHei"/>
              </a:rPr>
              <a:t>提升青少年心理健康水平：压力感与焦虑度下降，正向情绪与希望感提升 </a:t>
            </a:r>
            <a:br>
              <a:rPr lang="en-US" altLang="zh-CN" sz="1400" b="1" i="0" u="none" strike="noStrike" kern="0" spc="0" baseline="0">
                <a:ln>
                  <a:noFill/>
                </a:ln>
                <a:solidFill>
                  <a:srgbClr val="FFFFFF"/>
                </a:solidFill>
                <a:effectLst/>
                <a:latin typeface="Microsoft YaHei"/>
                <a:ea typeface="Microsoft YaHei"/>
              </a:rPr>
            </a:br>
            <a:r>
              <a:rPr lang="en-US" altLang="zh-CN" sz="1400" b="1" i="0" u="none" strike="noStrike" kern="0" spc="0" baseline="0">
                <a:ln>
                  <a:noFill/>
                </a:ln>
                <a:solidFill>
                  <a:srgbClr val="FFFFFF"/>
                </a:solidFill>
                <a:effectLst/>
                <a:latin typeface="Microsoft YaHei"/>
                <a:ea typeface="Microsoft YaHei"/>
              </a:rPr>
              <a:t>2</a:t>
            </a:r>
            <a:r>
              <a:rPr lang="zh-CN" altLang="en-US" sz="1400" b="1" i="0" u="none" strike="noStrike" kern="0" spc="0" baseline="0">
                <a:ln>
                  <a:noFill/>
                </a:ln>
                <a:solidFill>
                  <a:srgbClr val="FFFFFF"/>
                </a:solidFill>
                <a:effectLst/>
                <a:latin typeface="Microsoft YaHei"/>
                <a:ea typeface="Microsoft YaHei"/>
              </a:rPr>
              <a:t>、</a:t>
            </a:r>
            <a:r>
              <a:rPr lang="en-US" altLang="zh-CN" sz="1400" b="1" i="0" u="none" strike="noStrike" kern="0" spc="0" baseline="0">
                <a:ln>
                  <a:noFill/>
                </a:ln>
                <a:solidFill>
                  <a:srgbClr val="FFFFFF"/>
                </a:solidFill>
                <a:effectLst/>
                <a:latin typeface="Microsoft YaHei"/>
                <a:ea typeface="Microsoft YaHei"/>
              </a:rPr>
              <a:t> </a:t>
            </a:r>
            <a:r>
              <a:rPr lang="zh-CN" altLang="en-US" sz="1400" b="1" i="0" u="none" strike="noStrike" kern="0" spc="0" baseline="0">
                <a:ln>
                  <a:noFill/>
                </a:ln>
                <a:solidFill>
                  <a:srgbClr val="FFFFFF"/>
                </a:solidFill>
                <a:effectLst/>
                <a:latin typeface="Microsoft YaHei"/>
                <a:ea typeface="Microsoft YaHei"/>
              </a:rPr>
              <a:t>员工</a:t>
            </a:r>
            <a:r>
              <a:rPr lang="en-US" altLang="zh-CN" sz="1400" b="1" i="0" u="none" strike="noStrike" kern="0" spc="0" baseline="0">
                <a:ln>
                  <a:noFill/>
                </a:ln>
                <a:solidFill>
                  <a:srgbClr val="FFFFFF"/>
                </a:solidFill>
                <a:effectLst/>
                <a:latin typeface="Microsoft YaHei"/>
                <a:ea typeface="Microsoft YaHei"/>
              </a:rPr>
              <a:t>/</a:t>
            </a:r>
            <a:r>
              <a:rPr lang="zh-CN" altLang="en-US" sz="1400" b="1" i="0" u="none" strike="noStrike" kern="0" spc="0" baseline="0">
                <a:ln>
                  <a:noFill/>
                </a:ln>
                <a:solidFill>
                  <a:srgbClr val="FFFFFF"/>
                </a:solidFill>
                <a:effectLst/>
                <a:latin typeface="Microsoft YaHei"/>
                <a:ea typeface="Microsoft YaHei"/>
              </a:rPr>
              <a:t>志愿者积极参与：内部凝聚力增加，</a:t>
            </a:r>
            <a:r>
              <a:rPr lang="en" altLang="en" sz="1400" b="1" i="0" u="none" strike="noStrike" kern="0" spc="0" baseline="0">
                <a:ln>
                  <a:noFill/>
                </a:ln>
                <a:solidFill>
                  <a:srgbClr val="FFFFFF"/>
                </a:solidFill>
                <a:effectLst/>
                <a:latin typeface="Microsoft YaHei"/>
                <a:ea typeface="Microsoft YaHei"/>
              </a:rPr>
              <a:t>CSR</a:t>
            </a:r>
            <a:r>
              <a:rPr lang="zh-CN" altLang="en-US" sz="1400" b="1" i="0" u="none" strike="noStrike" kern="0" spc="0" baseline="0">
                <a:ln>
                  <a:noFill/>
                </a:ln>
                <a:solidFill>
                  <a:srgbClr val="FFFFFF"/>
                </a:solidFill>
                <a:effectLst/>
                <a:latin typeface="Microsoft YaHei"/>
                <a:ea typeface="Microsoft YaHei"/>
              </a:rPr>
              <a:t>文化扎根</a:t>
            </a:r>
            <a:br>
              <a:rPr lang="en-US" altLang="zh-CN" sz="1400" b="1" i="0" u="none" strike="noStrike" kern="0" spc="0" baseline="0">
                <a:ln>
                  <a:noFill/>
                </a:ln>
                <a:solidFill>
                  <a:srgbClr val="FFFFFF"/>
                </a:solidFill>
                <a:effectLst/>
                <a:latin typeface="Microsoft YaHei"/>
                <a:ea typeface="Microsoft YaHei"/>
              </a:rPr>
            </a:br>
            <a:r>
              <a:rPr lang="zh-CN" altLang="en-US" sz="1400" b="1" i="0" u="none" strike="noStrike" kern="0" spc="0" baseline="0">
                <a:ln>
                  <a:noFill/>
                </a:ln>
                <a:solidFill>
                  <a:srgbClr val="FFFFFF"/>
                </a:solidFill>
                <a:effectLst/>
                <a:latin typeface="Microsoft YaHei"/>
                <a:ea typeface="Microsoft YaHei"/>
              </a:rPr>
              <a:t> </a:t>
            </a:r>
            <a:r>
              <a:rPr lang="en-US" altLang="zh-CN" sz="1400" b="1" i="0" u="none" strike="noStrike" kern="0" spc="0" baseline="0">
                <a:ln>
                  <a:noFill/>
                </a:ln>
                <a:solidFill>
                  <a:srgbClr val="FFFFFF"/>
                </a:solidFill>
                <a:effectLst/>
                <a:latin typeface="Microsoft YaHei"/>
                <a:ea typeface="Microsoft YaHei"/>
              </a:rPr>
              <a:t>3</a:t>
            </a:r>
            <a:r>
              <a:rPr lang="zh-CN" altLang="en-US" sz="1400" b="1" i="0" u="none" strike="noStrike" kern="0" spc="0" baseline="0">
                <a:ln>
                  <a:noFill/>
                </a:ln>
                <a:solidFill>
                  <a:srgbClr val="FFFFFF"/>
                </a:solidFill>
                <a:effectLst/>
                <a:latin typeface="Microsoft YaHei"/>
                <a:ea typeface="Microsoft YaHei"/>
              </a:rPr>
              <a:t>、长期可持续：项目形成可复制模块，并在中国各地与凯德全球网络中推广</a:t>
            </a:r>
          </a:p>
        </p:txBody>
      </p:sp>
      <p:sp>
        <p:nvSpPr>
          <p:cNvPr id="4" name="文本框 3">
            <a:extLst>
              <a:ext uri="{FF2B5EF4-FFF2-40B4-BE49-F238E27FC236}">
                <a16:creationId xmlns:a16="http://schemas.microsoft.com/office/drawing/2014/main" id="{81B55904-80BE-3983-21F9-296DF4C33033}"/>
              </a:ext>
            </a:extLst>
          </p:cNvPr>
          <p:cNvSpPr txBox="1"/>
          <p:nvPr/>
        </p:nvSpPr>
        <p:spPr>
          <a:xfrm>
            <a:off x="71717" y="64412"/>
            <a:ext cx="5351930" cy="369332"/>
          </a:xfrm>
          <a:prstGeom prst="rect">
            <a:avLst/>
          </a:prstGeom>
          <a:noFill/>
        </p:spPr>
        <p:txBody>
          <a:bodyPr wrap="square">
            <a:spAutoFit/>
          </a:bodyPr>
          <a:lstStyle/>
          <a:p>
            <a:pPr marL="0" lvl="0" indent="0" algn="l" defTabSz="914400">
              <a:lnSpc>
                <a:spcPct val="100000"/>
              </a:lnSpc>
              <a:spcBef>
                <a:spcPts val="0"/>
              </a:spcBef>
              <a:spcAft>
                <a:spcPts val="0"/>
              </a:spcAft>
              <a:buClr>
                <a:srgbClr val="000000"/>
              </a:buClr>
              <a:buSzTx/>
              <a:buFont typeface="Arial"/>
              <a:buNone/>
              <a:defRPr/>
            </a:pPr>
            <a:r>
              <a:rPr lang="zh-CN" altLang="en-US" sz="1800" b="1" i="0" u="none" strike="noStrike" kern="0" spc="0" baseline="0">
                <a:ln>
                  <a:noFill/>
                </a:ln>
                <a:solidFill>
                  <a:srgbClr val="0E3E63"/>
                </a:solidFill>
                <a:effectLst/>
                <a:latin typeface="Microsoft YaHei"/>
                <a:ea typeface="Microsoft YaHei"/>
              </a:rPr>
              <a:t>项目</a:t>
            </a:r>
            <a:r>
              <a:rPr lang="en-US" altLang="zh-CN" sz="1800" b="1" i="0" u="none" strike="noStrike" kern="0" spc="0" baseline="0">
                <a:ln>
                  <a:noFill/>
                </a:ln>
                <a:solidFill>
                  <a:srgbClr val="0E3E63"/>
                </a:solidFill>
                <a:effectLst/>
                <a:latin typeface="Microsoft YaHei"/>
                <a:ea typeface="Microsoft YaHei"/>
              </a:rPr>
              <a:t>Outcome</a:t>
            </a:r>
            <a:r>
              <a:rPr lang="zh-CN" altLang="en-US" sz="1800" b="1" i="0" u="none" strike="noStrike" kern="0" spc="0" baseline="0">
                <a:ln>
                  <a:noFill/>
                </a:ln>
                <a:solidFill>
                  <a:srgbClr val="0E3E63"/>
                </a:solidFill>
                <a:effectLst/>
                <a:latin typeface="Microsoft YaHei"/>
                <a:ea typeface="Microsoft YaHei"/>
              </a:rPr>
              <a:t>评估</a:t>
            </a:r>
          </a:p>
        </p:txBody>
      </p:sp>
    </p:spTree>
    <p:extLst>
      <p:ext uri="{BB962C8B-B14F-4D97-AF65-F5344CB8AC3E}">
        <p14:creationId xmlns:p14="http://schemas.microsoft.com/office/powerpoint/2010/main" val="41963958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DD62161-93B1-C2F3-2ED8-6DD9AD75294B}"/>
              </a:ext>
            </a:extLst>
          </p:cNvPr>
          <p:cNvPicPr>
            <a:picLocks noChangeAspect="1"/>
          </p:cNvPicPr>
          <p:nvPr/>
        </p:nvPicPr>
        <p:blipFill>
          <a:blip r:embed="rId2"/>
          <a:stretch>
            <a:fillRect/>
          </a:stretch>
        </p:blipFill>
        <p:spPr>
          <a:xfrm>
            <a:off x="932154" y="798048"/>
            <a:ext cx="6664911" cy="4197677"/>
          </a:xfrm>
          <a:prstGeom prst="rect">
            <a:avLst/>
          </a:prstGeom>
        </p:spPr>
      </p:pic>
      <p:sp>
        <p:nvSpPr>
          <p:cNvPr id="6" name="Google Shape;304;p42">
            <a:extLst>
              <a:ext uri="{FF2B5EF4-FFF2-40B4-BE49-F238E27FC236}">
                <a16:creationId xmlns:a16="http://schemas.microsoft.com/office/drawing/2014/main" id="{5988186A-761B-FFC6-571E-C4A457FDE567}"/>
              </a:ext>
            </a:extLst>
          </p:cNvPr>
          <p:cNvSpPr txBox="1">
            <a:spLocks noGrp="1"/>
          </p:cNvSpPr>
          <p:nvPr>
            <p:ph type="title"/>
          </p:nvPr>
        </p:nvSpPr>
        <p:spPr>
          <a:xfrm>
            <a:off x="93825" y="107233"/>
            <a:ext cx="7888800" cy="309600"/>
          </a:xfrm>
          <a:prstGeom prst="rect">
            <a:avLst/>
          </a:prstGeom>
        </p:spPr>
        <p:txBody>
          <a:bodyPr wrap="square" lIns="91425" tIns="91425" rIns="91425" bIns="91425" anchor="t" anchorCtr="0"/>
          <a:lstStyle/>
          <a:p>
            <a:pPr marL="0" lvl="0" indent="0" algn="l">
              <a:spcBef>
                <a:spcPts val="0"/>
              </a:spcBef>
              <a:spcAft>
                <a:spcPts val="0"/>
              </a:spcAft>
              <a:buNone/>
            </a:pPr>
            <a:r>
              <a:rPr lang="zh-CN" altLang="zh-CN" b="1">
                <a:latin typeface="Microsoft YaHei"/>
                <a:ea typeface="Microsoft YaHei"/>
              </a:rPr>
              <a:t>初步日程安排（</a:t>
            </a:r>
            <a:r>
              <a:rPr lang="en-US" altLang="en-US" b="1">
                <a:latin typeface="Microsoft YaHei"/>
                <a:ea typeface="Microsoft YaHei"/>
              </a:rPr>
              <a:t>4</a:t>
            </a:r>
            <a:r>
              <a:rPr lang="zh-CN" altLang="zh-CN" b="1">
                <a:latin typeface="Microsoft YaHei"/>
                <a:ea typeface="Microsoft YaHei"/>
              </a:rPr>
              <a:t>天</a:t>
            </a:r>
            <a:r>
              <a:rPr lang="en-US" altLang="en-US" b="1">
                <a:latin typeface="Microsoft YaHei"/>
                <a:ea typeface="Microsoft YaHei"/>
              </a:rPr>
              <a:t>-6</a:t>
            </a:r>
            <a:r>
              <a:rPr lang="zh-CN" altLang="zh-CN" b="1">
                <a:latin typeface="Microsoft YaHei"/>
                <a:ea typeface="Microsoft YaHei"/>
              </a:rPr>
              <a:t>天）</a:t>
            </a:r>
            <a:endParaRPr b="1">
              <a:latin typeface="Microsoft YaHei"/>
              <a:ea typeface="Microsoft YaHei"/>
            </a:endParaRPr>
          </a:p>
        </p:txBody>
      </p:sp>
    </p:spTree>
    <p:extLst>
      <p:ext uri="{BB962C8B-B14F-4D97-AF65-F5344CB8AC3E}">
        <p14:creationId xmlns:p14="http://schemas.microsoft.com/office/powerpoint/2010/main" val="20283020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CCA66-F089-0856-0578-FB57C03CA2AD}"/>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4F716A14-F6B9-AA25-CA61-FC93970BA692}"/>
              </a:ext>
            </a:extLst>
          </p:cNvPr>
          <p:cNvPicPr>
            <a:picLocks noChangeAspect="1"/>
          </p:cNvPicPr>
          <p:nvPr/>
        </p:nvPicPr>
        <p:blipFill>
          <a:blip r:embed="rId2"/>
          <a:stretch>
            <a:fillRect/>
          </a:stretch>
        </p:blipFill>
        <p:spPr>
          <a:xfrm>
            <a:off x="397435" y="1324937"/>
            <a:ext cx="4582928" cy="3268578"/>
          </a:xfrm>
          <a:prstGeom prst="rect">
            <a:avLst/>
          </a:prstGeom>
        </p:spPr>
      </p:pic>
      <p:sp>
        <p:nvSpPr>
          <p:cNvPr id="5" name="圆角矩形 4">
            <a:extLst>
              <a:ext uri="{FF2B5EF4-FFF2-40B4-BE49-F238E27FC236}">
                <a16:creationId xmlns:a16="http://schemas.microsoft.com/office/drawing/2014/main" id="{26B7CF41-ED8B-EACA-134A-1533E19E0E1F}"/>
              </a:ext>
            </a:extLst>
          </p:cNvPr>
          <p:cNvSpPr/>
          <p:nvPr/>
        </p:nvSpPr>
        <p:spPr>
          <a:xfrm>
            <a:off x="4980363" y="1538344"/>
            <a:ext cx="3776363" cy="2764715"/>
          </a:xfrm>
          <a:prstGeom prst="roundRect">
            <a:avLst/>
          </a:prstGeom>
          <a:solidFill>
            <a:schemeClr val="accent2"/>
          </a:solidFill>
          <a:ln>
            <a:noFill/>
          </a:ln>
        </p:spPr>
        <p:txBody>
          <a:bodyPr anchor="ctr"/>
          <a:lstStyle/>
          <a:p>
            <a:pPr marL="0" lvl="0" indent="0" algn="ctr" defTabSz="914400">
              <a:lnSpc>
                <a:spcPct val="100000"/>
              </a:lnSpc>
              <a:spcBef>
                <a:spcPts val="0"/>
              </a:spcBef>
              <a:spcAft>
                <a:spcPts val="0"/>
              </a:spcAft>
              <a:buClr>
                <a:srgbClr val="000000"/>
              </a:buClr>
              <a:buSzTx/>
              <a:buFont typeface="Arial"/>
              <a:buNone/>
              <a:defRPr/>
            </a:pPr>
            <a:r>
              <a:rPr lang="zh-CN" altLang="en-US" sz="1400" b="0" i="0" u="none" strike="noStrike" kern="0" spc="0" baseline="0">
                <a:ln>
                  <a:noFill/>
                </a:ln>
                <a:solidFill>
                  <a:srgbClr val="FAFAFA"/>
                </a:solidFill>
                <a:effectLst/>
                <a:latin typeface="Microsoft YaHei"/>
                <a:ea typeface="Microsoft YaHei"/>
              </a:rPr>
              <a:t>积极心理学的</a:t>
            </a:r>
            <a:r>
              <a:rPr lang="en-US" altLang="zh-CN" sz="1400" b="0" i="0" u="none" strike="noStrike" kern="0" spc="0" baseline="0">
                <a:ln>
                  <a:noFill/>
                </a:ln>
                <a:solidFill>
                  <a:srgbClr val="FAFAFA"/>
                </a:solidFill>
                <a:effectLst/>
                <a:latin typeface="Microsoft YaHei"/>
                <a:ea typeface="Microsoft YaHei"/>
              </a:rPr>
              <a:t>PERMA </a:t>
            </a:r>
            <a:r>
              <a:rPr lang="zh-CN" altLang="en-US" sz="1400" b="0" i="0" u="none" strike="noStrike" kern="0" spc="0" baseline="0">
                <a:ln>
                  <a:noFill/>
                </a:ln>
                <a:solidFill>
                  <a:srgbClr val="FAFAFA"/>
                </a:solidFill>
                <a:effectLst/>
                <a:latin typeface="Microsoft YaHei"/>
                <a:ea typeface="Microsoft YaHei"/>
              </a:rPr>
              <a:t>理论 代表了幸福和福祉的五个核心要素。</a:t>
            </a:r>
            <a:br>
              <a:rPr lang="en-US" altLang="zh-CN" sz="1400" b="0" i="0" u="none" strike="noStrike" kern="0" spc="0" baseline="0">
                <a:ln>
                  <a:noFill/>
                </a:ln>
                <a:solidFill>
                  <a:srgbClr val="FAFAFA"/>
                </a:solidFill>
                <a:effectLst/>
                <a:latin typeface="Microsoft YaHei"/>
                <a:ea typeface="Microsoft YaHei"/>
              </a:rPr>
            </a:br>
            <a:endParaRPr lang="en-US" altLang="zh-CN" sz="1400" b="0" i="0" u="none" strike="noStrike" kern="0" spc="0" baseline="0">
              <a:ln>
                <a:noFill/>
              </a:ln>
              <a:solidFill>
                <a:srgbClr val="FAFAFA"/>
              </a:solidFill>
              <a:effectLst/>
              <a:latin typeface="Microsoft YaHei"/>
              <a:ea typeface="Microsoft YaHei"/>
            </a:endParaRPr>
          </a:p>
          <a:p>
            <a:pPr marL="0" lvl="0" indent="0" algn="ctr" defTabSz="914400">
              <a:lnSpc>
                <a:spcPct val="100000"/>
              </a:lnSpc>
              <a:spcBef>
                <a:spcPts val="0"/>
              </a:spcBef>
              <a:spcAft>
                <a:spcPts val="0"/>
              </a:spcAft>
              <a:buClr>
                <a:srgbClr val="000000"/>
              </a:buClr>
              <a:buSzTx/>
              <a:buFont typeface="Arial"/>
              <a:buNone/>
              <a:defRPr/>
            </a:pPr>
            <a:r>
              <a:rPr lang="zh-CN" altLang="en-US" sz="1400" b="0" i="0" u="none" strike="noStrike" kern="0" spc="0" baseline="0">
                <a:ln>
                  <a:noFill/>
                </a:ln>
                <a:solidFill>
                  <a:srgbClr val="FAFAFA"/>
                </a:solidFill>
                <a:effectLst/>
                <a:latin typeface="Microsoft YaHei"/>
                <a:ea typeface="Microsoft YaHei"/>
              </a:rPr>
              <a:t>“</a:t>
            </a:r>
            <a:r>
              <a:rPr lang="en-US" altLang="zh-CN" sz="1400" b="0" i="0" u="none" strike="noStrike" kern="0" spc="0" baseline="0">
                <a:ln>
                  <a:noFill/>
                </a:ln>
                <a:solidFill>
                  <a:srgbClr val="FAFAFA"/>
                </a:solidFill>
                <a:effectLst/>
                <a:latin typeface="Microsoft YaHei"/>
                <a:ea typeface="Microsoft YaHei"/>
              </a:rPr>
              <a:t>PERMA” </a:t>
            </a:r>
            <a:r>
              <a:rPr lang="zh-CN" altLang="en-US" sz="1400" b="0" i="0" u="none" strike="noStrike" kern="0" spc="0" baseline="0">
                <a:ln>
                  <a:noFill/>
                </a:ln>
                <a:solidFill>
                  <a:srgbClr val="FAFAFA"/>
                </a:solidFill>
                <a:effectLst/>
                <a:latin typeface="Microsoft YaHei"/>
                <a:ea typeface="Microsoft YaHei"/>
              </a:rPr>
              <a:t>分别代表着积极情绪、心流投入、人际关系、人生意义以及成就。</a:t>
            </a:r>
            <a:br>
              <a:rPr lang="en-US" altLang="zh-CN" sz="1400" b="0" i="0" u="none" strike="noStrike" kern="0" spc="0" baseline="0">
                <a:ln>
                  <a:noFill/>
                </a:ln>
                <a:solidFill>
                  <a:srgbClr val="FAFAFA"/>
                </a:solidFill>
                <a:effectLst/>
                <a:latin typeface="Microsoft YaHei"/>
                <a:ea typeface="Microsoft YaHei"/>
              </a:rPr>
            </a:br>
            <a:br>
              <a:rPr lang="en-US" altLang="zh-CN" sz="1400" b="0" i="0" u="none" strike="noStrike" kern="0" spc="0" baseline="0">
                <a:ln>
                  <a:noFill/>
                </a:ln>
                <a:solidFill>
                  <a:srgbClr val="FAFAFA"/>
                </a:solidFill>
                <a:effectLst/>
                <a:latin typeface="Microsoft YaHei"/>
                <a:ea typeface="Microsoft YaHei"/>
              </a:rPr>
            </a:br>
            <a:r>
              <a:rPr lang="zh-CN" altLang="en-US" sz="1400" b="0" i="0" u="none" strike="noStrike" kern="0" spc="0" baseline="0">
                <a:ln>
                  <a:noFill/>
                </a:ln>
                <a:solidFill>
                  <a:srgbClr val="FAFAFA"/>
                </a:solidFill>
                <a:effectLst/>
                <a:latin typeface="Microsoft YaHei"/>
                <a:ea typeface="Microsoft YaHei"/>
              </a:rPr>
              <a:t>根据塞利格曼的研究，他认为</a:t>
            </a:r>
            <a:r>
              <a:rPr lang="en" altLang="zh-CN" sz="1400" b="0" i="0" u="none" strike="noStrike" kern="0" spc="0" baseline="0">
                <a:ln>
                  <a:noFill/>
                </a:ln>
                <a:solidFill>
                  <a:srgbClr val="FAFAFA"/>
                </a:solidFill>
                <a:effectLst/>
                <a:latin typeface="Microsoft YaHei"/>
                <a:ea typeface="Microsoft YaHei"/>
              </a:rPr>
              <a:t>PERMA</a:t>
            </a:r>
            <a:r>
              <a:rPr lang="zh-CN" altLang="en-US" sz="1400" b="0" i="0" u="none" strike="noStrike" kern="0" spc="0" baseline="0">
                <a:ln>
                  <a:noFill/>
                </a:ln>
                <a:solidFill>
                  <a:srgbClr val="FAFAFA"/>
                </a:solidFill>
                <a:effectLst/>
                <a:latin typeface="Microsoft YaHei"/>
                <a:ea typeface="Microsoft YaHei"/>
              </a:rPr>
              <a:t>模型的</a:t>
            </a:r>
            <a:r>
              <a:rPr lang="zh-CN" altLang="en-US" sz="1400" b="1" i="0" u="none" strike="noStrike" kern="0" spc="0" baseline="0">
                <a:ln>
                  <a:noFill/>
                </a:ln>
                <a:solidFill>
                  <a:srgbClr val="FAFAFA"/>
                </a:solidFill>
                <a:effectLst/>
                <a:latin typeface="Microsoft YaHei"/>
                <a:ea typeface="Microsoft YaHei"/>
              </a:rPr>
              <a:t>五个核心要素是人们获得健康的幸福感、充实感和生活满足感所需要的，从而找到生活的真正意义。</a:t>
            </a:r>
          </a:p>
        </p:txBody>
      </p:sp>
      <p:sp>
        <p:nvSpPr>
          <p:cNvPr id="6" name="文本框 5">
            <a:extLst>
              <a:ext uri="{FF2B5EF4-FFF2-40B4-BE49-F238E27FC236}">
                <a16:creationId xmlns:a16="http://schemas.microsoft.com/office/drawing/2014/main" id="{F297769E-E28C-9A16-7B2F-78103FBF98B6}"/>
              </a:ext>
            </a:extLst>
          </p:cNvPr>
          <p:cNvSpPr txBox="1"/>
          <p:nvPr/>
        </p:nvSpPr>
        <p:spPr>
          <a:xfrm>
            <a:off x="71716" y="64412"/>
            <a:ext cx="6030319" cy="369332"/>
          </a:xfrm>
          <a:prstGeom prst="rect">
            <a:avLst/>
          </a:prstGeom>
          <a:noFill/>
        </p:spPr>
        <p:txBody>
          <a:bodyPr wrap="square">
            <a:spAutoFit/>
          </a:bodyPr>
          <a:lstStyle/>
          <a:p>
            <a:pPr marL="0" lvl="0" indent="0" algn="l" defTabSz="914400">
              <a:lnSpc>
                <a:spcPct val="100000"/>
              </a:lnSpc>
              <a:spcBef>
                <a:spcPts val="0"/>
              </a:spcBef>
              <a:spcAft>
                <a:spcPts val="0"/>
              </a:spcAft>
              <a:buClr>
                <a:srgbClr val="000000"/>
              </a:buClr>
              <a:buSzTx/>
              <a:buFont typeface="Arial"/>
              <a:buNone/>
              <a:defRPr/>
            </a:pPr>
            <a:r>
              <a:rPr lang="zh-CN" altLang="en-US" sz="1800" b="1" i="0" u="none" strike="noStrike" kern="0" spc="0" baseline="0">
                <a:ln>
                  <a:noFill/>
                </a:ln>
                <a:solidFill>
                  <a:srgbClr val="0E3E63"/>
                </a:solidFill>
                <a:effectLst/>
                <a:latin typeface="Microsoft YaHei"/>
                <a:ea typeface="Microsoft YaHei"/>
              </a:rPr>
              <a:t>积极心理学</a:t>
            </a:r>
            <a:r>
              <a:rPr lang="en" altLang="zh-CN" sz="1800" b="1" i="0" u="none" strike="noStrike" kern="0" spc="0" baseline="0">
                <a:ln>
                  <a:noFill/>
                </a:ln>
                <a:solidFill>
                  <a:srgbClr val="0E3E63"/>
                </a:solidFill>
                <a:effectLst/>
                <a:latin typeface="Microsoft YaHei"/>
                <a:ea typeface="Microsoft YaHei"/>
              </a:rPr>
              <a:t>PERMA</a:t>
            </a:r>
            <a:r>
              <a:rPr lang="zh-CN" altLang="en-US" sz="1800" b="1" i="0" u="none" strike="noStrike" kern="0" spc="0" baseline="0">
                <a:ln>
                  <a:noFill/>
                </a:ln>
                <a:solidFill>
                  <a:srgbClr val="0E3E63"/>
                </a:solidFill>
                <a:effectLst/>
                <a:latin typeface="Microsoft YaHei"/>
                <a:ea typeface="Microsoft YaHei"/>
              </a:rPr>
              <a:t>理论</a:t>
            </a:r>
            <a:r>
              <a:rPr lang="en-US" altLang="zh-CN" sz="1800" b="1" i="0" u="none" strike="noStrike" kern="0" spc="0" baseline="0">
                <a:ln>
                  <a:noFill/>
                </a:ln>
                <a:solidFill>
                  <a:srgbClr val="0E3E63"/>
                </a:solidFill>
                <a:effectLst/>
                <a:latin typeface="Microsoft YaHei"/>
                <a:ea typeface="Microsoft YaHei"/>
              </a:rPr>
              <a:t>·</a:t>
            </a:r>
            <a:r>
              <a:rPr lang="zh-CN" altLang="en-US" sz="1800" b="1" i="0" u="none" strike="noStrike" kern="0" spc="0" baseline="0">
                <a:ln>
                  <a:noFill/>
                </a:ln>
                <a:solidFill>
                  <a:srgbClr val="0E3E63"/>
                </a:solidFill>
                <a:effectLst/>
                <a:latin typeface="Microsoft YaHei"/>
                <a:ea typeface="Microsoft YaHei"/>
              </a:rPr>
              <a:t>既是设计理论，也是评估模型</a:t>
            </a:r>
          </a:p>
        </p:txBody>
      </p:sp>
    </p:spTree>
    <p:extLst>
      <p:ext uri="{BB962C8B-B14F-4D97-AF65-F5344CB8AC3E}">
        <p14:creationId xmlns:p14="http://schemas.microsoft.com/office/powerpoint/2010/main" val="24941580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80F1CD-19FF-A149-7257-018FBD829447}"/>
              </a:ext>
            </a:extLst>
          </p:cNvPr>
          <p:cNvSpPr>
            <a:spLocks noGrp="1"/>
          </p:cNvSpPr>
          <p:nvPr>
            <p:ph type="title"/>
          </p:nvPr>
        </p:nvSpPr>
        <p:spPr/>
        <p:txBody>
          <a:bodyPr/>
          <a:lstStyle/>
          <a:p>
            <a:r>
              <a:rPr kumimoji="1" lang="zh-CN" altLang="en-US" dirty="0"/>
              <a:t>影响力评估指标</a:t>
            </a:r>
          </a:p>
        </p:txBody>
      </p:sp>
      <p:sp>
        <p:nvSpPr>
          <p:cNvPr id="4" name="文本框 3">
            <a:extLst>
              <a:ext uri="{FF2B5EF4-FFF2-40B4-BE49-F238E27FC236}">
                <a16:creationId xmlns:a16="http://schemas.microsoft.com/office/drawing/2014/main" id="{5A52E6B3-86EC-D339-DC30-985786F0E8D3}"/>
              </a:ext>
            </a:extLst>
          </p:cNvPr>
          <p:cNvSpPr txBox="1"/>
          <p:nvPr/>
        </p:nvSpPr>
        <p:spPr>
          <a:xfrm>
            <a:off x="1649506" y="1463754"/>
            <a:ext cx="1925527" cy="1107996"/>
          </a:xfrm>
          <a:prstGeom prst="rect">
            <a:avLst/>
          </a:prstGeom>
          <a:noFill/>
        </p:spPr>
        <p:txBody>
          <a:bodyPr wrap="none" rtlCol="0">
            <a:spAutoFit/>
          </a:bodyPr>
          <a:lstStyle/>
          <a:p>
            <a:r>
              <a:rPr kumimoji="1" lang="zh-CN" altLang="en-US" sz="1100" dirty="0">
                <a:solidFill>
                  <a:schemeClr val="tx1"/>
                </a:solidFill>
              </a:rPr>
              <a:t>职场清晰度</a:t>
            </a:r>
            <a:r>
              <a:rPr kumimoji="1" lang="en-US" altLang="zh-CN" sz="1100" dirty="0">
                <a:solidFill>
                  <a:schemeClr val="tx1"/>
                </a:solidFill>
              </a:rPr>
              <a:t>—</a:t>
            </a:r>
            <a:r>
              <a:rPr kumimoji="1" lang="zh-CN" altLang="en-US" sz="1100" dirty="0">
                <a:solidFill>
                  <a:schemeClr val="tx1"/>
                </a:solidFill>
              </a:rPr>
              <a:t>四次测评跟踪</a:t>
            </a:r>
            <a:endParaRPr kumimoji="1" lang="en-US" altLang="zh-CN" sz="1100" dirty="0">
              <a:solidFill>
                <a:schemeClr val="tx1"/>
              </a:solidFill>
            </a:endParaRPr>
          </a:p>
          <a:p>
            <a:r>
              <a:rPr kumimoji="1" lang="zh-CN" altLang="en-US" sz="1100" dirty="0">
                <a:solidFill>
                  <a:schemeClr val="tx1"/>
                </a:solidFill>
              </a:rPr>
              <a:t>营期前</a:t>
            </a:r>
            <a:r>
              <a:rPr kumimoji="1" lang="en-US" altLang="zh-CN" sz="1100" dirty="0">
                <a:solidFill>
                  <a:schemeClr val="tx1"/>
                </a:solidFill>
              </a:rPr>
              <a:t>—</a:t>
            </a:r>
            <a:r>
              <a:rPr kumimoji="1" lang="zh-CN" altLang="en-US" sz="1100" dirty="0">
                <a:solidFill>
                  <a:schemeClr val="tx1"/>
                </a:solidFill>
              </a:rPr>
              <a:t>一次</a:t>
            </a:r>
            <a:endParaRPr kumimoji="1" lang="en-US" altLang="zh-CN" sz="1100" dirty="0">
              <a:solidFill>
                <a:schemeClr val="tx1"/>
              </a:solidFill>
            </a:endParaRPr>
          </a:p>
          <a:p>
            <a:r>
              <a:rPr kumimoji="1" lang="zh-CN" altLang="en-US" sz="1100" dirty="0">
                <a:solidFill>
                  <a:schemeClr val="tx1"/>
                </a:solidFill>
              </a:rPr>
              <a:t>深度职场清晰度测评</a:t>
            </a:r>
            <a:r>
              <a:rPr kumimoji="1" lang="en-US" altLang="zh-CN" sz="1100" dirty="0">
                <a:solidFill>
                  <a:schemeClr val="tx1"/>
                </a:solidFill>
              </a:rPr>
              <a:t>—Day3</a:t>
            </a:r>
          </a:p>
          <a:p>
            <a:r>
              <a:rPr kumimoji="1" lang="zh-CN" altLang="en-US" sz="1100" dirty="0">
                <a:solidFill>
                  <a:schemeClr val="tx1"/>
                </a:solidFill>
              </a:rPr>
              <a:t>营期后</a:t>
            </a:r>
            <a:r>
              <a:rPr kumimoji="1" lang="en-US" altLang="zh-CN" sz="1100" dirty="0">
                <a:solidFill>
                  <a:schemeClr val="tx1"/>
                </a:solidFill>
              </a:rPr>
              <a:t>—</a:t>
            </a:r>
            <a:r>
              <a:rPr kumimoji="1" lang="zh-CN" altLang="en-US" sz="1100" dirty="0">
                <a:solidFill>
                  <a:schemeClr val="tx1"/>
                </a:solidFill>
              </a:rPr>
              <a:t>一次</a:t>
            </a:r>
            <a:endParaRPr kumimoji="1" lang="en-US" altLang="zh-CN" sz="1100" dirty="0">
              <a:solidFill>
                <a:schemeClr val="tx1"/>
              </a:solidFill>
            </a:endParaRPr>
          </a:p>
          <a:p>
            <a:endParaRPr kumimoji="1" lang="en-US" altLang="zh-CN" sz="1100" dirty="0">
              <a:solidFill>
                <a:schemeClr val="tx1"/>
              </a:solidFill>
            </a:endParaRPr>
          </a:p>
          <a:p>
            <a:r>
              <a:rPr kumimoji="1" lang="zh-CN" altLang="en-US" sz="1100" dirty="0">
                <a:solidFill>
                  <a:schemeClr val="tx1"/>
                </a:solidFill>
              </a:rPr>
              <a:t>六个月</a:t>
            </a:r>
            <a:r>
              <a:rPr kumimoji="1" lang="en-US" altLang="zh-CN" sz="1100" dirty="0">
                <a:solidFill>
                  <a:schemeClr val="tx1"/>
                </a:solidFill>
              </a:rPr>
              <a:t>Helen </a:t>
            </a:r>
            <a:r>
              <a:rPr kumimoji="1" lang="zh-CN" altLang="en-US" sz="1100" dirty="0">
                <a:solidFill>
                  <a:schemeClr val="tx1"/>
                </a:solidFill>
              </a:rPr>
              <a:t>讲座后</a:t>
            </a:r>
            <a:r>
              <a:rPr kumimoji="1" lang="en-US" altLang="zh-CN" sz="1100" dirty="0">
                <a:solidFill>
                  <a:schemeClr val="tx1"/>
                </a:solidFill>
              </a:rPr>
              <a:t>—</a:t>
            </a:r>
            <a:r>
              <a:rPr kumimoji="1" lang="zh-CN" altLang="en-US" sz="1100" dirty="0">
                <a:solidFill>
                  <a:schemeClr val="tx1"/>
                </a:solidFill>
              </a:rPr>
              <a:t>一次</a:t>
            </a:r>
          </a:p>
        </p:txBody>
      </p:sp>
      <p:sp>
        <p:nvSpPr>
          <p:cNvPr id="5" name="文本框 4">
            <a:extLst>
              <a:ext uri="{FF2B5EF4-FFF2-40B4-BE49-F238E27FC236}">
                <a16:creationId xmlns:a16="http://schemas.microsoft.com/office/drawing/2014/main" id="{D7159887-2975-5609-FCD2-05D68BA14695}"/>
              </a:ext>
            </a:extLst>
          </p:cNvPr>
          <p:cNvSpPr txBox="1"/>
          <p:nvPr/>
        </p:nvSpPr>
        <p:spPr>
          <a:xfrm>
            <a:off x="6571130" y="1463754"/>
            <a:ext cx="2018501" cy="261610"/>
          </a:xfrm>
          <a:prstGeom prst="rect">
            <a:avLst/>
          </a:prstGeom>
          <a:noFill/>
        </p:spPr>
        <p:txBody>
          <a:bodyPr wrap="none" rtlCol="0">
            <a:spAutoFit/>
          </a:bodyPr>
          <a:lstStyle/>
          <a:p>
            <a:r>
              <a:rPr kumimoji="1" lang="zh-CN" altLang="en-US" sz="1100" dirty="0">
                <a:solidFill>
                  <a:schemeClr val="tx1"/>
                </a:solidFill>
              </a:rPr>
              <a:t>加一页影响力报告的测量方法</a:t>
            </a:r>
          </a:p>
        </p:txBody>
      </p:sp>
    </p:spTree>
    <p:extLst>
      <p:ext uri="{BB962C8B-B14F-4D97-AF65-F5344CB8AC3E}">
        <p14:creationId xmlns:p14="http://schemas.microsoft.com/office/powerpoint/2010/main" val="6458811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Google Shape;46;p6"/>
          <p:cNvSpPr txBox="1">
            <a:spLocks noGrp="1"/>
          </p:cNvSpPr>
          <p:nvPr>
            <p:ph type="title"/>
          </p:nvPr>
        </p:nvSpPr>
        <p:spPr>
          <a:xfrm>
            <a:off x="3037701" y="2075690"/>
            <a:ext cx="4759500" cy="309600"/>
          </a:xfrm>
          <a:prstGeom prst="rect">
            <a:avLst/>
          </a:prstGeom>
        </p:spPr>
        <p:txBody>
          <a:bodyPr/>
          <a:lstStyle/>
          <a:p>
            <a:pPr lvl="0"/>
            <a:r>
              <a:rPr lang="en-US" altLang="en-US" b="1">
                <a:latin typeface="Microsoft YaHei"/>
                <a:ea typeface="Microsoft YaHei"/>
              </a:rPr>
              <a:t>Q&amp;A</a:t>
            </a:r>
            <a:r>
              <a:rPr lang="zh-CN" altLang="zh-CN" b="1">
                <a:latin typeface="Microsoft YaHei"/>
                <a:ea typeface="Microsoft YaHei"/>
              </a:rPr>
              <a:t>：学员筛选方案</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86"/>
        <p:cNvGrpSpPr/>
        <p:nvPr/>
      </p:nvGrpSpPr>
      <p:grpSpPr>
        <a:xfrm>
          <a:off x="0" y="0"/>
          <a:ext cx="0" cy="0"/>
          <a:chOff x="0" y="0"/>
          <a:chExt cx="0" cy="0"/>
        </a:xfrm>
      </p:grpSpPr>
      <p:sp>
        <p:nvSpPr>
          <p:cNvPr id="5" name="Google Shape;2487;p153"/>
          <p:cNvSpPr txBox="1">
            <a:spLocks noGrp="1"/>
          </p:cNvSpPr>
          <p:nvPr>
            <p:ph type="subTitle" idx="1"/>
            <p:custDataLst>
              <p:tags r:id="rId1"/>
            </p:custDataLst>
          </p:nvPr>
        </p:nvSpPr>
        <p:spPr>
          <a:xfrm>
            <a:off x="5374958" y="3245168"/>
            <a:ext cx="1490186" cy="535781"/>
          </a:xfrm>
          <a:prstGeom prst="rect">
            <a:avLst/>
          </a:prstGeom>
        </p:spPr>
        <p:txBody>
          <a:bodyPr wrap="square" lIns="68568" tIns="68568" rIns="68568" bIns="68568" anchor="t" anchorCtr="0"/>
          <a:lstStyle/>
          <a:p>
            <a:pPr marL="0" lvl="0" algn="l">
              <a:spcBef>
                <a:spcPts val="0"/>
              </a:spcBef>
              <a:spcAft>
                <a:spcPts val="0"/>
              </a:spcAft>
              <a:buClr>
                <a:srgbClr val="125284"/>
              </a:buClr>
              <a:buNone/>
            </a:pPr>
            <a:r>
              <a:rPr lang="en-US" altLang="en-US" sz="1050"/>
              <a:t>China CEO：</a:t>
            </a:r>
          </a:p>
          <a:p>
            <a:pPr marL="0" lvl="0" algn="l">
              <a:spcBef>
                <a:spcPts val="0"/>
              </a:spcBef>
              <a:spcAft>
                <a:spcPts val="0"/>
              </a:spcAft>
              <a:buClr>
                <a:srgbClr val="125284"/>
              </a:buClr>
              <a:buNone/>
            </a:pPr>
            <a:r>
              <a:rPr lang="en-US" altLang="en-US" sz="1050"/>
              <a:t>Maggie Yang</a:t>
            </a:r>
          </a:p>
          <a:p>
            <a:pPr marL="0" lvl="0" algn="l">
              <a:spcBef>
                <a:spcPts val="0"/>
              </a:spcBef>
              <a:spcAft>
                <a:spcPts val="0"/>
              </a:spcAft>
              <a:buClr>
                <a:srgbClr val="125284"/>
              </a:buClr>
              <a:buNone/>
            </a:pPr>
            <a:r>
              <a:rPr lang="en-US" altLang="en-US" sz="1050"/>
              <a:t>13817966500</a:t>
            </a:r>
          </a:p>
          <a:p>
            <a:pPr marL="0" lvl="0" indent="0" algn="l">
              <a:spcBef>
                <a:spcPts val="0"/>
              </a:spcBef>
              <a:spcAft>
                <a:spcPts val="0"/>
              </a:spcAft>
              <a:buNone/>
            </a:pPr>
            <a:endParaRPr lang="en-US" altLang="en-US"/>
          </a:p>
          <a:p>
            <a:pPr marL="0" lvl="0" indent="0" algn="l">
              <a:spcBef>
                <a:spcPts val="0"/>
              </a:spcBef>
              <a:spcAft>
                <a:spcPts val="0"/>
              </a:spcAft>
              <a:buNone/>
            </a:pPr>
            <a:endParaRPr lang="en-US" altLang="en-US"/>
          </a:p>
        </p:txBody>
      </p:sp>
      <p:sp>
        <p:nvSpPr>
          <p:cNvPr id="6" name="Google Shape;2488;p153"/>
          <p:cNvSpPr txBox="1">
            <a:spLocks noGrp="1"/>
          </p:cNvSpPr>
          <p:nvPr>
            <p:custDataLst>
              <p:tags r:id="rId2"/>
            </p:custDataLst>
          </p:nvPr>
        </p:nvSpPr>
        <p:spPr>
          <a:xfrm>
            <a:off x="5374883" y="3882889"/>
            <a:ext cx="2739375" cy="535725"/>
          </a:xfrm>
          <a:prstGeom prst="rect">
            <a:avLst/>
          </a:prstGeom>
          <a:noFill/>
          <a:ln>
            <a:noFill/>
          </a:ln>
        </p:spPr>
        <p:txBody>
          <a:bodyPr wrap="square" lIns="68568" tIns="68568" rIns="68568" bIns="68568" anchor="t" anchorCtr="0"/>
          <a:lstStyle>
            <a:lvl1pPr marL="457200" lvl="0"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1pPr>
            <a:lvl2pPr marL="914400" lvl="1"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2pPr>
            <a:lvl3pPr marL="1371600" lvl="2"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3pPr>
            <a:lvl4pPr marL="1828800" lvl="3"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4pPr>
            <a:lvl5pPr marL="2286000" lvl="4"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5pPr>
            <a:lvl6pPr marL="2743200" lvl="5"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6pPr>
            <a:lvl7pPr marL="3200400" lvl="6"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7pPr>
            <a:lvl8pPr marL="3657600" lvl="7"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8pPr>
            <a:lvl9pPr marL="4114800" lvl="8"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9pPr>
          </a:lstStyle>
          <a:p>
            <a:pPr marL="0" lvl="0" indent="0" algn="l">
              <a:spcBef>
                <a:spcPts val="0"/>
              </a:spcBef>
              <a:spcAft>
                <a:spcPts val="0"/>
              </a:spcAft>
              <a:buNone/>
            </a:pPr>
            <a:r>
              <a:rPr lang="en-US" altLang="en-US" sz="1050"/>
              <a:t>maggie.yang@empact.sg</a:t>
            </a:r>
            <a:endParaRPr lang="en-US" altLang="zh-CN" sz="1050">
              <a:ea typeface="宋体"/>
            </a:endParaRPr>
          </a:p>
        </p:txBody>
      </p:sp>
      <p:sp>
        <p:nvSpPr>
          <p:cNvPr id="7" name="Google Shape;2487;p153"/>
          <p:cNvSpPr txBox="1">
            <a:spLocks noGrp="1"/>
          </p:cNvSpPr>
          <p:nvPr>
            <p:custDataLst>
              <p:tags r:id="rId3"/>
            </p:custDataLst>
          </p:nvPr>
        </p:nvSpPr>
        <p:spPr>
          <a:xfrm>
            <a:off x="6985642" y="3245168"/>
            <a:ext cx="1490186" cy="535781"/>
          </a:xfrm>
          <a:prstGeom prst="rect">
            <a:avLst/>
          </a:prstGeom>
          <a:noFill/>
          <a:ln>
            <a:noFill/>
          </a:ln>
        </p:spPr>
        <p:txBody>
          <a:bodyPr wrap="square" lIns="68568" tIns="68568" rIns="68568" bIns="68568" anchor="t" anchorCtr="0"/>
          <a:lstStyle>
            <a:lvl1pPr marL="457200" lvl="0"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1pPr>
            <a:lvl2pPr marL="914400" lvl="1"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2pPr>
            <a:lvl3pPr marL="1371600" lvl="2"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3pPr>
            <a:lvl4pPr marL="1828800" lvl="3"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4pPr>
            <a:lvl5pPr marL="2286000" lvl="4"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5pPr>
            <a:lvl6pPr marL="2743200" lvl="5"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6pPr>
            <a:lvl7pPr marL="3200400" lvl="6"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7pPr>
            <a:lvl8pPr marL="3657600" lvl="7"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8pPr>
            <a:lvl9pPr marL="4114800" lvl="8"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9pPr>
          </a:lstStyle>
          <a:p>
            <a:pPr marL="0" lvl="0" indent="0" algn="l">
              <a:spcBef>
                <a:spcPts val="0"/>
              </a:spcBef>
              <a:spcAft>
                <a:spcPts val="0"/>
              </a:spcAft>
              <a:buNone/>
            </a:pPr>
            <a:r>
              <a:rPr lang="en-US" altLang="en-US" sz="1050"/>
              <a:t>Project Manager</a:t>
            </a:r>
          </a:p>
          <a:p>
            <a:pPr marL="0" lvl="0" indent="0" algn="l">
              <a:spcBef>
                <a:spcPts val="0"/>
              </a:spcBef>
              <a:spcAft>
                <a:spcPts val="0"/>
              </a:spcAft>
              <a:buNone/>
            </a:pPr>
            <a:r>
              <a:rPr lang="en-US" altLang="en-US" sz="1050"/>
              <a:t>Cooper He</a:t>
            </a:r>
          </a:p>
          <a:p>
            <a:pPr marL="0" lvl="0" indent="0" algn="l">
              <a:spcBef>
                <a:spcPts val="0"/>
              </a:spcBef>
              <a:spcAft>
                <a:spcPts val="0"/>
              </a:spcAft>
              <a:buNone/>
            </a:pPr>
            <a:r>
              <a:rPr lang="en-US" altLang="en-US" sz="1050"/>
              <a:t>16603282926</a:t>
            </a:r>
          </a:p>
        </p:txBody>
      </p:sp>
      <p:pic>
        <p:nvPicPr>
          <p:cNvPr id="2" name="图片 1"/>
          <p:cNvPicPr>
            <a:picLocks noChangeAspect="1"/>
          </p:cNvPicPr>
          <p:nvPr>
            <p:custDataLst>
              <p:tags r:id="rId4"/>
            </p:custDataLst>
          </p:nvPr>
        </p:nvPicPr>
        <p:blipFill>
          <a:blip r:embed="rId7"/>
          <a:stretch>
            <a:fillRect/>
          </a:stretch>
        </p:blipFill>
        <p:spPr>
          <a:xfrm>
            <a:off x="444500" y="1517015"/>
            <a:ext cx="4439285" cy="2462530"/>
          </a:xfrm>
          <a:prstGeom prst="rect">
            <a:avLst/>
          </a:prstGeom>
        </p:spPr>
      </p:pic>
      <p:sp>
        <p:nvSpPr>
          <p:cNvPr id="8" name="Google Shape;2488;p153"/>
          <p:cNvSpPr txBox="1">
            <a:spLocks noGrp="1"/>
          </p:cNvSpPr>
          <p:nvPr/>
        </p:nvSpPr>
        <p:spPr>
          <a:xfrm>
            <a:off x="6985642" y="3882889"/>
            <a:ext cx="2739375" cy="535725"/>
          </a:xfrm>
          <a:prstGeom prst="rect">
            <a:avLst/>
          </a:prstGeom>
          <a:noFill/>
          <a:ln>
            <a:noFill/>
          </a:ln>
        </p:spPr>
        <p:txBody>
          <a:bodyPr wrap="square" lIns="68568" tIns="68568" rIns="68568" bIns="68568" anchor="t" anchorCtr="0"/>
          <a:lstStyle>
            <a:lvl1pPr marL="457200" lvl="0"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1pPr>
            <a:lvl2pPr marL="914400" lvl="1"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2pPr>
            <a:lvl3pPr marL="1371600" lvl="2"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3pPr>
            <a:lvl4pPr marL="1828800" lvl="3"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4pPr>
            <a:lvl5pPr marL="2286000" lvl="4"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5pPr>
            <a:lvl6pPr marL="2743200" lvl="5"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6pPr>
            <a:lvl7pPr marL="3200400" lvl="6"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7pPr>
            <a:lvl8pPr marL="3657600" lvl="7"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8pPr>
            <a:lvl9pPr marL="4114800" lvl="8" indent="-317500" algn="l">
              <a:lnSpc>
                <a:spcPct val="100000"/>
              </a:lnSpc>
              <a:spcBef>
                <a:spcPts val="0"/>
              </a:spcBef>
              <a:spcAft>
                <a:spcPts val="0"/>
              </a:spcAft>
              <a:buClr>
                <a:srgbClr val="125284"/>
              </a:buClr>
              <a:buSzPts val="1400"/>
              <a:buFont typeface="Nunito Sans"/>
              <a:buNone/>
              <a:defRPr sz="1400" b="0" i="0" u="none" strike="noStrike">
                <a:solidFill>
                  <a:srgbClr val="A0BACE"/>
                </a:solidFill>
                <a:latin typeface="Rubik"/>
                <a:ea typeface="Rubik"/>
              </a:defRPr>
            </a:lvl9pPr>
          </a:lstStyle>
          <a:p>
            <a:pPr marL="0" lvl="0" indent="0" algn="l">
              <a:spcBef>
                <a:spcPts val="0"/>
              </a:spcBef>
              <a:spcAft>
                <a:spcPts val="0"/>
              </a:spcAft>
              <a:buNone/>
            </a:pPr>
            <a:r>
              <a:rPr lang="en-US" altLang="en-US" sz="1050"/>
              <a:t>chaohang.he@empact.sg</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empact theme">
  <a:themeElements>
    <a:clrScheme name="Custom 2">
      <a:dk1>
        <a:srgbClr val="125284"/>
      </a:dk1>
      <a:lt1>
        <a:srgbClr val="0E3E63"/>
      </a:lt1>
      <a:dk2>
        <a:srgbClr val="595959"/>
      </a:dk2>
      <a:lt2>
        <a:srgbClr val="7197B5"/>
      </a:lt2>
      <a:accent1>
        <a:srgbClr val="A0BACE"/>
      </a:accent1>
      <a:accent2>
        <a:srgbClr val="2CB3B9"/>
      </a:accent2>
      <a:accent3>
        <a:srgbClr val="8D64A3"/>
      </a:accent3>
      <a:accent4>
        <a:srgbClr val="FB6171"/>
      </a:accent4>
      <a:accent5>
        <a:srgbClr val="FB394D"/>
      </a:accent5>
      <a:accent6>
        <a:srgbClr val="FAFAFA"/>
      </a:accent6>
      <a:hlink>
        <a:srgbClr val="0E3E63"/>
      </a:hlink>
      <a:folHlink>
        <a:srgbClr val="A0BACE"/>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empact theme">
  <a:themeElements>
    <a:clrScheme name="Custom 2">
      <a:dk1>
        <a:srgbClr val="125284"/>
      </a:dk1>
      <a:lt1>
        <a:srgbClr val="0E3E63"/>
      </a:lt1>
      <a:dk2>
        <a:srgbClr val="595959"/>
      </a:dk2>
      <a:lt2>
        <a:srgbClr val="7197B5"/>
      </a:lt2>
      <a:accent1>
        <a:srgbClr val="A0BACE"/>
      </a:accent1>
      <a:accent2>
        <a:srgbClr val="2CB3B9"/>
      </a:accent2>
      <a:accent3>
        <a:srgbClr val="8D64A3"/>
      </a:accent3>
      <a:accent4>
        <a:srgbClr val="FB6171"/>
      </a:accent4>
      <a:accent5>
        <a:srgbClr val="FB394D"/>
      </a:accent5>
      <a:accent6>
        <a:srgbClr val="FAFAFA"/>
      </a:accent6>
      <a:hlink>
        <a:srgbClr val="0E3E63"/>
      </a:hlink>
      <a:folHlink>
        <a:srgbClr val="A0BACE"/>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empact theme">
  <a:themeElements>
    <a:clrScheme name="Custom 2">
      <a:dk1>
        <a:srgbClr val="125284"/>
      </a:dk1>
      <a:lt1>
        <a:srgbClr val="0E3E63"/>
      </a:lt1>
      <a:dk2>
        <a:srgbClr val="595959"/>
      </a:dk2>
      <a:lt2>
        <a:srgbClr val="7197B5"/>
      </a:lt2>
      <a:accent1>
        <a:srgbClr val="A0BACE"/>
      </a:accent1>
      <a:accent2>
        <a:srgbClr val="2CB3B9"/>
      </a:accent2>
      <a:accent3>
        <a:srgbClr val="8D64A3"/>
      </a:accent3>
      <a:accent4>
        <a:srgbClr val="FB6171"/>
      </a:accent4>
      <a:accent5>
        <a:srgbClr val="FB394D"/>
      </a:accent5>
      <a:accent6>
        <a:srgbClr val="FAFAFA"/>
      </a:accent6>
      <a:hlink>
        <a:srgbClr val="0E3E63"/>
      </a:hlink>
      <a:folHlink>
        <a:srgbClr val="A0BA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empact theme">
  <a:themeElements>
    <a:clrScheme name="Custom 2">
      <a:dk1>
        <a:srgbClr val="125284"/>
      </a:dk1>
      <a:lt1>
        <a:srgbClr val="0E3E63"/>
      </a:lt1>
      <a:dk2>
        <a:srgbClr val="595959"/>
      </a:dk2>
      <a:lt2>
        <a:srgbClr val="7197B5"/>
      </a:lt2>
      <a:accent1>
        <a:srgbClr val="A0BACE"/>
      </a:accent1>
      <a:accent2>
        <a:srgbClr val="2CB3B9"/>
      </a:accent2>
      <a:accent3>
        <a:srgbClr val="8D64A3"/>
      </a:accent3>
      <a:accent4>
        <a:srgbClr val="FB6171"/>
      </a:accent4>
      <a:accent5>
        <a:srgbClr val="FB394D"/>
      </a:accent5>
      <a:accent6>
        <a:srgbClr val="FAFAFA"/>
      </a:accent6>
      <a:hlink>
        <a:srgbClr val="0E3E63"/>
      </a:hlink>
      <a:folHlink>
        <a:srgbClr val="A0BA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empact theme">
  <a:themeElements>
    <a:clrScheme name="Custom 2">
      <a:dk1>
        <a:srgbClr val="125284"/>
      </a:dk1>
      <a:lt1>
        <a:srgbClr val="0E3E63"/>
      </a:lt1>
      <a:dk2>
        <a:srgbClr val="595959"/>
      </a:dk2>
      <a:lt2>
        <a:srgbClr val="7197B5"/>
      </a:lt2>
      <a:accent1>
        <a:srgbClr val="A0BACE"/>
      </a:accent1>
      <a:accent2>
        <a:srgbClr val="2CB3B9"/>
      </a:accent2>
      <a:accent3>
        <a:srgbClr val="8D64A3"/>
      </a:accent3>
      <a:accent4>
        <a:srgbClr val="FB6171"/>
      </a:accent4>
      <a:accent5>
        <a:srgbClr val="FB394D"/>
      </a:accent5>
      <a:accent6>
        <a:srgbClr val="FAFAFA"/>
      </a:accent6>
      <a:hlink>
        <a:srgbClr val="0E3E63"/>
      </a:hlink>
      <a:folHlink>
        <a:srgbClr val="A0BACE"/>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2020</TotalTime>
  <Words>3673</Words>
  <Application>Microsoft Macintosh PowerPoint</Application>
  <PresentationFormat>全屏显示(16:9)</PresentationFormat>
  <Paragraphs>430</Paragraphs>
  <Slides>37</Slides>
  <Notes>26</Notes>
  <HiddenSlides>0</HiddenSlides>
  <MMClips>0</MMClips>
  <ScaleCrop>false</ScaleCrop>
  <HeadingPairs>
    <vt:vector size="6" baseType="variant">
      <vt:variant>
        <vt:lpstr>已用的字体</vt:lpstr>
      </vt:variant>
      <vt:variant>
        <vt:i4>18</vt:i4>
      </vt:variant>
      <vt:variant>
        <vt:lpstr>主题</vt:lpstr>
      </vt:variant>
      <vt:variant>
        <vt:i4>5</vt:i4>
      </vt:variant>
      <vt:variant>
        <vt:lpstr>幻灯片标题</vt:lpstr>
      </vt:variant>
      <vt:variant>
        <vt:i4>37</vt:i4>
      </vt:variant>
    </vt:vector>
  </HeadingPairs>
  <TitlesOfParts>
    <vt:vector size="60" baseType="lpstr">
      <vt:lpstr>-apple-system</vt:lpstr>
      <vt:lpstr>-webkit-standard</vt:lpstr>
      <vt:lpstr>宋体</vt:lpstr>
      <vt:lpstr>微软雅黑</vt:lpstr>
      <vt:lpstr>微软雅黑</vt:lpstr>
      <vt:lpstr>Al Bayan Plain</vt:lpstr>
      <vt:lpstr>Arial</vt:lpstr>
      <vt:lpstr>Comic Sans MS</vt:lpstr>
      <vt:lpstr>Helvetica Neue</vt:lpstr>
      <vt:lpstr>Nunito</vt:lpstr>
      <vt:lpstr>Nunito Sans</vt:lpstr>
      <vt:lpstr>Nunito Sans Light</vt:lpstr>
      <vt:lpstr>Poppins</vt:lpstr>
      <vt:lpstr>Poppins SemiBold</vt:lpstr>
      <vt:lpstr>Rubik</vt:lpstr>
      <vt:lpstr>Rubik Light</vt:lpstr>
      <vt:lpstr>Rubik Medium</vt:lpstr>
      <vt:lpstr>Wingdings</vt:lpstr>
      <vt:lpstr>empact theme</vt:lpstr>
      <vt:lpstr>1_empact theme</vt:lpstr>
      <vt:lpstr>2_empact theme</vt:lpstr>
      <vt:lpstr>3_empact theme</vt:lpstr>
      <vt:lpstr>4_empact theme</vt:lpstr>
      <vt:lpstr>大学生职场认知项目</vt:lpstr>
      <vt:lpstr>PowerPoint 演示文稿</vt:lpstr>
      <vt:lpstr>PowerPoint 演示文稿</vt:lpstr>
      <vt:lpstr>Empact致力于为慈善行业赋能</vt:lpstr>
      <vt:lpstr>公益机构赋能服务概览</vt:lpstr>
      <vt:lpstr>PowerPoint 演示文稿</vt:lpstr>
      <vt:lpstr>PowerPoint 演示文稿</vt:lpstr>
      <vt:lpstr>Empact专注领域及部分公益客户</vt:lpstr>
      <vt:lpstr>PowerPoint 演示文稿</vt:lpstr>
      <vt:lpstr>Empact政府及下设机构合作伙伴</vt:lpstr>
      <vt:lpstr>PowerPoint 演示文稿</vt:lpstr>
      <vt:lpstr>乡村大学生职业认知研学营设计</vt:lpstr>
      <vt:lpstr>目录</vt:lpstr>
      <vt:lpstr>1) 需求分析以及Empact的价值所在</vt:lpstr>
      <vt:lpstr>PowerPoint 演示文稿</vt:lpstr>
      <vt:lpstr>我们的价值所在</vt:lpstr>
      <vt:lpstr>PowerPoint 演示文稿</vt:lpstr>
      <vt:lpstr>2) 方案</vt:lpstr>
      <vt:lpstr>我们对于乡村大学生职业认知研学营项目的方法论 </vt:lpstr>
      <vt:lpstr>学员提升目标</vt:lpstr>
      <vt:lpstr>北京大学·心理健康双因素模型（Dual-Factor Model, DFM） </vt:lpstr>
      <vt:lpstr>PowerPoint 演示文稿</vt:lpstr>
      <vt:lpstr>融合不同的学习方法</vt:lpstr>
      <vt:lpstr>项目核心方案概述</vt:lpstr>
      <vt:lpstr>简要日程</vt:lpstr>
      <vt:lpstr>PowerPoint 演示文稿</vt:lpstr>
      <vt:lpstr>简要日程</vt:lpstr>
      <vt:lpstr>PowerPoint 演示文稿</vt:lpstr>
      <vt:lpstr>每日的详细解读 目标&amp;简要日程</vt:lpstr>
      <vt:lpstr>设计与交付乡村大学生职业认知研学营项目的主要步骤</vt:lpstr>
      <vt:lpstr>时间表</vt:lpstr>
      <vt:lpstr>PowerPoint 演示文稿</vt:lpstr>
      <vt:lpstr>初步日程安排（4天-6天）</vt:lpstr>
      <vt:lpstr>PowerPoint 演示文稿</vt:lpstr>
      <vt:lpstr>影响力评估指标</vt:lpstr>
      <vt:lpstr>Q&amp;A：学员筛选方案</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何潮航 Empact</cp:lastModifiedBy>
  <cp:revision>13</cp:revision>
  <dcterms:modified xsi:type="dcterms:W3CDTF">2025-03-18T06:51:43Z</dcterms:modified>
</cp:coreProperties>
</file>